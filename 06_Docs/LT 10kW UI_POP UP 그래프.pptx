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0" r:id="rId2"/>
    <p:sldId id="276" r:id="rId3"/>
    <p:sldId id="259" r:id="rId4"/>
    <p:sldId id="261" r:id="rId5"/>
    <p:sldId id="263" r:id="rId6"/>
    <p:sldId id="27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 없는 구역" id="{C868E9D5-B8D3-4B75-97DA-933B44F227D9}">
          <p14:sldIdLst>
            <p14:sldId id="260"/>
            <p14:sldId id="276"/>
            <p14:sldId id="259"/>
            <p14:sldId id="261"/>
            <p14:sldId id="263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0034" autoAdjust="0"/>
  </p:normalViewPr>
  <p:slideViewPr>
    <p:cSldViewPr snapToGrid="0">
      <p:cViewPr varScale="1">
        <p:scale>
          <a:sx n="99" d="100"/>
          <a:sy n="99" d="100"/>
        </p:scale>
        <p:origin x="9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6B7122-5B77-4A0C-8911-5BAB822D892D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CFE45A-C3C5-4380-A53C-E66D7A35DE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6393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CFE45A-C3C5-4380-A53C-E66D7A35DE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461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CFE45A-C3C5-4380-A53C-E66D7A35DE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061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CFE45A-C3C5-4380-A53C-E66D7A35DE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699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7AF4E0-0324-7761-E010-B9BD7FA145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7569E7-EBF2-6FA8-DECA-816206800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1"/>
            </a:lvl3pPr>
            <a:lvl4pPr marL="1371635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8" indent="0" algn="ctr">
              <a:buNone/>
              <a:defRPr sz="1600"/>
            </a:lvl7pPr>
            <a:lvl8pPr marL="3200481" indent="0" algn="ctr">
              <a:buNone/>
              <a:defRPr sz="1600"/>
            </a:lvl8pPr>
            <a:lvl9pPr marL="3657692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939D95-88CC-AAEB-F000-07F444442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4FB6-23A2-4CF9-B1AE-63B2D8F92A27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069FD5-EDF1-BE69-2303-A70CE1C03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D6E7BF-8B14-6886-143A-670AF5110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988F-7CCC-4BC6-88B2-DC7101D32D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266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D768F4-5B2C-D1E4-E5DC-AF988E1F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28C807-0E82-DF20-2D18-4A9006AF8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DE295B-D4DC-9633-F80E-A2BF73225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4FB6-23A2-4CF9-B1AE-63B2D8F92A27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5B8FB6-B8A7-5F2B-971D-A98509F3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B2A3BB-651F-DC41-5700-C4BD7D651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988F-7CCC-4BC6-88B2-DC7101D32D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592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5B53F7-4242-7511-F8F0-FAC13185B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EC0C27-3735-F785-C7AE-F77C78B16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3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2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3B05D9-9F35-B328-93F1-04BD27B64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4FB6-23A2-4CF9-B1AE-63B2D8F92A27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319636-DD8A-E987-DF23-2CC427ADE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2C14E5-A2AC-A1DF-76BE-EC3537A48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988F-7CCC-4BC6-88B2-DC7101D32D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093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A01BD9-F5AD-21EA-4AD0-7A7143240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59E417-0EB9-FC6B-F714-1EA089822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5671FC-129C-C1FD-8D76-F99BFAF2B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EAF224-8905-9C68-CB9A-0F4C85324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4FB6-23A2-4CF9-B1AE-63B2D8F92A27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4CA43C-29BD-1486-333C-7A3CDB6DD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F9785D-8629-479D-7E00-4DD2BD99C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988F-7CCC-4BC6-88B2-DC7101D32D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286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7BC957-A9E5-82B2-3B3B-0B4B9EBE5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0472DD-FD6C-4BD6-359E-E30C96F3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2" indent="0">
              <a:buNone/>
              <a:defRPr sz="1801" b="1"/>
            </a:lvl3pPr>
            <a:lvl4pPr marL="1371635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1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E3FF7D-72F7-17AA-600A-7F9015955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6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9B364ED-3BAC-9613-A6CC-5A3050A186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2" indent="0">
              <a:buNone/>
              <a:defRPr sz="1801" b="1"/>
            </a:lvl3pPr>
            <a:lvl4pPr marL="1371635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1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8943A0-B525-E6D6-6281-5C43B77553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6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DB8753E-4B79-8318-07E7-8B684307B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4FB6-23A2-4CF9-B1AE-63B2D8F92A27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4C8CEED-C8BC-6406-38BD-17EC8A2CF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5B2976D-850D-E242-A1EC-0D1EB4942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988F-7CCC-4BC6-88B2-DC7101D32D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82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17BC5-C6FB-A785-47DB-A06CEB475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5686625-15F8-10EC-CD9B-89C58C82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4FB6-23A2-4CF9-B1AE-63B2D8F92A27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BAE9A8-4436-8886-7F81-9CC9C6BC6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50CFA6-2784-F71F-4253-DEA3E8CE8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988F-7CCC-4BC6-88B2-DC7101D32D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22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10A0A4-292A-BB6C-0A70-F138F5015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4FB6-23A2-4CF9-B1AE-63B2D8F92A27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5336400-22E2-AD98-47B4-734987F85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7115AE-5CC6-3E89-04B7-0D7D9AAF1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988F-7CCC-4BC6-88B2-DC7101D32D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224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490A8-94E3-BAAD-5019-DC2B55B02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124E07-EB27-5DCC-841F-E16FCE3B7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E113FD-561C-87BA-7C10-F4F329D55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2" indent="0">
              <a:buNone/>
              <a:defRPr sz="1200"/>
            </a:lvl3pPr>
            <a:lvl4pPr marL="1371635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8" indent="0">
              <a:buNone/>
              <a:defRPr sz="1001"/>
            </a:lvl7pPr>
            <a:lvl8pPr marL="3200481" indent="0">
              <a:buNone/>
              <a:defRPr sz="1001"/>
            </a:lvl8pPr>
            <a:lvl9pPr marL="3657692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8BB587-5F16-FD87-62DD-557653F28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4FB6-23A2-4CF9-B1AE-63B2D8F92A27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4DA2BF-2D80-71B1-8A90-3458D8C50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F0250D-C758-0DAE-CBCB-D08F97C13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988F-7CCC-4BC6-88B2-DC7101D32D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366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6B2C50-B894-4320-EDA6-1B318E76D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771470-2110-F3A3-AC46-5F3F7BEC11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2" indent="0">
              <a:buNone/>
              <a:defRPr sz="2400"/>
            </a:lvl3pPr>
            <a:lvl4pPr marL="1371635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1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F53C76-81B4-C33F-5FC0-AF52FFD3B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2" indent="0">
              <a:buNone/>
              <a:defRPr sz="1200"/>
            </a:lvl3pPr>
            <a:lvl4pPr marL="1371635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8" indent="0">
              <a:buNone/>
              <a:defRPr sz="1001"/>
            </a:lvl7pPr>
            <a:lvl8pPr marL="3200481" indent="0">
              <a:buNone/>
              <a:defRPr sz="1001"/>
            </a:lvl8pPr>
            <a:lvl9pPr marL="3657692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7826-EBE4-D6C0-55AE-AA998BD71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4FB6-23A2-4CF9-B1AE-63B2D8F92A27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612FB6-8F06-5674-E42A-818424A55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7574DB-BE62-36BD-71F8-C1FFDFA28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988F-7CCC-4BC6-88B2-DC7101D32D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456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DFB15-BBEE-3A21-85D6-5B662478E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EC76A3D-A648-1A00-7558-293B7678D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BE6869-9AA9-F594-CA95-708A931A5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4FB6-23A2-4CF9-B1AE-63B2D8F92A27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84763E-C4E7-B4D0-1C8D-86CC605F1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B22153-1855-5445-F8FF-26DD587C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988F-7CCC-4BC6-88B2-DC7101D32D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458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C231DD8-7DE4-8E22-E373-1551437302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349A436-CEBB-2580-2741-8AD90C5ED0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4EC601-98C2-7FDE-E99E-4FD98A1DC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4FB6-23A2-4CF9-B1AE-63B2D8F92A27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8C5FD0-FE63-153D-61DE-3EA07E08A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07CF7C-A30D-F7E0-5A1B-A37776D19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988F-7CCC-4BC6-88B2-DC7101D32D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5127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37C978C-8678-122C-91C1-1F5A1100E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3207AD-1344-6EB1-8C8F-7B60FA8B2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9498A7-9397-49D3-68F7-91682A9BCE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B4FB6-23A2-4CF9-B1AE-63B2D8F92A27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60195A-17DF-071C-8B71-BF72D378F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445F82-93BD-0598-1BD0-45ED830B89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4988F-7CCC-4BC6-88B2-DC7101D32D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378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22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7" indent="-228607" algn="l" defTabSz="914422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7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7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7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3" indent="-228607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4" indent="-228607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7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7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7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1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5D9887C-9487-843E-1D77-8E646B27ECA0}"/>
              </a:ext>
            </a:extLst>
          </p:cNvPr>
          <p:cNvSpPr/>
          <p:nvPr/>
        </p:nvSpPr>
        <p:spPr>
          <a:xfrm>
            <a:off x="0" y="0"/>
            <a:ext cx="6096000" cy="685799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B7D0A-C689-07FF-F5F0-1836CB8D47C7}"/>
              </a:ext>
            </a:extLst>
          </p:cNvPr>
          <p:cNvSpPr txBox="1"/>
          <p:nvPr/>
        </p:nvSpPr>
        <p:spPr>
          <a:xfrm>
            <a:off x="167247" y="98550"/>
            <a:ext cx="19972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REF.</a:t>
            </a:r>
            <a:endParaRPr lang="ko-KR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E40956-8328-9E8B-5B68-69B56C74E4BE}"/>
              </a:ext>
            </a:extLst>
          </p:cNvPr>
          <p:cNvSpPr txBox="1"/>
          <p:nvPr/>
        </p:nvSpPr>
        <p:spPr>
          <a:xfrm>
            <a:off x="171671" y="423494"/>
            <a:ext cx="915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BN &amp; SR</a:t>
            </a:r>
            <a:endParaRPr lang="ko-KR" altLang="en-US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B735A35-4F6B-40ED-BD2A-54F0E0438BB1}"/>
              </a:ext>
            </a:extLst>
          </p:cNvPr>
          <p:cNvSpPr/>
          <p:nvPr/>
        </p:nvSpPr>
        <p:spPr>
          <a:xfrm>
            <a:off x="271977" y="685389"/>
            <a:ext cx="4040141" cy="14498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5284D0-14F1-1E6C-C656-ECEF152C4491}"/>
              </a:ext>
            </a:extLst>
          </p:cNvPr>
          <p:cNvSpPr txBox="1"/>
          <p:nvPr/>
        </p:nvSpPr>
        <p:spPr>
          <a:xfrm>
            <a:off x="171672" y="2207876"/>
            <a:ext cx="788068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X(</a:t>
            </a:r>
            <a:r>
              <a:rPr lang="ko-KR" altLang="en-US" sz="1051" dirty="0"/>
              <a:t>축</a:t>
            </a:r>
            <a:r>
              <a:rPr lang="en-US" altLang="ko-KR" sz="1051" dirty="0"/>
              <a:t>_</a:t>
            </a:r>
            <a:r>
              <a:rPr lang="ko-KR" altLang="en-US" sz="1051" dirty="0"/>
              <a:t>시간</a:t>
            </a:r>
            <a:r>
              <a:rPr lang="en-US" altLang="ko-KR" sz="1051" dirty="0"/>
              <a:t>)</a:t>
            </a:r>
            <a:endParaRPr lang="ko-KR" altLang="en-US" sz="105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2C86B9-318E-21C6-C779-84C4A0F532AD}"/>
              </a:ext>
            </a:extLst>
          </p:cNvPr>
          <p:cNvSpPr txBox="1"/>
          <p:nvPr/>
        </p:nvSpPr>
        <p:spPr>
          <a:xfrm>
            <a:off x="2025303" y="2175103"/>
            <a:ext cx="120917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X </a:t>
            </a:r>
            <a:r>
              <a:rPr lang="ko-KR" altLang="en-US" sz="1051" dirty="0"/>
              <a:t>축 시간변경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9B0674-050C-6D1D-21B3-85726F38EE9E}"/>
              </a:ext>
            </a:extLst>
          </p:cNvPr>
          <p:cNvSpPr txBox="1"/>
          <p:nvPr/>
        </p:nvSpPr>
        <p:spPr>
          <a:xfrm>
            <a:off x="4347333" y="1830965"/>
            <a:ext cx="1209173" cy="415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MIN :</a:t>
            </a:r>
          </a:p>
          <a:p>
            <a:endParaRPr lang="ko-KR" altLang="en-US" sz="105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0BC65F-5580-1CF7-1192-B90C821E9AD2}"/>
              </a:ext>
            </a:extLst>
          </p:cNvPr>
          <p:cNvSpPr txBox="1"/>
          <p:nvPr/>
        </p:nvSpPr>
        <p:spPr>
          <a:xfrm>
            <a:off x="4347333" y="724145"/>
            <a:ext cx="120917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MAX :</a:t>
            </a:r>
            <a:endParaRPr lang="ko-KR" altLang="en-US" sz="105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4EA03B-F514-8FA3-3CDD-AA942DB76898}"/>
              </a:ext>
            </a:extLst>
          </p:cNvPr>
          <p:cNvSpPr txBox="1"/>
          <p:nvPr/>
        </p:nvSpPr>
        <p:spPr>
          <a:xfrm>
            <a:off x="167180" y="2685207"/>
            <a:ext cx="17386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SH &amp; FG &amp; RG</a:t>
            </a:r>
            <a:endParaRPr lang="ko-KR" altLang="en-US" sz="14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314B308-E869-5711-78FC-2E4135F0F35F}"/>
              </a:ext>
            </a:extLst>
          </p:cNvPr>
          <p:cNvSpPr/>
          <p:nvPr/>
        </p:nvSpPr>
        <p:spPr>
          <a:xfrm>
            <a:off x="271977" y="2977571"/>
            <a:ext cx="4040141" cy="14498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1F003F-825F-ACB0-109D-11A44C554CEE}"/>
              </a:ext>
            </a:extLst>
          </p:cNvPr>
          <p:cNvSpPr txBox="1"/>
          <p:nvPr/>
        </p:nvSpPr>
        <p:spPr>
          <a:xfrm>
            <a:off x="171672" y="4465773"/>
            <a:ext cx="788068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X(</a:t>
            </a:r>
            <a:r>
              <a:rPr lang="ko-KR" altLang="en-US" sz="1051" dirty="0"/>
              <a:t>축</a:t>
            </a:r>
            <a:r>
              <a:rPr lang="en-US" altLang="ko-KR" sz="1051" dirty="0"/>
              <a:t>_</a:t>
            </a:r>
            <a:r>
              <a:rPr lang="ko-KR" altLang="en-US" sz="1051" dirty="0"/>
              <a:t>시간</a:t>
            </a:r>
            <a:r>
              <a:rPr lang="en-US" altLang="ko-KR" sz="1051" dirty="0"/>
              <a:t>)</a:t>
            </a:r>
            <a:endParaRPr lang="ko-KR" altLang="en-US" sz="105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D38FF49-8D4F-B312-205A-8DA3110F8BBA}"/>
              </a:ext>
            </a:extLst>
          </p:cNvPr>
          <p:cNvSpPr txBox="1"/>
          <p:nvPr/>
        </p:nvSpPr>
        <p:spPr>
          <a:xfrm>
            <a:off x="2014616" y="4457443"/>
            <a:ext cx="120917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X </a:t>
            </a:r>
            <a:r>
              <a:rPr lang="ko-KR" altLang="en-US" sz="1051" dirty="0"/>
              <a:t>축 시간변경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E26299-05B7-6006-CBE9-D7599156BDFE}"/>
              </a:ext>
            </a:extLst>
          </p:cNvPr>
          <p:cNvSpPr txBox="1"/>
          <p:nvPr/>
        </p:nvSpPr>
        <p:spPr>
          <a:xfrm>
            <a:off x="4347332" y="4114382"/>
            <a:ext cx="1209173" cy="415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MIN : </a:t>
            </a:r>
          </a:p>
          <a:p>
            <a:endParaRPr lang="ko-KR" altLang="en-US" sz="105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2D9A60-D962-AB76-23D8-E8742DDE3DA4}"/>
              </a:ext>
            </a:extLst>
          </p:cNvPr>
          <p:cNvSpPr txBox="1"/>
          <p:nvPr/>
        </p:nvSpPr>
        <p:spPr>
          <a:xfrm>
            <a:off x="4347332" y="3007562"/>
            <a:ext cx="120917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MAX :</a:t>
            </a:r>
            <a:endParaRPr lang="ko-KR" altLang="en-US" sz="105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0015C2A-2F5F-4D88-A608-33D4D909474C}"/>
              </a:ext>
            </a:extLst>
          </p:cNvPr>
          <p:cNvSpPr txBox="1"/>
          <p:nvPr/>
        </p:nvSpPr>
        <p:spPr>
          <a:xfrm>
            <a:off x="171670" y="4904018"/>
            <a:ext cx="1551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PrOx</a:t>
            </a:r>
            <a:r>
              <a:rPr lang="en-US" altLang="ko-KR" sz="1400" dirty="0"/>
              <a:t> &amp; EG</a:t>
            </a:r>
            <a:endParaRPr lang="ko-KR" altLang="en-US" sz="1400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6AD4442-E659-15A9-A655-461613EEE936}"/>
              </a:ext>
            </a:extLst>
          </p:cNvPr>
          <p:cNvSpPr/>
          <p:nvPr/>
        </p:nvSpPr>
        <p:spPr>
          <a:xfrm>
            <a:off x="271977" y="5158062"/>
            <a:ext cx="4040141" cy="14498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FA02D4-057C-44F5-DEB7-7348DB4A367B}"/>
              </a:ext>
            </a:extLst>
          </p:cNvPr>
          <p:cNvSpPr txBox="1"/>
          <p:nvPr/>
        </p:nvSpPr>
        <p:spPr>
          <a:xfrm>
            <a:off x="184253" y="6634719"/>
            <a:ext cx="788068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X(</a:t>
            </a:r>
            <a:r>
              <a:rPr lang="ko-KR" altLang="en-US" sz="1051" dirty="0"/>
              <a:t>축</a:t>
            </a:r>
            <a:r>
              <a:rPr lang="en-US" altLang="ko-KR" sz="1051" dirty="0"/>
              <a:t>_</a:t>
            </a:r>
            <a:r>
              <a:rPr lang="ko-KR" altLang="en-US" sz="1051" dirty="0"/>
              <a:t>시간</a:t>
            </a:r>
            <a:r>
              <a:rPr lang="en-US" altLang="ko-KR" sz="1051" dirty="0"/>
              <a:t>)</a:t>
            </a:r>
            <a:endParaRPr lang="ko-KR" altLang="en-US" sz="105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76901D0-1625-E0E4-1C6F-A243EA4C9828}"/>
              </a:ext>
            </a:extLst>
          </p:cNvPr>
          <p:cNvSpPr txBox="1"/>
          <p:nvPr/>
        </p:nvSpPr>
        <p:spPr>
          <a:xfrm>
            <a:off x="2014616" y="6646699"/>
            <a:ext cx="120917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X </a:t>
            </a:r>
            <a:r>
              <a:rPr lang="ko-KR" altLang="en-US" sz="1051" dirty="0"/>
              <a:t>축 시간변경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90E796-FDF2-E4E3-EC05-56D1650D92DB}"/>
              </a:ext>
            </a:extLst>
          </p:cNvPr>
          <p:cNvSpPr txBox="1"/>
          <p:nvPr/>
        </p:nvSpPr>
        <p:spPr>
          <a:xfrm>
            <a:off x="4347333" y="6303638"/>
            <a:ext cx="1209173" cy="415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MIN : </a:t>
            </a:r>
          </a:p>
          <a:p>
            <a:endParaRPr lang="ko-KR" altLang="en-US" sz="105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8EFE386-691C-1B9C-EA0D-F76D9127F971}"/>
              </a:ext>
            </a:extLst>
          </p:cNvPr>
          <p:cNvSpPr txBox="1"/>
          <p:nvPr/>
        </p:nvSpPr>
        <p:spPr>
          <a:xfrm>
            <a:off x="4347333" y="5196818"/>
            <a:ext cx="120917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MAX : </a:t>
            </a:r>
            <a:endParaRPr lang="ko-KR" altLang="en-US" sz="105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FDF14D-CE7A-3DA1-9238-E52F6F8472C6}"/>
              </a:ext>
            </a:extLst>
          </p:cNvPr>
          <p:cNvSpPr txBox="1"/>
          <p:nvPr/>
        </p:nvSpPr>
        <p:spPr>
          <a:xfrm>
            <a:off x="6128726" y="170500"/>
            <a:ext cx="4412019" cy="425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altLang="ko-KR" sz="1051" dirty="0"/>
            </a:br>
            <a:br>
              <a:rPr lang="en-US" altLang="ko-KR" sz="1051" dirty="0"/>
            </a:br>
            <a:br>
              <a:rPr lang="en-US" altLang="ko-KR" sz="1051" dirty="0"/>
            </a:br>
            <a:endParaRPr lang="en-US" altLang="ko-KR" sz="105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400" dirty="0"/>
              <a:t>BN&amp;SR </a:t>
            </a:r>
            <a:br>
              <a:rPr lang="en-US" altLang="ko-KR" sz="1400" dirty="0"/>
            </a:br>
            <a:r>
              <a:rPr lang="en-US" altLang="ko-KR" sz="1400" dirty="0"/>
              <a:t>TC2601, TC2602, TC2603, TC2604, TC2605 </a:t>
            </a:r>
            <a:r>
              <a:rPr lang="ko-KR" altLang="en-US" sz="1400" dirty="0"/>
              <a:t>표시</a:t>
            </a:r>
            <a:br>
              <a:rPr lang="en-US" altLang="ko-KR" sz="1400" dirty="0"/>
            </a:br>
            <a:endParaRPr lang="en-US" altLang="ko-KR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400" dirty="0"/>
              <a:t>SH&amp;FG&amp;RG</a:t>
            </a:r>
            <a:br>
              <a:rPr lang="en-US" altLang="ko-KR" sz="1400" dirty="0"/>
            </a:br>
            <a:r>
              <a:rPr lang="en-US" altLang="ko-KR" sz="1400" dirty="0"/>
              <a:t>TC2606, TC2607, TC2608, </a:t>
            </a:r>
            <a:r>
              <a:rPr lang="en-US" altLang="ko-KR" sz="1400" dirty="0">
                <a:solidFill>
                  <a:srgbClr val="FF0000"/>
                </a:solidFill>
              </a:rPr>
              <a:t>TC2610, TC1202</a:t>
            </a:r>
            <a:r>
              <a:rPr lang="en-US" altLang="ko-KR" sz="1400" dirty="0"/>
              <a:t> </a:t>
            </a:r>
            <a:r>
              <a:rPr lang="ko-KR" altLang="en-US" sz="1400" dirty="0"/>
              <a:t>표시</a:t>
            </a:r>
            <a:br>
              <a:rPr lang="en-US" altLang="ko-KR" sz="1400" dirty="0"/>
            </a:br>
            <a:endParaRPr lang="en-US" altLang="ko-KR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400" dirty="0" err="1"/>
              <a:t>FG&amp;EG&amp;PrOx</a:t>
            </a:r>
            <a:br>
              <a:rPr lang="en-US" altLang="ko-KR" sz="1400" dirty="0"/>
            </a:br>
            <a:r>
              <a:rPr lang="en-US" altLang="ko-KR" sz="1400" dirty="0">
                <a:solidFill>
                  <a:srgbClr val="FF0000"/>
                </a:solidFill>
              </a:rPr>
              <a:t>TC2609</a:t>
            </a:r>
            <a:r>
              <a:rPr lang="en-US" altLang="ko-KR" sz="1400" dirty="0"/>
              <a:t>, TC2613, TC2701,</a:t>
            </a:r>
            <a:r>
              <a:rPr lang="ko-KR" altLang="en-US" sz="1400" dirty="0"/>
              <a:t> </a:t>
            </a:r>
            <a:r>
              <a:rPr lang="en-US" altLang="ko-KR" sz="1400" dirty="0"/>
              <a:t>TC2702, TC2703, </a:t>
            </a:r>
            <a:r>
              <a:rPr lang="ko-KR" altLang="en-US" sz="1400" dirty="0"/>
              <a:t>표시</a:t>
            </a:r>
            <a:br>
              <a:rPr lang="en-US" altLang="ko-KR" sz="1400" dirty="0"/>
            </a:br>
            <a:br>
              <a:rPr lang="en-US" altLang="ko-KR" sz="1400" dirty="0"/>
            </a:br>
            <a:endParaRPr lang="en-US" altLang="ko-KR" sz="1051" dirty="0"/>
          </a:p>
          <a:p>
            <a:endParaRPr lang="en-US" altLang="ko-KR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400" dirty="0"/>
              <a:t>X</a:t>
            </a:r>
            <a:r>
              <a:rPr lang="ko-KR" altLang="en-US" sz="1400" dirty="0"/>
              <a:t>축 </a:t>
            </a:r>
            <a:r>
              <a:rPr lang="en-US" altLang="ko-KR" sz="1400" dirty="0"/>
              <a:t>‘</a:t>
            </a:r>
            <a:r>
              <a:rPr lang="ko-KR" altLang="en-US" sz="1400" dirty="0"/>
              <a:t>시간변경</a:t>
            </a:r>
            <a:r>
              <a:rPr lang="en-US" altLang="ko-KR" sz="1400" dirty="0"/>
              <a:t>’</a:t>
            </a:r>
            <a:r>
              <a:rPr lang="ko-KR" altLang="en-US" sz="1400" dirty="0"/>
              <a:t> 입력에 따라 </a:t>
            </a:r>
            <a:r>
              <a:rPr lang="en-US" altLang="ko-KR" sz="1400" dirty="0"/>
              <a:t>Scale </a:t>
            </a:r>
            <a:r>
              <a:rPr lang="ko-KR" altLang="en-US" sz="1400" dirty="0"/>
              <a:t>변경</a:t>
            </a:r>
            <a:endParaRPr lang="en-US" altLang="ko-KR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400" dirty="0"/>
              <a:t>Y</a:t>
            </a:r>
            <a:r>
              <a:rPr lang="ko-KR" altLang="en-US" sz="1400" dirty="0"/>
              <a:t>축 </a:t>
            </a:r>
            <a:r>
              <a:rPr lang="en-US" altLang="ko-KR" sz="1400" dirty="0"/>
              <a:t>‘Min’, ‘Max’ </a:t>
            </a:r>
            <a:r>
              <a:rPr lang="ko-KR" altLang="en-US" sz="1400" dirty="0"/>
              <a:t>입력에 따라 </a:t>
            </a:r>
            <a:r>
              <a:rPr lang="en-US" altLang="ko-KR" sz="1400" dirty="0"/>
              <a:t>Scale </a:t>
            </a:r>
            <a:r>
              <a:rPr lang="ko-KR" altLang="en-US" sz="1400" dirty="0"/>
              <a:t>변경</a:t>
            </a:r>
            <a:br>
              <a:rPr lang="en-US" altLang="ko-KR" sz="1400" dirty="0"/>
            </a:br>
            <a:endParaRPr lang="en-US" altLang="ko-KR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각 그래프 우측 데이터 목록에 대응하는 그래프 </a:t>
            </a:r>
            <a:r>
              <a:rPr lang="ko-KR" altLang="en-US" sz="1200" b="1" dirty="0"/>
              <a:t>색상</a:t>
            </a:r>
            <a:r>
              <a:rPr lang="ko-KR" altLang="en-US" sz="1200" dirty="0"/>
              <a:t> 표시</a:t>
            </a:r>
            <a:br>
              <a:rPr lang="en-US" altLang="ko-KR" sz="1200" dirty="0"/>
            </a:br>
            <a:br>
              <a:rPr lang="en-US" altLang="ko-KR" sz="1200" dirty="0"/>
            </a:br>
            <a:endParaRPr lang="ko-KR" altLang="en-US" sz="1200" dirty="0"/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83873B1C-1FEE-D5B9-4BCB-6C293C8FFAE0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758774483"/>
              </p:ext>
            </p:extLst>
          </p:nvPr>
        </p:nvGraphicFramePr>
        <p:xfrm>
          <a:off x="4966634" y="697813"/>
          <a:ext cx="762033" cy="1426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2033">
                  <a:extLst>
                    <a:ext uri="{9D8B030D-6E8A-4147-A177-3AD203B41FA5}">
                      <a16:colId xmlns:a16="http://schemas.microsoft.com/office/drawing/2014/main" val="1727766601"/>
                    </a:ext>
                  </a:extLst>
                </a:gridCol>
              </a:tblGrid>
              <a:tr h="28525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u="none" strike="noStrike" dirty="0">
                          <a:effectLst/>
                        </a:rPr>
                        <a:t>▢ TC2601 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59557838"/>
                  </a:ext>
                </a:extLst>
              </a:tr>
              <a:tr h="28525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u="none" strike="noStrike" dirty="0">
                          <a:effectLst/>
                        </a:rPr>
                        <a:t>▢ TC2602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19516058"/>
                  </a:ext>
                </a:extLst>
              </a:tr>
              <a:tr h="28525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u="none" strike="noStrike" dirty="0">
                          <a:effectLst/>
                        </a:rPr>
                        <a:t>▢ TC2603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81118909"/>
                  </a:ext>
                </a:extLst>
              </a:tr>
              <a:tr h="28525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u="none" strike="noStrike" dirty="0">
                          <a:effectLst/>
                        </a:rPr>
                        <a:t>▢ </a:t>
                      </a:r>
                      <a:r>
                        <a:rPr lang="en-US" altLang="ko-KR" sz="1050" u="none" strike="noStrike" dirty="0">
                          <a:effectLst/>
                        </a:rPr>
                        <a:t>TC2604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18929396"/>
                  </a:ext>
                </a:extLst>
              </a:tr>
              <a:tr h="28525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u="none" strike="noStrike" dirty="0">
                          <a:effectLst/>
                        </a:rPr>
                        <a:t>▢ </a:t>
                      </a:r>
                      <a:r>
                        <a:rPr lang="en-US" altLang="ko-KR" sz="1050" u="none" strike="noStrike" dirty="0">
                          <a:effectLst/>
                        </a:rPr>
                        <a:t>TC2605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93671764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8891527A-D1C3-5B0F-FAC7-F8327AB70DAC}"/>
              </a:ext>
            </a:extLst>
          </p:cNvPr>
          <p:cNvSpPr txBox="1"/>
          <p:nvPr/>
        </p:nvSpPr>
        <p:spPr>
          <a:xfrm>
            <a:off x="4800217" y="320823"/>
            <a:ext cx="1094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데이터 목록</a:t>
            </a:r>
            <a:endParaRPr lang="en-US" altLang="ko-KR" sz="1200" dirty="0"/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62371CD6-33AE-7F90-92D1-420675D8D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520800"/>
              </p:ext>
            </p:extLst>
          </p:nvPr>
        </p:nvGraphicFramePr>
        <p:xfrm>
          <a:off x="4966634" y="2976849"/>
          <a:ext cx="762032" cy="14805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2032">
                  <a:extLst>
                    <a:ext uri="{9D8B030D-6E8A-4147-A177-3AD203B41FA5}">
                      <a16:colId xmlns:a16="http://schemas.microsoft.com/office/drawing/2014/main" val="1727766601"/>
                    </a:ext>
                  </a:extLst>
                </a:gridCol>
              </a:tblGrid>
              <a:tr h="29611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u="none" strike="noStrike" dirty="0">
                          <a:effectLst/>
                        </a:rPr>
                        <a:t>▢ TC2606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59557838"/>
                  </a:ext>
                </a:extLst>
              </a:tr>
              <a:tr h="29611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u="none" strike="noStrike" dirty="0">
                          <a:effectLst/>
                        </a:rPr>
                        <a:t>▢ TC2607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19516058"/>
                  </a:ext>
                </a:extLst>
              </a:tr>
              <a:tr h="29611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u="none" strike="noStrike" dirty="0">
                          <a:effectLst/>
                        </a:rPr>
                        <a:t>▢ TC2608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81118909"/>
                  </a:ext>
                </a:extLst>
              </a:tr>
              <a:tr h="29611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u="none" strike="noStrike" dirty="0">
                          <a:solidFill>
                            <a:srgbClr val="FF0000"/>
                          </a:solidFill>
                          <a:effectLst/>
                        </a:rPr>
                        <a:t>▢ </a:t>
                      </a:r>
                      <a:r>
                        <a:rPr lang="en-US" altLang="ko-KR" sz="1050" u="none" strike="noStrike" dirty="0">
                          <a:solidFill>
                            <a:srgbClr val="FF0000"/>
                          </a:solidFill>
                          <a:effectLst/>
                        </a:rPr>
                        <a:t>TC2610</a:t>
                      </a:r>
                      <a:endParaRPr lang="ko-KR" altLang="en-US" sz="105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18929396"/>
                  </a:ext>
                </a:extLst>
              </a:tr>
              <a:tr h="29611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u="none" strike="noStrike" dirty="0">
                          <a:solidFill>
                            <a:srgbClr val="FF0000"/>
                          </a:solidFill>
                          <a:effectLst/>
                        </a:rPr>
                        <a:t>▢ </a:t>
                      </a:r>
                      <a:r>
                        <a:rPr lang="en-US" altLang="ko-KR" sz="1050" u="none" strike="noStrike" dirty="0">
                          <a:solidFill>
                            <a:srgbClr val="FF0000"/>
                          </a:solidFill>
                          <a:effectLst/>
                        </a:rPr>
                        <a:t>TC1202</a:t>
                      </a:r>
                      <a:endParaRPr lang="en-US" altLang="ko-KR" sz="105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93671764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1AE6021-6333-2B9B-5D5F-2BA456CBF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575940"/>
              </p:ext>
            </p:extLst>
          </p:nvPr>
        </p:nvGraphicFramePr>
        <p:xfrm>
          <a:off x="4951918" y="5127348"/>
          <a:ext cx="762032" cy="14805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2032">
                  <a:extLst>
                    <a:ext uri="{9D8B030D-6E8A-4147-A177-3AD203B41FA5}">
                      <a16:colId xmlns:a16="http://schemas.microsoft.com/office/drawing/2014/main" val="1727766601"/>
                    </a:ext>
                  </a:extLst>
                </a:gridCol>
              </a:tblGrid>
              <a:tr h="29611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u="none" strike="noStrike" dirty="0">
                          <a:solidFill>
                            <a:srgbClr val="FF0000"/>
                          </a:solidFill>
                          <a:effectLst/>
                        </a:rPr>
                        <a:t>▢ TC2609</a:t>
                      </a:r>
                      <a:endParaRPr lang="en-US" sz="105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59557838"/>
                  </a:ext>
                </a:extLst>
              </a:tr>
              <a:tr h="29611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u="none" strike="noStrike" dirty="0">
                          <a:solidFill>
                            <a:schemeClr val="tx1"/>
                          </a:solidFill>
                          <a:effectLst/>
                        </a:rPr>
                        <a:t>▢ TC2613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19516058"/>
                  </a:ext>
                </a:extLst>
              </a:tr>
              <a:tr h="29611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u="none" strike="noStrike" dirty="0">
                          <a:solidFill>
                            <a:schemeClr val="tx1"/>
                          </a:solidFill>
                          <a:effectLst/>
                        </a:rPr>
                        <a:t>▢ TC2701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81118909"/>
                  </a:ext>
                </a:extLst>
              </a:tr>
              <a:tr h="29611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u="none" strike="noStrike" dirty="0">
                          <a:solidFill>
                            <a:schemeClr val="tx1"/>
                          </a:solidFill>
                          <a:effectLst/>
                        </a:rPr>
                        <a:t>▢ </a:t>
                      </a:r>
                      <a:r>
                        <a:rPr lang="en-US" altLang="ko-KR" sz="1050" u="none" strike="noStrike" dirty="0">
                          <a:solidFill>
                            <a:schemeClr val="tx1"/>
                          </a:solidFill>
                          <a:effectLst/>
                        </a:rPr>
                        <a:t>TC2702</a:t>
                      </a:r>
                      <a:endParaRPr lang="ko-KR" alt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18929396"/>
                  </a:ext>
                </a:extLst>
              </a:tr>
              <a:tr h="29611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u="none" strike="noStrike" dirty="0">
                          <a:solidFill>
                            <a:schemeClr val="tx1"/>
                          </a:solidFill>
                          <a:effectLst/>
                        </a:rPr>
                        <a:t>▢ </a:t>
                      </a:r>
                      <a:r>
                        <a:rPr lang="en-US" altLang="ko-KR" sz="1050" u="none" strike="noStrike" dirty="0">
                          <a:solidFill>
                            <a:schemeClr val="tx1"/>
                          </a:solidFill>
                          <a:effectLst/>
                        </a:rPr>
                        <a:t>TC2703</a:t>
                      </a:r>
                      <a:endParaRPr lang="en-US" altLang="ko-KR" sz="105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93671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3040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5D9887C-9487-843E-1D77-8E646B27ECA0}"/>
              </a:ext>
            </a:extLst>
          </p:cNvPr>
          <p:cNvSpPr/>
          <p:nvPr/>
        </p:nvSpPr>
        <p:spPr>
          <a:xfrm>
            <a:off x="0" y="0"/>
            <a:ext cx="6096000" cy="685799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B7D0A-C689-07FF-F5F0-1836CB8D47C7}"/>
              </a:ext>
            </a:extLst>
          </p:cNvPr>
          <p:cNvSpPr txBox="1"/>
          <p:nvPr/>
        </p:nvSpPr>
        <p:spPr>
          <a:xfrm>
            <a:off x="167247" y="98550"/>
            <a:ext cx="19972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Stack.</a:t>
            </a:r>
            <a:endParaRPr lang="ko-KR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E40956-8328-9E8B-5B68-69B56C74E4BE}"/>
              </a:ext>
            </a:extLst>
          </p:cNvPr>
          <p:cNvSpPr txBox="1"/>
          <p:nvPr/>
        </p:nvSpPr>
        <p:spPr>
          <a:xfrm>
            <a:off x="171670" y="423494"/>
            <a:ext cx="1992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Air &amp; Gas Temp</a:t>
            </a:r>
            <a:endParaRPr lang="ko-KR" altLang="en-US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B735A35-4F6B-40ED-BD2A-54F0E0438BB1}"/>
              </a:ext>
            </a:extLst>
          </p:cNvPr>
          <p:cNvSpPr/>
          <p:nvPr/>
        </p:nvSpPr>
        <p:spPr>
          <a:xfrm>
            <a:off x="271977" y="685389"/>
            <a:ext cx="4040141" cy="14498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5284D0-14F1-1E6C-C656-ECEF152C4491}"/>
              </a:ext>
            </a:extLst>
          </p:cNvPr>
          <p:cNvSpPr txBox="1"/>
          <p:nvPr/>
        </p:nvSpPr>
        <p:spPr>
          <a:xfrm>
            <a:off x="171672" y="2207876"/>
            <a:ext cx="788068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X(</a:t>
            </a:r>
            <a:r>
              <a:rPr lang="ko-KR" altLang="en-US" sz="1051" dirty="0"/>
              <a:t>축</a:t>
            </a:r>
            <a:r>
              <a:rPr lang="en-US" altLang="ko-KR" sz="1051" dirty="0"/>
              <a:t>_</a:t>
            </a:r>
            <a:r>
              <a:rPr lang="ko-KR" altLang="en-US" sz="1051" dirty="0"/>
              <a:t>시간</a:t>
            </a:r>
            <a:r>
              <a:rPr lang="en-US" altLang="ko-KR" sz="1051" dirty="0"/>
              <a:t>)</a:t>
            </a:r>
            <a:endParaRPr lang="ko-KR" altLang="en-US" sz="105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2C86B9-318E-21C6-C779-84C4A0F532AD}"/>
              </a:ext>
            </a:extLst>
          </p:cNvPr>
          <p:cNvSpPr txBox="1"/>
          <p:nvPr/>
        </p:nvSpPr>
        <p:spPr>
          <a:xfrm>
            <a:off x="2025303" y="2175103"/>
            <a:ext cx="120917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X </a:t>
            </a:r>
            <a:r>
              <a:rPr lang="ko-KR" altLang="en-US" sz="1051" dirty="0"/>
              <a:t>축 시간변경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9B0674-050C-6D1D-21B3-85726F38EE9E}"/>
              </a:ext>
            </a:extLst>
          </p:cNvPr>
          <p:cNvSpPr txBox="1"/>
          <p:nvPr/>
        </p:nvSpPr>
        <p:spPr>
          <a:xfrm>
            <a:off x="4347333" y="1830965"/>
            <a:ext cx="1209173" cy="415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MIN :</a:t>
            </a:r>
          </a:p>
          <a:p>
            <a:endParaRPr lang="ko-KR" altLang="en-US" sz="105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0BC65F-5580-1CF7-1192-B90C821E9AD2}"/>
              </a:ext>
            </a:extLst>
          </p:cNvPr>
          <p:cNvSpPr txBox="1"/>
          <p:nvPr/>
        </p:nvSpPr>
        <p:spPr>
          <a:xfrm>
            <a:off x="4347333" y="724145"/>
            <a:ext cx="120917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MAX :</a:t>
            </a:r>
            <a:endParaRPr lang="ko-KR" altLang="en-US" sz="105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4EA03B-F514-8FA3-3CDD-AA942DB76898}"/>
              </a:ext>
            </a:extLst>
          </p:cNvPr>
          <p:cNvSpPr txBox="1"/>
          <p:nvPr/>
        </p:nvSpPr>
        <p:spPr>
          <a:xfrm>
            <a:off x="167181" y="2685207"/>
            <a:ext cx="279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Coolant Temp</a:t>
            </a:r>
            <a:endParaRPr lang="ko-KR" altLang="en-US" sz="14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314B308-E869-5711-78FC-2E4135F0F35F}"/>
              </a:ext>
            </a:extLst>
          </p:cNvPr>
          <p:cNvSpPr/>
          <p:nvPr/>
        </p:nvSpPr>
        <p:spPr>
          <a:xfrm>
            <a:off x="271977" y="2977571"/>
            <a:ext cx="4040141" cy="14498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1F003F-825F-ACB0-109D-11A44C554CEE}"/>
              </a:ext>
            </a:extLst>
          </p:cNvPr>
          <p:cNvSpPr txBox="1"/>
          <p:nvPr/>
        </p:nvSpPr>
        <p:spPr>
          <a:xfrm>
            <a:off x="171672" y="4465773"/>
            <a:ext cx="788068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X(</a:t>
            </a:r>
            <a:r>
              <a:rPr lang="ko-KR" altLang="en-US" sz="1051" dirty="0"/>
              <a:t>축</a:t>
            </a:r>
            <a:r>
              <a:rPr lang="en-US" altLang="ko-KR" sz="1051" dirty="0"/>
              <a:t>_</a:t>
            </a:r>
            <a:r>
              <a:rPr lang="ko-KR" altLang="en-US" sz="1051" dirty="0"/>
              <a:t>시간</a:t>
            </a:r>
            <a:r>
              <a:rPr lang="en-US" altLang="ko-KR" sz="1051" dirty="0"/>
              <a:t>)</a:t>
            </a:r>
            <a:endParaRPr lang="ko-KR" altLang="en-US" sz="105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D38FF49-8D4F-B312-205A-8DA3110F8BBA}"/>
              </a:ext>
            </a:extLst>
          </p:cNvPr>
          <p:cNvSpPr txBox="1"/>
          <p:nvPr/>
        </p:nvSpPr>
        <p:spPr>
          <a:xfrm>
            <a:off x="2014616" y="4457443"/>
            <a:ext cx="120917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X </a:t>
            </a:r>
            <a:r>
              <a:rPr lang="ko-KR" altLang="en-US" sz="1051" dirty="0"/>
              <a:t>축 시간변경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E26299-05B7-6006-CBE9-D7599156BDFE}"/>
              </a:ext>
            </a:extLst>
          </p:cNvPr>
          <p:cNvSpPr txBox="1"/>
          <p:nvPr/>
        </p:nvSpPr>
        <p:spPr>
          <a:xfrm>
            <a:off x="4347332" y="4114382"/>
            <a:ext cx="1209173" cy="415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MIN : </a:t>
            </a:r>
          </a:p>
          <a:p>
            <a:endParaRPr lang="ko-KR" altLang="en-US" sz="105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2D9A60-D962-AB76-23D8-E8742DDE3DA4}"/>
              </a:ext>
            </a:extLst>
          </p:cNvPr>
          <p:cNvSpPr txBox="1"/>
          <p:nvPr/>
        </p:nvSpPr>
        <p:spPr>
          <a:xfrm>
            <a:off x="4347332" y="3007562"/>
            <a:ext cx="120917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MAX :</a:t>
            </a:r>
            <a:endParaRPr lang="ko-KR" altLang="en-US" sz="105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FDF14D-CE7A-3DA1-9238-E52F6F8472C6}"/>
              </a:ext>
            </a:extLst>
          </p:cNvPr>
          <p:cNvSpPr txBox="1"/>
          <p:nvPr/>
        </p:nvSpPr>
        <p:spPr>
          <a:xfrm>
            <a:off x="6128726" y="170500"/>
            <a:ext cx="4412019" cy="4525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altLang="ko-KR" sz="1051" dirty="0"/>
            </a:br>
            <a:br>
              <a:rPr lang="en-US" altLang="ko-KR" sz="1051" dirty="0"/>
            </a:br>
            <a:br>
              <a:rPr lang="en-US" altLang="ko-KR" sz="1051" dirty="0"/>
            </a:br>
            <a:endParaRPr lang="en-US" altLang="ko-KR" sz="105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600" dirty="0"/>
              <a:t>Air &amp; Gas Temp</a:t>
            </a:r>
            <a:br>
              <a:rPr lang="en-US" altLang="ko-KR" sz="1400" dirty="0"/>
            </a:br>
            <a:r>
              <a:rPr lang="en-US" altLang="ko-KR" sz="1400" dirty="0"/>
              <a:t>TC1104, TC1105, TC1114, TC1115, TC1207 </a:t>
            </a:r>
            <a:r>
              <a:rPr lang="ko-KR" altLang="en-US" sz="1400" dirty="0"/>
              <a:t>표시</a:t>
            </a:r>
            <a:br>
              <a:rPr lang="en-US" altLang="ko-KR" sz="1400" dirty="0"/>
            </a:br>
            <a:endParaRPr lang="en-US" altLang="ko-KR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600" dirty="0"/>
              <a:t>Coolant Temp</a:t>
            </a:r>
            <a:br>
              <a:rPr lang="en-US" altLang="ko-KR" sz="1400" dirty="0"/>
            </a:br>
            <a:r>
              <a:rPr lang="en-US" altLang="ko-KR" sz="1400" dirty="0"/>
              <a:t>TC1311, TC1316, TC1318, TC1326, TC1328 </a:t>
            </a:r>
            <a:r>
              <a:rPr lang="ko-KR" altLang="en-US" sz="1400" dirty="0"/>
              <a:t>표시</a:t>
            </a:r>
            <a:br>
              <a:rPr lang="en-US" altLang="ko-KR" sz="1400" dirty="0"/>
            </a:br>
            <a:endParaRPr lang="en-US" altLang="ko-KR" sz="1400" dirty="0"/>
          </a:p>
          <a:p>
            <a:endParaRPr lang="en-US" altLang="ko-KR" sz="1051" dirty="0"/>
          </a:p>
          <a:p>
            <a:br>
              <a:rPr lang="en-US" altLang="ko-KR" sz="1051" dirty="0"/>
            </a:br>
            <a:br>
              <a:rPr lang="en-US" altLang="ko-KR" sz="1051" dirty="0"/>
            </a:br>
            <a:endParaRPr lang="en-US" altLang="ko-KR" sz="1051" dirty="0"/>
          </a:p>
          <a:p>
            <a:endParaRPr lang="en-US" altLang="ko-KR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400" dirty="0"/>
              <a:t>X</a:t>
            </a:r>
            <a:r>
              <a:rPr lang="ko-KR" altLang="en-US" sz="1400" dirty="0"/>
              <a:t>축 </a:t>
            </a:r>
            <a:r>
              <a:rPr lang="en-US" altLang="ko-KR" sz="1400" dirty="0"/>
              <a:t>‘</a:t>
            </a:r>
            <a:r>
              <a:rPr lang="ko-KR" altLang="en-US" sz="1400" dirty="0"/>
              <a:t>시간변경</a:t>
            </a:r>
            <a:r>
              <a:rPr lang="en-US" altLang="ko-KR" sz="1400" dirty="0"/>
              <a:t>’</a:t>
            </a:r>
            <a:r>
              <a:rPr lang="ko-KR" altLang="en-US" sz="1400" dirty="0"/>
              <a:t> 입력에 따라 </a:t>
            </a:r>
            <a:r>
              <a:rPr lang="en-US" altLang="ko-KR" sz="1400" dirty="0"/>
              <a:t>Scale </a:t>
            </a:r>
            <a:r>
              <a:rPr lang="ko-KR" altLang="en-US" sz="1400" dirty="0"/>
              <a:t>변경</a:t>
            </a:r>
            <a:endParaRPr lang="en-US" altLang="ko-KR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400" dirty="0"/>
              <a:t>Y</a:t>
            </a:r>
            <a:r>
              <a:rPr lang="ko-KR" altLang="en-US" sz="1400" dirty="0"/>
              <a:t>축 </a:t>
            </a:r>
            <a:r>
              <a:rPr lang="en-US" altLang="ko-KR" sz="1400" dirty="0"/>
              <a:t>‘Min’, ‘Max’ </a:t>
            </a:r>
            <a:r>
              <a:rPr lang="ko-KR" altLang="en-US" sz="1400" dirty="0"/>
              <a:t>입력에 따라 </a:t>
            </a:r>
            <a:r>
              <a:rPr lang="en-US" altLang="ko-KR" sz="1400" dirty="0"/>
              <a:t>Scale </a:t>
            </a:r>
            <a:r>
              <a:rPr lang="ko-KR" altLang="en-US" sz="1400" dirty="0"/>
              <a:t>변경</a:t>
            </a:r>
            <a:br>
              <a:rPr lang="en-US" altLang="ko-KR" sz="1200" dirty="0"/>
            </a:br>
            <a:endParaRPr lang="en-US" altLang="ko-KR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각 그래프 우측 데이터 목록에 대응하는 그래프 </a:t>
            </a:r>
            <a:r>
              <a:rPr lang="ko-KR" altLang="en-US" sz="1200" b="1" dirty="0"/>
              <a:t>색상</a:t>
            </a:r>
            <a:r>
              <a:rPr lang="ko-KR" altLang="en-US" sz="1200" dirty="0"/>
              <a:t> 표시</a:t>
            </a:r>
            <a:br>
              <a:rPr lang="en-US" altLang="ko-KR" sz="1200" dirty="0"/>
            </a:br>
            <a:br>
              <a:rPr lang="en-US" altLang="ko-KR" sz="1200" dirty="0"/>
            </a:br>
            <a:endParaRPr lang="ko-KR" altLang="en-US" sz="1200" dirty="0"/>
          </a:p>
          <a:p>
            <a:br>
              <a:rPr lang="en-US" altLang="ko-KR" sz="1200" dirty="0"/>
            </a:br>
            <a:endParaRPr lang="ko-KR" altLang="en-US" sz="12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1D0E265-7F2D-8F3D-091F-184DFCECB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810713"/>
              </p:ext>
            </p:extLst>
          </p:nvPr>
        </p:nvGraphicFramePr>
        <p:xfrm>
          <a:off x="5057850" y="697813"/>
          <a:ext cx="670819" cy="1426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0819">
                  <a:extLst>
                    <a:ext uri="{9D8B030D-6E8A-4147-A177-3AD203B41FA5}">
                      <a16:colId xmlns:a16="http://schemas.microsoft.com/office/drawing/2014/main" val="1727766601"/>
                    </a:ext>
                  </a:extLst>
                </a:gridCol>
              </a:tblGrid>
              <a:tr h="28525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u="none" strike="noStrike" dirty="0">
                          <a:solidFill>
                            <a:schemeClr val="tx1"/>
                          </a:solidFill>
                          <a:effectLst/>
                        </a:rPr>
                        <a:t>▢ TC1104 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59557838"/>
                  </a:ext>
                </a:extLst>
              </a:tr>
              <a:tr h="28525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u="none" strike="noStrike" dirty="0">
                          <a:solidFill>
                            <a:schemeClr val="tx1"/>
                          </a:solidFill>
                          <a:effectLst/>
                        </a:rPr>
                        <a:t>▢ TC1105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19516058"/>
                  </a:ext>
                </a:extLst>
              </a:tr>
              <a:tr h="28525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u="none" strike="noStrike" dirty="0">
                          <a:solidFill>
                            <a:schemeClr val="tx1"/>
                          </a:solidFill>
                          <a:effectLst/>
                        </a:rPr>
                        <a:t>▢ TC1114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81118909"/>
                  </a:ext>
                </a:extLst>
              </a:tr>
              <a:tr h="28525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u="none" strike="noStrike" dirty="0">
                          <a:solidFill>
                            <a:schemeClr val="tx1"/>
                          </a:solidFill>
                          <a:effectLst/>
                        </a:rPr>
                        <a:t>▢ </a:t>
                      </a:r>
                      <a:r>
                        <a:rPr lang="en-US" altLang="ko-KR" sz="1050" u="none" strike="noStrike" dirty="0">
                          <a:solidFill>
                            <a:schemeClr val="tx1"/>
                          </a:solidFill>
                          <a:effectLst/>
                        </a:rPr>
                        <a:t>TC1115</a:t>
                      </a:r>
                      <a:endParaRPr lang="ko-KR" alt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18929396"/>
                  </a:ext>
                </a:extLst>
              </a:tr>
              <a:tr h="28525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u="none" strike="noStrike" dirty="0">
                          <a:solidFill>
                            <a:schemeClr val="tx1"/>
                          </a:solidFill>
                          <a:effectLst/>
                        </a:rPr>
                        <a:t>▢ </a:t>
                      </a:r>
                      <a:r>
                        <a:rPr lang="en-US" altLang="ko-KR" sz="1050" u="none" strike="noStrike" dirty="0">
                          <a:solidFill>
                            <a:schemeClr val="tx1"/>
                          </a:solidFill>
                          <a:effectLst/>
                        </a:rPr>
                        <a:t>TC1207</a:t>
                      </a:r>
                      <a:endParaRPr lang="en-US" altLang="ko-KR" sz="105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93671764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B61CC79-C9E1-AA59-6488-2932958AC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957490"/>
              </p:ext>
            </p:extLst>
          </p:nvPr>
        </p:nvGraphicFramePr>
        <p:xfrm>
          <a:off x="5057850" y="2974864"/>
          <a:ext cx="670819" cy="1426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0819">
                  <a:extLst>
                    <a:ext uri="{9D8B030D-6E8A-4147-A177-3AD203B41FA5}">
                      <a16:colId xmlns:a16="http://schemas.microsoft.com/office/drawing/2014/main" val="1727766601"/>
                    </a:ext>
                  </a:extLst>
                </a:gridCol>
              </a:tblGrid>
              <a:tr h="28525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u="none" strike="noStrike" dirty="0">
                          <a:solidFill>
                            <a:schemeClr val="tx1"/>
                          </a:solidFill>
                          <a:effectLst/>
                        </a:rPr>
                        <a:t>▢ TC1311 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59557838"/>
                  </a:ext>
                </a:extLst>
              </a:tr>
              <a:tr h="28525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u="none" strike="noStrike" dirty="0">
                          <a:solidFill>
                            <a:schemeClr val="tx1"/>
                          </a:solidFill>
                          <a:effectLst/>
                        </a:rPr>
                        <a:t>▢ TC1316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19516058"/>
                  </a:ext>
                </a:extLst>
              </a:tr>
              <a:tr h="28525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u="none" strike="noStrike" dirty="0">
                          <a:solidFill>
                            <a:schemeClr val="tx1"/>
                          </a:solidFill>
                          <a:effectLst/>
                        </a:rPr>
                        <a:t>▢ TC1318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81118909"/>
                  </a:ext>
                </a:extLst>
              </a:tr>
              <a:tr h="28525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u="none" strike="noStrike" dirty="0">
                          <a:solidFill>
                            <a:schemeClr val="tx1"/>
                          </a:solidFill>
                          <a:effectLst/>
                        </a:rPr>
                        <a:t>▢ </a:t>
                      </a:r>
                      <a:r>
                        <a:rPr lang="en-US" altLang="ko-KR" sz="1050" u="none" strike="noStrike" dirty="0">
                          <a:solidFill>
                            <a:schemeClr val="tx1"/>
                          </a:solidFill>
                          <a:effectLst/>
                        </a:rPr>
                        <a:t>TC1326</a:t>
                      </a:r>
                      <a:endParaRPr lang="ko-KR" alt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18929396"/>
                  </a:ext>
                </a:extLst>
              </a:tr>
              <a:tr h="28525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u="none" strike="noStrike" dirty="0">
                          <a:solidFill>
                            <a:schemeClr val="tx1"/>
                          </a:solidFill>
                          <a:effectLst/>
                        </a:rPr>
                        <a:t>▢ </a:t>
                      </a:r>
                      <a:r>
                        <a:rPr lang="en-US" altLang="ko-KR" sz="1050" u="none" strike="noStrike" dirty="0">
                          <a:solidFill>
                            <a:schemeClr val="tx1"/>
                          </a:solidFill>
                          <a:effectLst/>
                        </a:rPr>
                        <a:t>TC1328</a:t>
                      </a:r>
                      <a:endParaRPr lang="en-US" altLang="ko-KR" sz="105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93671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0100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EAE126C-9704-68A6-79DC-1F8AB1E37130}"/>
              </a:ext>
            </a:extLst>
          </p:cNvPr>
          <p:cNvSpPr/>
          <p:nvPr/>
        </p:nvSpPr>
        <p:spPr>
          <a:xfrm>
            <a:off x="0" y="0"/>
            <a:ext cx="7772400" cy="6858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D2E705-3E2B-9CEF-8D40-437C805E5238}"/>
              </a:ext>
            </a:extLst>
          </p:cNvPr>
          <p:cNvSpPr txBox="1"/>
          <p:nvPr/>
        </p:nvSpPr>
        <p:spPr>
          <a:xfrm>
            <a:off x="165158" y="90236"/>
            <a:ext cx="19972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CVM</a:t>
            </a:r>
            <a:endParaRPr lang="ko-KR" altLang="en-US" sz="200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11197A45-D09D-6AA5-F73F-63B9D8C0F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92" y="580582"/>
            <a:ext cx="6851974" cy="310580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B0D87B7-8B71-FCF3-6DE1-B387F58A219F}"/>
              </a:ext>
            </a:extLst>
          </p:cNvPr>
          <p:cNvSpPr txBox="1"/>
          <p:nvPr/>
        </p:nvSpPr>
        <p:spPr>
          <a:xfrm>
            <a:off x="7937558" y="-202408"/>
            <a:ext cx="4412019" cy="985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altLang="ko-KR" sz="1051" dirty="0"/>
            </a:br>
            <a:br>
              <a:rPr lang="en-US" altLang="ko-KR" sz="1051" dirty="0"/>
            </a:br>
            <a:br>
              <a:rPr lang="en-US" altLang="ko-KR" sz="1051" dirty="0"/>
            </a:br>
            <a:endParaRPr lang="en-US" altLang="ko-KR" sz="105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600" dirty="0"/>
              <a:t>보여주신  예시 </a:t>
            </a:r>
            <a:r>
              <a:rPr lang="en-US" altLang="ko-KR" sz="1600" dirty="0"/>
              <a:t>1</a:t>
            </a:r>
            <a:r>
              <a:rPr lang="ko-KR" altLang="en-US" sz="1600" dirty="0"/>
              <a:t>안대로 적용 요청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79006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5D9887C-9487-843E-1D77-8E646B27ECA0}"/>
              </a:ext>
            </a:extLst>
          </p:cNvPr>
          <p:cNvSpPr/>
          <p:nvPr/>
        </p:nvSpPr>
        <p:spPr>
          <a:xfrm>
            <a:off x="1" y="0"/>
            <a:ext cx="9006348" cy="6858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B7D0A-C689-07FF-F5F0-1836CB8D47C7}"/>
              </a:ext>
            </a:extLst>
          </p:cNvPr>
          <p:cNvSpPr txBox="1"/>
          <p:nvPr/>
        </p:nvSpPr>
        <p:spPr>
          <a:xfrm>
            <a:off x="296783" y="183283"/>
            <a:ext cx="19972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INV</a:t>
            </a:r>
            <a:endParaRPr lang="ko-KR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E40956-8328-9E8B-5B68-69B56C74E4BE}"/>
              </a:ext>
            </a:extLst>
          </p:cNvPr>
          <p:cNvSpPr txBox="1"/>
          <p:nvPr/>
        </p:nvSpPr>
        <p:spPr>
          <a:xfrm>
            <a:off x="353443" y="625168"/>
            <a:ext cx="559468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DC_V</a:t>
            </a:r>
            <a:endParaRPr lang="ko-KR" altLang="en-US" sz="105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B735A35-4F6B-40ED-BD2A-54F0E0438BB1}"/>
              </a:ext>
            </a:extLst>
          </p:cNvPr>
          <p:cNvSpPr>
            <a:spLocks noChangeAspect="1"/>
          </p:cNvSpPr>
          <p:nvPr/>
        </p:nvSpPr>
        <p:spPr>
          <a:xfrm>
            <a:off x="369316" y="889076"/>
            <a:ext cx="2005747" cy="10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3AF0E8-474A-0642-DBEF-ECE713B429E2}"/>
              </a:ext>
            </a:extLst>
          </p:cNvPr>
          <p:cNvSpPr txBox="1"/>
          <p:nvPr/>
        </p:nvSpPr>
        <p:spPr>
          <a:xfrm>
            <a:off x="369315" y="5296712"/>
            <a:ext cx="1500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X </a:t>
            </a:r>
            <a:r>
              <a:rPr lang="ko-KR" altLang="en-US" sz="1400" dirty="0"/>
              <a:t>축 시간변경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A5EC86B-FCB6-2210-D96F-6B11392CB94D}"/>
              </a:ext>
            </a:extLst>
          </p:cNvPr>
          <p:cNvSpPr>
            <a:spLocks noChangeAspect="1"/>
          </p:cNvSpPr>
          <p:nvPr/>
        </p:nvSpPr>
        <p:spPr>
          <a:xfrm>
            <a:off x="369315" y="2364360"/>
            <a:ext cx="2005747" cy="10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F259D5A-D337-345F-C2BD-EC3CF2C3C71D}"/>
              </a:ext>
            </a:extLst>
          </p:cNvPr>
          <p:cNvSpPr>
            <a:spLocks noChangeAspect="1"/>
          </p:cNvSpPr>
          <p:nvPr/>
        </p:nvSpPr>
        <p:spPr>
          <a:xfrm>
            <a:off x="369315" y="3717053"/>
            <a:ext cx="2005747" cy="10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42D09E-44FA-59B7-4D7A-853D006DB5C8}"/>
              </a:ext>
            </a:extLst>
          </p:cNvPr>
          <p:cNvSpPr txBox="1"/>
          <p:nvPr/>
        </p:nvSpPr>
        <p:spPr>
          <a:xfrm>
            <a:off x="353443" y="2089270"/>
            <a:ext cx="559468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DC_I</a:t>
            </a:r>
            <a:endParaRPr lang="ko-KR" altLang="en-US" sz="105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621922-0F33-7E11-956D-1F6AC77095A6}"/>
              </a:ext>
            </a:extLst>
          </p:cNvPr>
          <p:cNvSpPr txBox="1"/>
          <p:nvPr/>
        </p:nvSpPr>
        <p:spPr>
          <a:xfrm>
            <a:off x="353443" y="3441961"/>
            <a:ext cx="559468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DC_P</a:t>
            </a:r>
            <a:endParaRPr lang="ko-KR" altLang="en-US" sz="105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CC20DF-2601-E9F2-F21D-C479F2125823}"/>
              </a:ext>
            </a:extLst>
          </p:cNvPr>
          <p:cNvSpPr>
            <a:spLocks noChangeAspect="1"/>
          </p:cNvSpPr>
          <p:nvPr/>
        </p:nvSpPr>
        <p:spPr>
          <a:xfrm>
            <a:off x="3247185" y="889076"/>
            <a:ext cx="2005747" cy="10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78D79A7-0192-FEF5-F6F3-93C4E7BFEF46}"/>
              </a:ext>
            </a:extLst>
          </p:cNvPr>
          <p:cNvSpPr>
            <a:spLocks noChangeAspect="1"/>
          </p:cNvSpPr>
          <p:nvPr/>
        </p:nvSpPr>
        <p:spPr>
          <a:xfrm>
            <a:off x="3247184" y="2364360"/>
            <a:ext cx="2005747" cy="10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5158B58-1709-BFF9-DAAF-B8F24E3618A2}"/>
              </a:ext>
            </a:extLst>
          </p:cNvPr>
          <p:cNvSpPr>
            <a:spLocks noChangeAspect="1"/>
          </p:cNvSpPr>
          <p:nvPr/>
        </p:nvSpPr>
        <p:spPr>
          <a:xfrm>
            <a:off x="3247183" y="3717053"/>
            <a:ext cx="2005747" cy="10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513EF8-015B-8E1D-5896-60E0A90E74EB}"/>
              </a:ext>
            </a:extLst>
          </p:cNvPr>
          <p:cNvSpPr txBox="1"/>
          <p:nvPr/>
        </p:nvSpPr>
        <p:spPr>
          <a:xfrm>
            <a:off x="3231973" y="627567"/>
            <a:ext cx="968552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R_V (L1)</a:t>
            </a:r>
            <a:endParaRPr lang="ko-KR" altLang="en-US" sz="105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4050CE-745D-CD82-50AA-DD56E59F9D0D}"/>
              </a:ext>
            </a:extLst>
          </p:cNvPr>
          <p:cNvSpPr txBox="1"/>
          <p:nvPr/>
        </p:nvSpPr>
        <p:spPr>
          <a:xfrm>
            <a:off x="3231972" y="2091669"/>
            <a:ext cx="1634581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S_V (L2)</a:t>
            </a:r>
            <a:endParaRPr lang="ko-KR" altLang="en-US" sz="105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A40F0A-F933-82A1-F8BC-228BE9A048CC}"/>
              </a:ext>
            </a:extLst>
          </p:cNvPr>
          <p:cNvSpPr txBox="1"/>
          <p:nvPr/>
        </p:nvSpPr>
        <p:spPr>
          <a:xfrm>
            <a:off x="3231973" y="3444360"/>
            <a:ext cx="1067766" cy="25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T_V (L3)</a:t>
            </a:r>
            <a:endParaRPr lang="ko-KR" altLang="en-US" sz="1051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2ED0099-D329-D388-B130-368735FB92F9}"/>
              </a:ext>
            </a:extLst>
          </p:cNvPr>
          <p:cNvSpPr>
            <a:spLocks noChangeAspect="1"/>
          </p:cNvSpPr>
          <p:nvPr/>
        </p:nvSpPr>
        <p:spPr>
          <a:xfrm>
            <a:off x="6134720" y="904680"/>
            <a:ext cx="2005747" cy="10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1A71283-2C22-7DC0-F7FE-C1F5B4F5C4D6}"/>
              </a:ext>
            </a:extLst>
          </p:cNvPr>
          <p:cNvSpPr>
            <a:spLocks noChangeAspect="1"/>
          </p:cNvSpPr>
          <p:nvPr/>
        </p:nvSpPr>
        <p:spPr>
          <a:xfrm>
            <a:off x="6134720" y="2371680"/>
            <a:ext cx="2005747" cy="10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E2C7271-CC1F-96F9-FCC2-7C46105B5829}"/>
              </a:ext>
            </a:extLst>
          </p:cNvPr>
          <p:cNvSpPr>
            <a:spLocks noChangeAspect="1"/>
          </p:cNvSpPr>
          <p:nvPr/>
        </p:nvSpPr>
        <p:spPr>
          <a:xfrm>
            <a:off x="6147983" y="3723318"/>
            <a:ext cx="2005747" cy="10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1E57306-2262-DDE4-7C7F-7970B3DFA81A}"/>
              </a:ext>
            </a:extLst>
          </p:cNvPr>
          <p:cNvSpPr>
            <a:spLocks noChangeAspect="1"/>
          </p:cNvSpPr>
          <p:nvPr/>
        </p:nvSpPr>
        <p:spPr>
          <a:xfrm>
            <a:off x="6147983" y="5200209"/>
            <a:ext cx="2005747" cy="10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C25BAF-DD77-5F0B-6874-243E26A09C9D}"/>
              </a:ext>
            </a:extLst>
          </p:cNvPr>
          <p:cNvSpPr txBox="1"/>
          <p:nvPr/>
        </p:nvSpPr>
        <p:spPr>
          <a:xfrm>
            <a:off x="6174107" y="656429"/>
            <a:ext cx="107351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R_I (L1)</a:t>
            </a:r>
            <a:endParaRPr lang="ko-KR" altLang="en-US" sz="105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E6380A3-8F3D-30FB-6718-0C6F84D03222}"/>
              </a:ext>
            </a:extLst>
          </p:cNvPr>
          <p:cNvSpPr txBox="1"/>
          <p:nvPr/>
        </p:nvSpPr>
        <p:spPr>
          <a:xfrm>
            <a:off x="6174108" y="2120531"/>
            <a:ext cx="1011506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S_I (L2)</a:t>
            </a:r>
            <a:endParaRPr lang="ko-KR" altLang="en-US" sz="105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E481D1B-69D7-EE10-42FD-5E3C55AB2891}"/>
              </a:ext>
            </a:extLst>
          </p:cNvPr>
          <p:cNvSpPr txBox="1"/>
          <p:nvPr/>
        </p:nvSpPr>
        <p:spPr>
          <a:xfrm>
            <a:off x="6174108" y="3473222"/>
            <a:ext cx="1209172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T_I (L3)</a:t>
            </a:r>
            <a:endParaRPr lang="ko-KR" altLang="en-US" sz="105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6CD4C7-2963-DCF1-29F3-C928D734CD65}"/>
              </a:ext>
            </a:extLst>
          </p:cNvPr>
          <p:cNvSpPr txBox="1"/>
          <p:nvPr/>
        </p:nvSpPr>
        <p:spPr>
          <a:xfrm>
            <a:off x="6093449" y="4903361"/>
            <a:ext cx="559468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AC_P</a:t>
            </a:r>
            <a:endParaRPr lang="ko-KR" altLang="en-US" sz="105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A18C8D-0766-8FBC-6E0E-0D03864C1C40}"/>
              </a:ext>
            </a:extLst>
          </p:cNvPr>
          <p:cNvSpPr txBox="1"/>
          <p:nvPr/>
        </p:nvSpPr>
        <p:spPr>
          <a:xfrm>
            <a:off x="9060873" y="731588"/>
            <a:ext cx="291776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각 그래프 개별 </a:t>
            </a:r>
            <a:r>
              <a:rPr lang="en-US" altLang="ko-KR" sz="1400" dirty="0"/>
              <a:t>X</a:t>
            </a:r>
            <a:r>
              <a:rPr lang="ko-KR" altLang="en-US" sz="1400" dirty="0"/>
              <a:t>축 </a:t>
            </a:r>
            <a:r>
              <a:rPr lang="en-US" altLang="ko-KR" sz="1400" dirty="0"/>
              <a:t>‘</a:t>
            </a:r>
            <a:r>
              <a:rPr lang="ko-KR" altLang="en-US" sz="1400" dirty="0"/>
              <a:t>시간변경</a:t>
            </a:r>
            <a:r>
              <a:rPr lang="en-US" altLang="ko-KR" sz="1400" dirty="0"/>
              <a:t>’</a:t>
            </a:r>
            <a:r>
              <a:rPr lang="ko-KR" altLang="en-US" sz="1400" dirty="0"/>
              <a:t> 입력에 따라 </a:t>
            </a:r>
            <a:r>
              <a:rPr lang="en-US" altLang="ko-KR" sz="1400" dirty="0"/>
              <a:t>Scale </a:t>
            </a:r>
            <a:r>
              <a:rPr lang="ko-KR" altLang="en-US" sz="1400" dirty="0"/>
              <a:t>변경</a:t>
            </a:r>
            <a:br>
              <a:rPr lang="en-US" altLang="ko-KR" sz="1400" dirty="0"/>
            </a:b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각 그래프 개별 </a:t>
            </a:r>
            <a:r>
              <a:rPr lang="en-US" altLang="ko-KR" sz="1400" dirty="0"/>
              <a:t>Y</a:t>
            </a:r>
            <a:r>
              <a:rPr lang="ko-KR" altLang="en-US" sz="1400" dirty="0"/>
              <a:t>축 </a:t>
            </a:r>
            <a:r>
              <a:rPr lang="en-US" altLang="ko-KR" sz="1400" dirty="0"/>
              <a:t>‘Min’, ‘Max’ </a:t>
            </a:r>
            <a:r>
              <a:rPr lang="ko-KR" altLang="en-US" sz="1400" dirty="0"/>
              <a:t>입력에 따라 </a:t>
            </a:r>
            <a:r>
              <a:rPr lang="en-US" altLang="ko-KR" sz="1400" dirty="0"/>
              <a:t>Scale </a:t>
            </a:r>
            <a:r>
              <a:rPr lang="ko-KR" altLang="en-US" sz="1400" dirty="0"/>
              <a:t>변경</a:t>
            </a:r>
            <a:br>
              <a:rPr lang="en-US" altLang="ko-KR" sz="1400" dirty="0"/>
            </a:br>
            <a:br>
              <a:rPr lang="en-US" altLang="ko-KR" sz="1400" dirty="0"/>
            </a:br>
            <a:endParaRPr lang="ko-KR" alt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2E4906-E430-93BF-B288-6052636CC0E5}"/>
              </a:ext>
            </a:extLst>
          </p:cNvPr>
          <p:cNvSpPr txBox="1"/>
          <p:nvPr/>
        </p:nvSpPr>
        <p:spPr>
          <a:xfrm>
            <a:off x="8157743" y="5902932"/>
            <a:ext cx="1209173" cy="415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MIN :</a:t>
            </a:r>
          </a:p>
          <a:p>
            <a:endParaRPr lang="ko-KR" altLang="en-US" sz="105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CCD419-454D-9830-F299-DE843F6E8495}"/>
              </a:ext>
            </a:extLst>
          </p:cNvPr>
          <p:cNvSpPr txBox="1"/>
          <p:nvPr/>
        </p:nvSpPr>
        <p:spPr>
          <a:xfrm>
            <a:off x="8157743" y="5005936"/>
            <a:ext cx="120917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MAX :</a:t>
            </a:r>
            <a:endParaRPr lang="ko-KR" altLang="en-US" sz="105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D427F6-759F-F2A9-BAA4-E85AE6ECC1C8}"/>
              </a:ext>
            </a:extLst>
          </p:cNvPr>
          <p:cNvSpPr txBox="1"/>
          <p:nvPr/>
        </p:nvSpPr>
        <p:spPr>
          <a:xfrm>
            <a:off x="8140467" y="4542766"/>
            <a:ext cx="1209173" cy="415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MIN :</a:t>
            </a:r>
          </a:p>
          <a:p>
            <a:endParaRPr lang="ko-KR" altLang="en-US" sz="105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E2F984-8015-8882-33EA-C30C06A960B7}"/>
              </a:ext>
            </a:extLst>
          </p:cNvPr>
          <p:cNvSpPr txBox="1"/>
          <p:nvPr/>
        </p:nvSpPr>
        <p:spPr>
          <a:xfrm>
            <a:off x="8140467" y="3645770"/>
            <a:ext cx="120917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MAX :</a:t>
            </a:r>
            <a:endParaRPr lang="ko-KR" altLang="en-US" sz="105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50C863-96F8-1EE5-BE05-2EED6E625655}"/>
              </a:ext>
            </a:extLst>
          </p:cNvPr>
          <p:cNvSpPr txBox="1"/>
          <p:nvPr/>
        </p:nvSpPr>
        <p:spPr>
          <a:xfrm>
            <a:off x="8141582" y="3228602"/>
            <a:ext cx="1209173" cy="415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MIN :</a:t>
            </a:r>
          </a:p>
          <a:p>
            <a:endParaRPr lang="ko-KR" altLang="en-US" sz="105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4D4BEE-CB87-E1B7-8B64-1C8F45B0AE62}"/>
              </a:ext>
            </a:extLst>
          </p:cNvPr>
          <p:cNvSpPr txBox="1"/>
          <p:nvPr/>
        </p:nvSpPr>
        <p:spPr>
          <a:xfrm>
            <a:off x="8141582" y="2331606"/>
            <a:ext cx="120917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MAX :</a:t>
            </a:r>
            <a:endParaRPr lang="ko-KR" altLang="en-US" sz="105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A957C6-AE5E-70CC-8126-340BD20575A7}"/>
              </a:ext>
            </a:extLst>
          </p:cNvPr>
          <p:cNvSpPr txBox="1"/>
          <p:nvPr/>
        </p:nvSpPr>
        <p:spPr>
          <a:xfrm>
            <a:off x="8156339" y="1766665"/>
            <a:ext cx="1209173" cy="415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MIN :</a:t>
            </a:r>
          </a:p>
          <a:p>
            <a:endParaRPr lang="ko-KR" altLang="en-US" sz="105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1F526A-D859-FD53-B6B2-5864CDFAC329}"/>
              </a:ext>
            </a:extLst>
          </p:cNvPr>
          <p:cNvSpPr txBox="1"/>
          <p:nvPr/>
        </p:nvSpPr>
        <p:spPr>
          <a:xfrm>
            <a:off x="8156339" y="869669"/>
            <a:ext cx="120917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MAX :</a:t>
            </a:r>
            <a:endParaRPr lang="ko-KR" altLang="en-US" sz="105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8493F9-0836-D96E-C5E9-C52628445956}"/>
              </a:ext>
            </a:extLst>
          </p:cNvPr>
          <p:cNvSpPr txBox="1"/>
          <p:nvPr/>
        </p:nvSpPr>
        <p:spPr>
          <a:xfrm>
            <a:off x="5226006" y="4527162"/>
            <a:ext cx="1209173" cy="415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MIN :</a:t>
            </a:r>
          </a:p>
          <a:p>
            <a:endParaRPr lang="ko-KR" altLang="en-US" sz="105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0C01C0-E318-49B8-BCBA-C795647FE9C8}"/>
              </a:ext>
            </a:extLst>
          </p:cNvPr>
          <p:cNvSpPr txBox="1"/>
          <p:nvPr/>
        </p:nvSpPr>
        <p:spPr>
          <a:xfrm>
            <a:off x="5226006" y="3630166"/>
            <a:ext cx="120917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MAX :</a:t>
            </a:r>
            <a:endParaRPr lang="ko-KR" altLang="en-US" sz="105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7132D3-89B0-01B7-6C28-4D653B7199FD}"/>
              </a:ext>
            </a:extLst>
          </p:cNvPr>
          <p:cNvSpPr txBox="1"/>
          <p:nvPr/>
        </p:nvSpPr>
        <p:spPr>
          <a:xfrm>
            <a:off x="5227121" y="3212998"/>
            <a:ext cx="1209173" cy="415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MIN :</a:t>
            </a:r>
          </a:p>
          <a:p>
            <a:endParaRPr lang="ko-KR" altLang="en-US" sz="105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57AB22-3EF5-DB64-A609-1572F1272362}"/>
              </a:ext>
            </a:extLst>
          </p:cNvPr>
          <p:cNvSpPr txBox="1"/>
          <p:nvPr/>
        </p:nvSpPr>
        <p:spPr>
          <a:xfrm>
            <a:off x="5227121" y="2316002"/>
            <a:ext cx="120917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MAX :</a:t>
            </a:r>
            <a:endParaRPr lang="ko-KR" altLang="en-US" sz="105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B1FFF5-3433-A8BB-83BA-EF00122420B9}"/>
              </a:ext>
            </a:extLst>
          </p:cNvPr>
          <p:cNvSpPr txBox="1"/>
          <p:nvPr/>
        </p:nvSpPr>
        <p:spPr>
          <a:xfrm>
            <a:off x="5241878" y="1751061"/>
            <a:ext cx="1209173" cy="415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MIN :</a:t>
            </a:r>
          </a:p>
          <a:p>
            <a:endParaRPr lang="ko-KR" altLang="en-US" sz="105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3C9500-B810-3422-2AB4-19611A44CAAE}"/>
              </a:ext>
            </a:extLst>
          </p:cNvPr>
          <p:cNvSpPr txBox="1"/>
          <p:nvPr/>
        </p:nvSpPr>
        <p:spPr>
          <a:xfrm>
            <a:off x="5241878" y="854065"/>
            <a:ext cx="120917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MAX :</a:t>
            </a:r>
            <a:endParaRPr lang="ko-KR" altLang="en-US" sz="105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7A8A7C-C824-35CA-0047-F863C67BA930}"/>
              </a:ext>
            </a:extLst>
          </p:cNvPr>
          <p:cNvSpPr txBox="1"/>
          <p:nvPr/>
        </p:nvSpPr>
        <p:spPr>
          <a:xfrm>
            <a:off x="2375063" y="4536501"/>
            <a:ext cx="559468" cy="415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MIN :</a:t>
            </a:r>
          </a:p>
          <a:p>
            <a:endParaRPr lang="ko-KR" altLang="en-US" sz="105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CC4550-21BA-DD81-CD4B-74A6CAFCDAC9}"/>
              </a:ext>
            </a:extLst>
          </p:cNvPr>
          <p:cNvSpPr txBox="1"/>
          <p:nvPr/>
        </p:nvSpPr>
        <p:spPr>
          <a:xfrm>
            <a:off x="2375062" y="3639505"/>
            <a:ext cx="53254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MAX :</a:t>
            </a:r>
            <a:endParaRPr lang="ko-KR" altLang="en-US" sz="105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B882A0-A7D8-03C6-3EC5-98B3D012D303}"/>
              </a:ext>
            </a:extLst>
          </p:cNvPr>
          <p:cNvSpPr txBox="1"/>
          <p:nvPr/>
        </p:nvSpPr>
        <p:spPr>
          <a:xfrm>
            <a:off x="2376177" y="3222337"/>
            <a:ext cx="516671" cy="415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MIN :</a:t>
            </a:r>
          </a:p>
          <a:p>
            <a:endParaRPr lang="ko-KR" altLang="en-US" sz="105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6008DE-9FB1-6D43-9585-D19738970C91}"/>
              </a:ext>
            </a:extLst>
          </p:cNvPr>
          <p:cNvSpPr txBox="1"/>
          <p:nvPr/>
        </p:nvSpPr>
        <p:spPr>
          <a:xfrm>
            <a:off x="2375062" y="2370609"/>
            <a:ext cx="559469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MAX :</a:t>
            </a:r>
            <a:endParaRPr lang="ko-KR" altLang="en-US" sz="105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BD4CDC-E197-9A12-2969-BA7382F5D33B}"/>
              </a:ext>
            </a:extLst>
          </p:cNvPr>
          <p:cNvSpPr txBox="1"/>
          <p:nvPr/>
        </p:nvSpPr>
        <p:spPr>
          <a:xfrm>
            <a:off x="2390935" y="1760400"/>
            <a:ext cx="516670" cy="415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MIN :</a:t>
            </a:r>
          </a:p>
          <a:p>
            <a:endParaRPr lang="ko-KR" altLang="en-US" sz="105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B18F6C-69E1-7977-7AA1-7514B6C2BC9E}"/>
              </a:ext>
            </a:extLst>
          </p:cNvPr>
          <p:cNvSpPr txBox="1"/>
          <p:nvPr/>
        </p:nvSpPr>
        <p:spPr>
          <a:xfrm>
            <a:off x="2390934" y="863403"/>
            <a:ext cx="59541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1" dirty="0"/>
              <a:t>MAX :</a:t>
            </a:r>
            <a:endParaRPr lang="ko-KR" altLang="en-US" sz="1051" dirty="0"/>
          </a:p>
        </p:txBody>
      </p:sp>
    </p:spTree>
    <p:extLst>
      <p:ext uri="{BB962C8B-B14F-4D97-AF65-F5344CB8AC3E}">
        <p14:creationId xmlns:p14="http://schemas.microsoft.com/office/powerpoint/2010/main" val="2736054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5D9887C-9487-843E-1D77-8E646B27ECA0}"/>
              </a:ext>
            </a:extLst>
          </p:cNvPr>
          <p:cNvSpPr/>
          <p:nvPr/>
        </p:nvSpPr>
        <p:spPr>
          <a:xfrm>
            <a:off x="-29719" y="0"/>
            <a:ext cx="8674955" cy="6858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B7D0A-C689-07FF-F5F0-1836CB8D47C7}"/>
              </a:ext>
            </a:extLst>
          </p:cNvPr>
          <p:cNvSpPr txBox="1"/>
          <p:nvPr/>
        </p:nvSpPr>
        <p:spPr>
          <a:xfrm>
            <a:off x="331838" y="88888"/>
            <a:ext cx="19972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PID</a:t>
            </a:r>
            <a:endParaRPr lang="en-US" altLang="ko-KR" sz="16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3697A47-9C48-9754-8746-F039D2235894}"/>
              </a:ext>
            </a:extLst>
          </p:cNvPr>
          <p:cNvSpPr txBox="1"/>
          <p:nvPr/>
        </p:nvSpPr>
        <p:spPr>
          <a:xfrm>
            <a:off x="346913" y="547710"/>
            <a:ext cx="1506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ST1 C-AIR (AB1102)</a:t>
            </a:r>
            <a:endParaRPr lang="ko-KR" altLang="en-US" sz="11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27BB7E-06BC-F2D6-9ABB-782FBDC3566E}"/>
              </a:ext>
            </a:extLst>
          </p:cNvPr>
          <p:cNvSpPr txBox="1"/>
          <p:nvPr/>
        </p:nvSpPr>
        <p:spPr>
          <a:xfrm>
            <a:off x="346913" y="1533139"/>
            <a:ext cx="1506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ST2 C-AIR (AB1112)</a:t>
            </a:r>
            <a:endParaRPr lang="ko-KR" altLang="en-US" sz="11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6A8BA25-09E2-4708-B072-9472A34CBF86}"/>
              </a:ext>
            </a:extLst>
          </p:cNvPr>
          <p:cNvSpPr txBox="1"/>
          <p:nvPr/>
        </p:nvSpPr>
        <p:spPr>
          <a:xfrm>
            <a:off x="346913" y="2549478"/>
            <a:ext cx="1506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ST1 DI Cool (P1312)</a:t>
            </a:r>
            <a:endParaRPr lang="ko-KR" altLang="en-US" sz="11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EFB3487-E2EC-36B9-EE2F-495EA407C567}"/>
              </a:ext>
            </a:extLst>
          </p:cNvPr>
          <p:cNvSpPr txBox="1"/>
          <p:nvPr/>
        </p:nvSpPr>
        <p:spPr>
          <a:xfrm>
            <a:off x="346913" y="3506218"/>
            <a:ext cx="1506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ST2 DI Cool (P1322)</a:t>
            </a:r>
            <a:endParaRPr lang="ko-KR" altLang="en-US" sz="11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6A2316D-C99F-6BB3-8B43-40E91E7E9168}"/>
              </a:ext>
            </a:extLst>
          </p:cNvPr>
          <p:cNvSpPr txBox="1"/>
          <p:nvPr/>
        </p:nvSpPr>
        <p:spPr>
          <a:xfrm>
            <a:off x="346913" y="4489426"/>
            <a:ext cx="1506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ST1 Cool (P1412)</a:t>
            </a:r>
            <a:endParaRPr lang="ko-KR" altLang="en-US" sz="11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90D37AE-5A7B-456D-53C1-496427F7477C}"/>
              </a:ext>
            </a:extLst>
          </p:cNvPr>
          <p:cNvSpPr txBox="1"/>
          <p:nvPr/>
        </p:nvSpPr>
        <p:spPr>
          <a:xfrm>
            <a:off x="346913" y="5472634"/>
            <a:ext cx="1506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ST2 Cool (P1422)</a:t>
            </a:r>
            <a:endParaRPr lang="ko-KR" altLang="en-US" sz="11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26B829D-8211-947D-C00D-3CD8AB16AE42}"/>
              </a:ext>
            </a:extLst>
          </p:cNvPr>
          <p:cNvSpPr/>
          <p:nvPr/>
        </p:nvSpPr>
        <p:spPr>
          <a:xfrm>
            <a:off x="2350924" y="536710"/>
            <a:ext cx="1656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32FCF1-DDCA-81A9-3222-861DF2DC07FA}"/>
              </a:ext>
            </a:extLst>
          </p:cNvPr>
          <p:cNvSpPr txBox="1"/>
          <p:nvPr/>
        </p:nvSpPr>
        <p:spPr>
          <a:xfrm>
            <a:off x="9142867" y="332670"/>
            <a:ext cx="28660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저온 </a:t>
            </a:r>
            <a:r>
              <a:rPr lang="en-US" altLang="ko-KR" dirty="0"/>
              <a:t>Proto PID</a:t>
            </a:r>
            <a:r>
              <a:rPr lang="ko-KR" altLang="en-US" dirty="0"/>
              <a:t> 설정창과 동일한 구성으로 요청</a:t>
            </a:r>
            <a:br>
              <a:rPr lang="en-US" altLang="ko-KR" dirty="0"/>
            </a:br>
            <a:br>
              <a:rPr lang="en-US" altLang="ko-KR" sz="1200" dirty="0"/>
            </a:br>
            <a:br>
              <a:rPr lang="en-US" altLang="ko-KR" sz="1200" dirty="0"/>
            </a:br>
            <a:br>
              <a:rPr lang="en-US" altLang="ko-KR" sz="1200" dirty="0"/>
            </a:br>
            <a:br>
              <a:rPr lang="en-US" altLang="ko-KR" sz="1200" dirty="0"/>
            </a:br>
            <a:br>
              <a:rPr lang="en-US" altLang="ko-KR" sz="1200" dirty="0"/>
            </a:br>
            <a:br>
              <a:rPr lang="en-US" altLang="ko-KR" sz="1200" dirty="0"/>
            </a:b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648A90-6246-3103-094C-3ED75144950D}"/>
              </a:ext>
            </a:extLst>
          </p:cNvPr>
          <p:cNvSpPr txBox="1"/>
          <p:nvPr/>
        </p:nvSpPr>
        <p:spPr>
          <a:xfrm>
            <a:off x="4506803" y="532726"/>
            <a:ext cx="1506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REF B-AIR (AB2112)</a:t>
            </a:r>
            <a:endParaRPr lang="ko-KR" altLang="en-US" sz="11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53F859F-4FFF-6884-E3CA-9730FE9A24BF}"/>
              </a:ext>
            </a:extLst>
          </p:cNvPr>
          <p:cNvSpPr txBox="1"/>
          <p:nvPr/>
        </p:nvSpPr>
        <p:spPr>
          <a:xfrm>
            <a:off x="4506803" y="1518155"/>
            <a:ext cx="1506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REF P-AIR (AB2123)</a:t>
            </a:r>
            <a:endParaRPr lang="ko-KR" altLang="en-US" sz="11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E54A36-AEFF-CD02-BCCB-AF3DE29561CA}"/>
              </a:ext>
            </a:extLst>
          </p:cNvPr>
          <p:cNvSpPr txBox="1"/>
          <p:nvPr/>
        </p:nvSpPr>
        <p:spPr>
          <a:xfrm>
            <a:off x="4506803" y="2534494"/>
            <a:ext cx="1506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PNG Pump (P2211)</a:t>
            </a:r>
            <a:endParaRPr lang="ko-KR" altLang="en-US" sz="11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E69F702-D3E6-17A8-5EC5-869673A7411C}"/>
              </a:ext>
            </a:extLst>
          </p:cNvPr>
          <p:cNvSpPr txBox="1"/>
          <p:nvPr/>
        </p:nvSpPr>
        <p:spPr>
          <a:xfrm>
            <a:off x="4506803" y="3491234"/>
            <a:ext cx="1506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BNG Pump (P2221)</a:t>
            </a:r>
            <a:endParaRPr lang="ko-KR" altLang="en-US" sz="11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8AC212-D80E-F390-6F36-ACD58C804017}"/>
              </a:ext>
            </a:extLst>
          </p:cNvPr>
          <p:cNvSpPr txBox="1"/>
          <p:nvPr/>
        </p:nvSpPr>
        <p:spPr>
          <a:xfrm>
            <a:off x="4506803" y="4474442"/>
            <a:ext cx="1506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REF W. Pump(P2308)</a:t>
            </a:r>
            <a:endParaRPr lang="ko-KR" altLang="en-US" sz="11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BC32248-A929-6142-EFFB-13DF60B0C4FD}"/>
              </a:ext>
            </a:extLst>
          </p:cNvPr>
          <p:cNvSpPr txBox="1"/>
          <p:nvPr/>
        </p:nvSpPr>
        <p:spPr>
          <a:xfrm>
            <a:off x="4428950" y="5457650"/>
            <a:ext cx="16430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SYS Cool Pump(P2412)</a:t>
            </a:r>
            <a:endParaRPr lang="ko-KR" altLang="en-US" sz="11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60BF67D-1824-9873-F066-43EABA671751}"/>
              </a:ext>
            </a:extLst>
          </p:cNvPr>
          <p:cNvSpPr txBox="1"/>
          <p:nvPr/>
        </p:nvSpPr>
        <p:spPr>
          <a:xfrm>
            <a:off x="346913" y="843617"/>
            <a:ext cx="901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VOL/PID</a:t>
            </a:r>
            <a:endParaRPr lang="ko-KR" altLang="en-US" sz="10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AE7B44A-45BA-B4A8-7AB9-4E990093FD50}"/>
              </a:ext>
            </a:extLst>
          </p:cNvPr>
          <p:cNvSpPr txBox="1"/>
          <p:nvPr/>
        </p:nvSpPr>
        <p:spPr>
          <a:xfrm>
            <a:off x="339115" y="1124976"/>
            <a:ext cx="327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P : </a:t>
            </a:r>
            <a:endParaRPr lang="ko-KR" altLang="en-US" sz="10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245F03B-C08C-608A-DE6E-4BF5399F5588}"/>
              </a:ext>
            </a:extLst>
          </p:cNvPr>
          <p:cNvSpPr txBox="1"/>
          <p:nvPr/>
        </p:nvSpPr>
        <p:spPr>
          <a:xfrm>
            <a:off x="783013" y="1123756"/>
            <a:ext cx="327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 : </a:t>
            </a:r>
            <a:endParaRPr lang="ko-KR" altLang="en-US" sz="1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744FBE3-C901-D27B-C5B9-94C9B21D0C8C}"/>
              </a:ext>
            </a:extLst>
          </p:cNvPr>
          <p:cNvSpPr txBox="1"/>
          <p:nvPr/>
        </p:nvSpPr>
        <p:spPr>
          <a:xfrm>
            <a:off x="1248613" y="1123756"/>
            <a:ext cx="4757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LPF : </a:t>
            </a:r>
            <a:endParaRPr lang="ko-KR" altLang="en-US"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3DD6F65-EC4D-BEC0-81C1-C7A96B7EAEC5}"/>
              </a:ext>
            </a:extLst>
          </p:cNvPr>
          <p:cNvSpPr txBox="1"/>
          <p:nvPr/>
        </p:nvSpPr>
        <p:spPr>
          <a:xfrm>
            <a:off x="346913" y="1834800"/>
            <a:ext cx="901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VOL/PID</a:t>
            </a:r>
            <a:endParaRPr lang="ko-KR" altLang="en-US" sz="1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84A4BA2-124A-A651-67D1-0C487CB31467}"/>
              </a:ext>
            </a:extLst>
          </p:cNvPr>
          <p:cNvSpPr txBox="1"/>
          <p:nvPr/>
        </p:nvSpPr>
        <p:spPr>
          <a:xfrm>
            <a:off x="339115" y="2116159"/>
            <a:ext cx="327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P : </a:t>
            </a:r>
            <a:endParaRPr lang="ko-KR" altLang="en-US"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42AA711-6C4E-9288-80E8-8C6A3896EDD7}"/>
              </a:ext>
            </a:extLst>
          </p:cNvPr>
          <p:cNvSpPr txBox="1"/>
          <p:nvPr/>
        </p:nvSpPr>
        <p:spPr>
          <a:xfrm>
            <a:off x="783013" y="2114939"/>
            <a:ext cx="327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 : </a:t>
            </a:r>
            <a:endParaRPr lang="ko-KR" altLang="en-US"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0E99E08-6710-384C-E031-0B22695D4111}"/>
              </a:ext>
            </a:extLst>
          </p:cNvPr>
          <p:cNvSpPr txBox="1"/>
          <p:nvPr/>
        </p:nvSpPr>
        <p:spPr>
          <a:xfrm>
            <a:off x="1248613" y="2114939"/>
            <a:ext cx="4757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LPF : </a:t>
            </a:r>
            <a:endParaRPr lang="ko-KR" altLang="en-US" sz="1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A6C9CB9-88F2-F7E2-BD75-95154C318752}"/>
              </a:ext>
            </a:extLst>
          </p:cNvPr>
          <p:cNvSpPr txBox="1"/>
          <p:nvPr/>
        </p:nvSpPr>
        <p:spPr>
          <a:xfrm>
            <a:off x="383746" y="2839310"/>
            <a:ext cx="901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VOL/PID</a:t>
            </a:r>
            <a:endParaRPr lang="ko-KR" altLang="en-US" sz="10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30DBC02-6C0F-EE80-0A54-883B28BD592B}"/>
              </a:ext>
            </a:extLst>
          </p:cNvPr>
          <p:cNvSpPr txBox="1"/>
          <p:nvPr/>
        </p:nvSpPr>
        <p:spPr>
          <a:xfrm>
            <a:off x="375948" y="3120669"/>
            <a:ext cx="327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P : </a:t>
            </a:r>
            <a:endParaRPr lang="ko-KR" altLang="en-US" sz="1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855B97A-42BB-480C-24D0-326F2F8FA52F}"/>
              </a:ext>
            </a:extLst>
          </p:cNvPr>
          <p:cNvSpPr txBox="1"/>
          <p:nvPr/>
        </p:nvSpPr>
        <p:spPr>
          <a:xfrm>
            <a:off x="819846" y="3119449"/>
            <a:ext cx="327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 : </a:t>
            </a:r>
            <a:endParaRPr lang="ko-KR" altLang="en-US" sz="10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1A618F4-8969-577B-9F70-2C4F3D8B0E65}"/>
              </a:ext>
            </a:extLst>
          </p:cNvPr>
          <p:cNvSpPr txBox="1"/>
          <p:nvPr/>
        </p:nvSpPr>
        <p:spPr>
          <a:xfrm>
            <a:off x="1285446" y="3119449"/>
            <a:ext cx="4757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LPF : </a:t>
            </a:r>
            <a:endParaRPr lang="ko-KR" altLang="en-US" sz="10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B491B14-9FFB-05C4-2E43-D008CCD680D6}"/>
              </a:ext>
            </a:extLst>
          </p:cNvPr>
          <p:cNvSpPr txBox="1"/>
          <p:nvPr/>
        </p:nvSpPr>
        <p:spPr>
          <a:xfrm>
            <a:off x="386709" y="3796801"/>
            <a:ext cx="901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VOL/PID</a:t>
            </a:r>
            <a:endParaRPr lang="ko-KR" altLang="en-US" sz="10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D208FF0-24B0-0144-6314-50366B2412A0}"/>
              </a:ext>
            </a:extLst>
          </p:cNvPr>
          <p:cNvSpPr txBox="1"/>
          <p:nvPr/>
        </p:nvSpPr>
        <p:spPr>
          <a:xfrm>
            <a:off x="378911" y="4078160"/>
            <a:ext cx="327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P : </a:t>
            </a:r>
            <a:endParaRPr lang="ko-KR" altLang="en-US" sz="10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3BB9F22-130B-D94C-2A6F-547C19ADA5E5}"/>
              </a:ext>
            </a:extLst>
          </p:cNvPr>
          <p:cNvSpPr txBox="1"/>
          <p:nvPr/>
        </p:nvSpPr>
        <p:spPr>
          <a:xfrm>
            <a:off x="822809" y="4076940"/>
            <a:ext cx="327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 : </a:t>
            </a:r>
            <a:endParaRPr lang="ko-KR" altLang="en-US" sz="10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D0B6D8E-2379-6C22-E861-1A37B0D2E912}"/>
              </a:ext>
            </a:extLst>
          </p:cNvPr>
          <p:cNvSpPr txBox="1"/>
          <p:nvPr/>
        </p:nvSpPr>
        <p:spPr>
          <a:xfrm>
            <a:off x="1288409" y="4076940"/>
            <a:ext cx="4757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LPF : 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0CC081B-5FCE-D76B-8F89-AE33BB0C8A2B}"/>
              </a:ext>
            </a:extLst>
          </p:cNvPr>
          <p:cNvSpPr txBox="1"/>
          <p:nvPr/>
        </p:nvSpPr>
        <p:spPr>
          <a:xfrm>
            <a:off x="346913" y="4798501"/>
            <a:ext cx="901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VOL/PID</a:t>
            </a:r>
            <a:endParaRPr lang="ko-KR" altLang="en-US" sz="10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EE7B7DA-B8F7-B862-FEC4-6BC3B7DCE808}"/>
              </a:ext>
            </a:extLst>
          </p:cNvPr>
          <p:cNvSpPr txBox="1"/>
          <p:nvPr/>
        </p:nvSpPr>
        <p:spPr>
          <a:xfrm>
            <a:off x="339115" y="5079860"/>
            <a:ext cx="327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P : </a:t>
            </a:r>
            <a:endParaRPr lang="ko-KR" altLang="en-US" sz="10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3CCD81E-DC18-BF91-D3D9-11825414128E}"/>
              </a:ext>
            </a:extLst>
          </p:cNvPr>
          <p:cNvSpPr txBox="1"/>
          <p:nvPr/>
        </p:nvSpPr>
        <p:spPr>
          <a:xfrm>
            <a:off x="783013" y="5078640"/>
            <a:ext cx="327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 : </a:t>
            </a:r>
            <a:endParaRPr lang="ko-KR" altLang="en-US" sz="10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6784F04-087A-D583-B934-9B09B6C86BEC}"/>
              </a:ext>
            </a:extLst>
          </p:cNvPr>
          <p:cNvSpPr txBox="1"/>
          <p:nvPr/>
        </p:nvSpPr>
        <p:spPr>
          <a:xfrm>
            <a:off x="1248613" y="5078640"/>
            <a:ext cx="4757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LPF : </a:t>
            </a:r>
            <a:endParaRPr lang="ko-KR" altLang="en-US" sz="10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227B489-97E4-CFA2-3CB7-FBA7A4EB54C9}"/>
              </a:ext>
            </a:extLst>
          </p:cNvPr>
          <p:cNvSpPr txBox="1"/>
          <p:nvPr/>
        </p:nvSpPr>
        <p:spPr>
          <a:xfrm>
            <a:off x="400857" y="5766320"/>
            <a:ext cx="901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VOL/PID</a:t>
            </a:r>
            <a:endParaRPr lang="ko-KR" altLang="en-US" sz="1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270AA6B-5AF5-2E93-E3F2-43DB8B269330}"/>
              </a:ext>
            </a:extLst>
          </p:cNvPr>
          <p:cNvSpPr txBox="1"/>
          <p:nvPr/>
        </p:nvSpPr>
        <p:spPr>
          <a:xfrm>
            <a:off x="393059" y="6047679"/>
            <a:ext cx="327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P : </a:t>
            </a:r>
            <a:endParaRPr lang="ko-KR" altLang="en-US" sz="10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53D39AD-7D03-9514-70EA-1DB0FBE650BC}"/>
              </a:ext>
            </a:extLst>
          </p:cNvPr>
          <p:cNvSpPr txBox="1"/>
          <p:nvPr/>
        </p:nvSpPr>
        <p:spPr>
          <a:xfrm>
            <a:off x="836957" y="6046459"/>
            <a:ext cx="327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 : </a:t>
            </a:r>
            <a:endParaRPr lang="ko-KR" altLang="en-US" sz="10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C4875CC-8CCE-685B-484C-A611A5DCB8B9}"/>
              </a:ext>
            </a:extLst>
          </p:cNvPr>
          <p:cNvSpPr txBox="1"/>
          <p:nvPr/>
        </p:nvSpPr>
        <p:spPr>
          <a:xfrm>
            <a:off x="1302557" y="6046459"/>
            <a:ext cx="4757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LPF : </a:t>
            </a:r>
            <a:endParaRPr lang="ko-KR" altLang="en-US" sz="10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A001A1E-4754-D275-46AC-E3F8F7ED8AAC}"/>
              </a:ext>
            </a:extLst>
          </p:cNvPr>
          <p:cNvSpPr txBox="1"/>
          <p:nvPr/>
        </p:nvSpPr>
        <p:spPr>
          <a:xfrm>
            <a:off x="375948" y="3135205"/>
            <a:ext cx="327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 : </a:t>
            </a:r>
            <a:endParaRPr lang="ko-KR" altLang="en-US" sz="10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2791B77-6B0C-9784-5D81-8FF67B9DC22B}"/>
              </a:ext>
            </a:extLst>
          </p:cNvPr>
          <p:cNvSpPr txBox="1"/>
          <p:nvPr/>
        </p:nvSpPr>
        <p:spPr>
          <a:xfrm>
            <a:off x="4611659" y="862551"/>
            <a:ext cx="901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VOL/PID</a:t>
            </a:r>
            <a:endParaRPr lang="ko-KR" altLang="en-US" sz="10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106F93C-302A-453C-7C0F-1230776C839C}"/>
              </a:ext>
            </a:extLst>
          </p:cNvPr>
          <p:cNvSpPr txBox="1"/>
          <p:nvPr/>
        </p:nvSpPr>
        <p:spPr>
          <a:xfrm>
            <a:off x="4603861" y="1143910"/>
            <a:ext cx="327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P : </a:t>
            </a:r>
            <a:endParaRPr lang="ko-KR" altLang="en-US" sz="10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C01C53B-391A-401A-2030-7DC904313C7B}"/>
              </a:ext>
            </a:extLst>
          </p:cNvPr>
          <p:cNvSpPr txBox="1"/>
          <p:nvPr/>
        </p:nvSpPr>
        <p:spPr>
          <a:xfrm>
            <a:off x="5047759" y="1142690"/>
            <a:ext cx="327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 : </a:t>
            </a:r>
            <a:endParaRPr lang="ko-KR" altLang="en-US" sz="10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7CF4486-77CB-CF2E-11B1-D96912F62C5A}"/>
              </a:ext>
            </a:extLst>
          </p:cNvPr>
          <p:cNvSpPr txBox="1"/>
          <p:nvPr/>
        </p:nvSpPr>
        <p:spPr>
          <a:xfrm>
            <a:off x="5513359" y="1142690"/>
            <a:ext cx="4757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LPF : </a:t>
            </a:r>
            <a:endParaRPr lang="ko-KR" altLang="en-US" sz="10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123149C-D68E-EC27-0C4F-ACD1380404BE}"/>
              </a:ext>
            </a:extLst>
          </p:cNvPr>
          <p:cNvSpPr txBox="1"/>
          <p:nvPr/>
        </p:nvSpPr>
        <p:spPr>
          <a:xfrm>
            <a:off x="4611659" y="1853734"/>
            <a:ext cx="901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VOL/PID</a:t>
            </a:r>
            <a:endParaRPr lang="ko-KR" altLang="en-US" sz="10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56B5BF0-C52A-754F-6C38-315065DA2615}"/>
              </a:ext>
            </a:extLst>
          </p:cNvPr>
          <p:cNvSpPr txBox="1"/>
          <p:nvPr/>
        </p:nvSpPr>
        <p:spPr>
          <a:xfrm>
            <a:off x="4603861" y="2135093"/>
            <a:ext cx="327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P : </a:t>
            </a:r>
            <a:endParaRPr lang="ko-KR" altLang="en-US" sz="10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FA73114-67E2-BE62-B1C3-F7C175DF8B30}"/>
              </a:ext>
            </a:extLst>
          </p:cNvPr>
          <p:cNvSpPr txBox="1"/>
          <p:nvPr/>
        </p:nvSpPr>
        <p:spPr>
          <a:xfrm>
            <a:off x="5047759" y="2133873"/>
            <a:ext cx="327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 : </a:t>
            </a:r>
            <a:endParaRPr lang="ko-KR" altLang="en-US" sz="10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5E87750-FC60-609A-1B74-07BBC8A2BA78}"/>
              </a:ext>
            </a:extLst>
          </p:cNvPr>
          <p:cNvSpPr txBox="1"/>
          <p:nvPr/>
        </p:nvSpPr>
        <p:spPr>
          <a:xfrm>
            <a:off x="5513359" y="2133873"/>
            <a:ext cx="4757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LPF : </a:t>
            </a:r>
            <a:endParaRPr lang="ko-KR" altLang="en-US" sz="10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8C4B32F-F8F5-6DFB-955C-718045E8D4E1}"/>
              </a:ext>
            </a:extLst>
          </p:cNvPr>
          <p:cNvSpPr txBox="1"/>
          <p:nvPr/>
        </p:nvSpPr>
        <p:spPr>
          <a:xfrm>
            <a:off x="4648492" y="2858244"/>
            <a:ext cx="901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VOL/PID</a:t>
            </a:r>
            <a:endParaRPr lang="ko-KR" altLang="en-US" sz="10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4BDDB11-03D5-444C-9DC7-223B3617C4E4}"/>
              </a:ext>
            </a:extLst>
          </p:cNvPr>
          <p:cNvSpPr txBox="1"/>
          <p:nvPr/>
        </p:nvSpPr>
        <p:spPr>
          <a:xfrm>
            <a:off x="5084592" y="3138383"/>
            <a:ext cx="327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 : </a:t>
            </a:r>
            <a:endParaRPr lang="ko-KR" altLang="en-US" sz="10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F722CC1-284C-14AE-443B-68765B759D92}"/>
              </a:ext>
            </a:extLst>
          </p:cNvPr>
          <p:cNvSpPr txBox="1"/>
          <p:nvPr/>
        </p:nvSpPr>
        <p:spPr>
          <a:xfrm>
            <a:off x="5550192" y="3138383"/>
            <a:ext cx="4757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LPF : </a:t>
            </a:r>
            <a:endParaRPr lang="ko-KR" altLang="en-US" sz="10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647A3EB-B1E0-DC95-8A7B-5E2EEC2F4C42}"/>
              </a:ext>
            </a:extLst>
          </p:cNvPr>
          <p:cNvSpPr txBox="1"/>
          <p:nvPr/>
        </p:nvSpPr>
        <p:spPr>
          <a:xfrm>
            <a:off x="4640694" y="3154139"/>
            <a:ext cx="327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P : </a:t>
            </a:r>
            <a:endParaRPr lang="ko-KR" altLang="en-US" sz="10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7E744B0-DFBC-46C1-8A88-7D3CB9E7FD58}"/>
              </a:ext>
            </a:extLst>
          </p:cNvPr>
          <p:cNvSpPr txBox="1"/>
          <p:nvPr/>
        </p:nvSpPr>
        <p:spPr>
          <a:xfrm>
            <a:off x="4651455" y="3830271"/>
            <a:ext cx="901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VOL/PID</a:t>
            </a:r>
            <a:endParaRPr lang="ko-KR" altLang="en-US" sz="10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F1842B2-990E-4AEF-0A1D-97787EBA86D5}"/>
              </a:ext>
            </a:extLst>
          </p:cNvPr>
          <p:cNvSpPr txBox="1"/>
          <p:nvPr/>
        </p:nvSpPr>
        <p:spPr>
          <a:xfrm>
            <a:off x="4643657" y="4111630"/>
            <a:ext cx="327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P : </a:t>
            </a:r>
            <a:endParaRPr lang="ko-KR" altLang="en-US" sz="10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82B1874-7647-FBE7-EA60-90735621593F}"/>
              </a:ext>
            </a:extLst>
          </p:cNvPr>
          <p:cNvSpPr txBox="1"/>
          <p:nvPr/>
        </p:nvSpPr>
        <p:spPr>
          <a:xfrm>
            <a:off x="5087555" y="4110410"/>
            <a:ext cx="327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 : </a:t>
            </a:r>
            <a:endParaRPr lang="ko-KR" altLang="en-US" sz="10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09CEB8F-A7FF-8FEF-EB8C-C58269369614}"/>
              </a:ext>
            </a:extLst>
          </p:cNvPr>
          <p:cNvSpPr txBox="1"/>
          <p:nvPr/>
        </p:nvSpPr>
        <p:spPr>
          <a:xfrm>
            <a:off x="5553155" y="4110410"/>
            <a:ext cx="4757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LPF : </a:t>
            </a:r>
            <a:endParaRPr lang="ko-KR" altLang="en-US" sz="10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87B8C2D-4ECC-7D9B-D8F7-6FA8DB3B4405}"/>
              </a:ext>
            </a:extLst>
          </p:cNvPr>
          <p:cNvSpPr txBox="1"/>
          <p:nvPr/>
        </p:nvSpPr>
        <p:spPr>
          <a:xfrm>
            <a:off x="4611659" y="4831971"/>
            <a:ext cx="901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VOL/PID</a:t>
            </a:r>
            <a:endParaRPr lang="ko-KR" altLang="en-US" sz="10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A4A5AA1-8E5B-EB3F-1111-5E3EEB46714F}"/>
              </a:ext>
            </a:extLst>
          </p:cNvPr>
          <p:cNvSpPr txBox="1"/>
          <p:nvPr/>
        </p:nvSpPr>
        <p:spPr>
          <a:xfrm>
            <a:off x="4603861" y="5113330"/>
            <a:ext cx="327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P : </a:t>
            </a:r>
            <a:endParaRPr lang="ko-KR" altLang="en-US" sz="10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1D98809-F2A9-36C8-0324-6619BD2ECD5C}"/>
              </a:ext>
            </a:extLst>
          </p:cNvPr>
          <p:cNvSpPr txBox="1"/>
          <p:nvPr/>
        </p:nvSpPr>
        <p:spPr>
          <a:xfrm>
            <a:off x="5047759" y="5112110"/>
            <a:ext cx="327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 : </a:t>
            </a:r>
            <a:endParaRPr lang="ko-KR" altLang="en-US" sz="10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C818DE0-0444-82FA-3B03-740EC7DDDA4F}"/>
              </a:ext>
            </a:extLst>
          </p:cNvPr>
          <p:cNvSpPr txBox="1"/>
          <p:nvPr/>
        </p:nvSpPr>
        <p:spPr>
          <a:xfrm>
            <a:off x="5513359" y="5112110"/>
            <a:ext cx="4757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LPF : </a:t>
            </a:r>
            <a:endParaRPr lang="ko-KR" altLang="en-US" sz="10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2C4813B-B631-6C39-9D93-B8C1A75E68A3}"/>
              </a:ext>
            </a:extLst>
          </p:cNvPr>
          <p:cNvSpPr txBox="1"/>
          <p:nvPr/>
        </p:nvSpPr>
        <p:spPr>
          <a:xfrm>
            <a:off x="4665603" y="5799790"/>
            <a:ext cx="901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VOL/PID</a:t>
            </a:r>
            <a:endParaRPr lang="ko-KR" altLang="en-US" sz="10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28C2A72-A056-F82C-0E44-A4E1DC89B1DB}"/>
              </a:ext>
            </a:extLst>
          </p:cNvPr>
          <p:cNvSpPr txBox="1"/>
          <p:nvPr/>
        </p:nvSpPr>
        <p:spPr>
          <a:xfrm>
            <a:off x="4657805" y="6081149"/>
            <a:ext cx="327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P : </a:t>
            </a:r>
            <a:endParaRPr lang="ko-KR" altLang="en-US" sz="1000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C574B1C-F46E-9AA2-7BD4-033152B5DA1F}"/>
              </a:ext>
            </a:extLst>
          </p:cNvPr>
          <p:cNvSpPr txBox="1"/>
          <p:nvPr/>
        </p:nvSpPr>
        <p:spPr>
          <a:xfrm>
            <a:off x="5101703" y="6079929"/>
            <a:ext cx="327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 : </a:t>
            </a:r>
            <a:endParaRPr lang="ko-KR" altLang="en-US" sz="10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132863B-6A41-C2BE-26C1-DC3ECD34B514}"/>
              </a:ext>
            </a:extLst>
          </p:cNvPr>
          <p:cNvSpPr txBox="1"/>
          <p:nvPr/>
        </p:nvSpPr>
        <p:spPr>
          <a:xfrm>
            <a:off x="5567303" y="6079929"/>
            <a:ext cx="4757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LPF : </a:t>
            </a:r>
            <a:endParaRPr lang="ko-KR" altLang="en-US" sz="10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F34F7B8-875D-CF70-B4CF-599C40A76DBC}"/>
              </a:ext>
            </a:extLst>
          </p:cNvPr>
          <p:cNvSpPr/>
          <p:nvPr/>
        </p:nvSpPr>
        <p:spPr>
          <a:xfrm>
            <a:off x="2350924" y="1528858"/>
            <a:ext cx="1656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9CF5CD5-1A57-C00C-9D01-014A9927D2AD}"/>
              </a:ext>
            </a:extLst>
          </p:cNvPr>
          <p:cNvSpPr/>
          <p:nvPr/>
        </p:nvSpPr>
        <p:spPr>
          <a:xfrm>
            <a:off x="2350924" y="2549478"/>
            <a:ext cx="1656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87601AD-8947-A8A0-0241-5513E3AD34FF}"/>
              </a:ext>
            </a:extLst>
          </p:cNvPr>
          <p:cNvSpPr/>
          <p:nvPr/>
        </p:nvSpPr>
        <p:spPr>
          <a:xfrm>
            <a:off x="2341412" y="3593193"/>
            <a:ext cx="1656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34B7393-1879-BD36-62B6-D73C736414AD}"/>
              </a:ext>
            </a:extLst>
          </p:cNvPr>
          <p:cNvSpPr/>
          <p:nvPr/>
        </p:nvSpPr>
        <p:spPr>
          <a:xfrm>
            <a:off x="2341412" y="4561611"/>
            <a:ext cx="1656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500B5D5-481D-474B-FAEE-E4DE26A4D905}"/>
              </a:ext>
            </a:extLst>
          </p:cNvPr>
          <p:cNvSpPr/>
          <p:nvPr/>
        </p:nvSpPr>
        <p:spPr>
          <a:xfrm>
            <a:off x="2341412" y="5515461"/>
            <a:ext cx="1656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AEC14F2-8EDF-D2E1-A000-EAD1FE6F8D92}"/>
              </a:ext>
            </a:extLst>
          </p:cNvPr>
          <p:cNvSpPr/>
          <p:nvPr/>
        </p:nvSpPr>
        <p:spPr>
          <a:xfrm>
            <a:off x="6465839" y="5514446"/>
            <a:ext cx="1656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80F7BE-2213-5A2C-C29C-C8F140A82CB3}"/>
              </a:ext>
            </a:extLst>
          </p:cNvPr>
          <p:cNvSpPr/>
          <p:nvPr/>
        </p:nvSpPr>
        <p:spPr>
          <a:xfrm>
            <a:off x="6465839" y="4561611"/>
            <a:ext cx="1656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46DD23B-4827-3B04-6F7A-7CD3EF170E99}"/>
              </a:ext>
            </a:extLst>
          </p:cNvPr>
          <p:cNvSpPr/>
          <p:nvPr/>
        </p:nvSpPr>
        <p:spPr>
          <a:xfrm>
            <a:off x="6465839" y="3513520"/>
            <a:ext cx="1656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2081435-EB3F-372D-F2F4-FCE8C9C36131}"/>
              </a:ext>
            </a:extLst>
          </p:cNvPr>
          <p:cNvSpPr/>
          <p:nvPr/>
        </p:nvSpPr>
        <p:spPr>
          <a:xfrm>
            <a:off x="6471051" y="2464326"/>
            <a:ext cx="1656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363202A-9364-F844-7FAE-74E9D8C35D2F}"/>
              </a:ext>
            </a:extLst>
          </p:cNvPr>
          <p:cNvSpPr/>
          <p:nvPr/>
        </p:nvSpPr>
        <p:spPr>
          <a:xfrm>
            <a:off x="6465839" y="1463863"/>
            <a:ext cx="1656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A097548-3FBF-C7E2-1844-DF96B87139E7}"/>
              </a:ext>
            </a:extLst>
          </p:cNvPr>
          <p:cNvSpPr/>
          <p:nvPr/>
        </p:nvSpPr>
        <p:spPr>
          <a:xfrm>
            <a:off x="6450255" y="532726"/>
            <a:ext cx="1656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</p:spTree>
    <p:extLst>
      <p:ext uri="{BB962C8B-B14F-4D97-AF65-F5344CB8AC3E}">
        <p14:creationId xmlns:p14="http://schemas.microsoft.com/office/powerpoint/2010/main" val="865290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5D9887C-9487-843E-1D77-8E646B27ECA0}"/>
              </a:ext>
            </a:extLst>
          </p:cNvPr>
          <p:cNvSpPr/>
          <p:nvPr/>
        </p:nvSpPr>
        <p:spPr>
          <a:xfrm>
            <a:off x="0" y="0"/>
            <a:ext cx="6164620" cy="6858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B7D0A-C689-07FF-F5F0-1836CB8D47C7}"/>
              </a:ext>
            </a:extLst>
          </p:cNvPr>
          <p:cNvSpPr txBox="1"/>
          <p:nvPr/>
        </p:nvSpPr>
        <p:spPr>
          <a:xfrm>
            <a:off x="346913" y="270711"/>
            <a:ext cx="4424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SYS</a:t>
            </a:r>
            <a:endParaRPr lang="ko-KR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E40956-8328-9E8B-5B68-69B56C74E4BE}"/>
              </a:ext>
            </a:extLst>
          </p:cNvPr>
          <p:cNvSpPr txBox="1"/>
          <p:nvPr/>
        </p:nvSpPr>
        <p:spPr>
          <a:xfrm>
            <a:off x="296782" y="752636"/>
            <a:ext cx="4232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System Cooling Temp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2E6203-C278-B6FD-881C-07A903EAECEF}"/>
              </a:ext>
            </a:extLst>
          </p:cNvPr>
          <p:cNvSpPr txBox="1"/>
          <p:nvPr/>
        </p:nvSpPr>
        <p:spPr>
          <a:xfrm>
            <a:off x="6250087" y="729292"/>
            <a:ext cx="564513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600" dirty="0"/>
              <a:t>System Cooling Temp</a:t>
            </a:r>
            <a:br>
              <a:rPr lang="en-US" altLang="ko-KR" sz="1400" dirty="0"/>
            </a:br>
            <a:r>
              <a:rPr lang="en-US" altLang="ko-KR" sz="1400" dirty="0"/>
              <a:t>TC1411, TC1414, TC1424</a:t>
            </a:r>
            <a:br>
              <a:rPr lang="en-US" altLang="ko-KR" sz="1400" dirty="0"/>
            </a:br>
            <a:endParaRPr lang="en-US" altLang="ko-KR" sz="1400" dirty="0"/>
          </a:p>
          <a:p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각 그래프 개별 </a:t>
            </a:r>
            <a:r>
              <a:rPr lang="en-US" altLang="ko-KR" sz="1400" dirty="0"/>
              <a:t>X</a:t>
            </a:r>
            <a:r>
              <a:rPr lang="ko-KR" altLang="en-US" sz="1400" dirty="0"/>
              <a:t>축 </a:t>
            </a:r>
            <a:r>
              <a:rPr lang="en-US" altLang="ko-KR" sz="1400" dirty="0"/>
              <a:t>‘</a:t>
            </a:r>
            <a:r>
              <a:rPr lang="ko-KR" altLang="en-US" sz="1400" dirty="0"/>
              <a:t>시간변경</a:t>
            </a:r>
            <a:r>
              <a:rPr lang="en-US" altLang="ko-KR" sz="1400" dirty="0"/>
              <a:t>’</a:t>
            </a:r>
            <a:r>
              <a:rPr lang="ko-KR" altLang="en-US" sz="1400" dirty="0"/>
              <a:t> 입력에 따라 </a:t>
            </a:r>
            <a:r>
              <a:rPr lang="en-US" altLang="ko-KR" sz="1400" dirty="0"/>
              <a:t>Scale </a:t>
            </a:r>
            <a:r>
              <a:rPr lang="ko-KR" altLang="en-US" sz="1400" dirty="0"/>
              <a:t>변경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각 그래프 개별 </a:t>
            </a:r>
            <a:r>
              <a:rPr lang="en-US" altLang="ko-KR" sz="1400" dirty="0"/>
              <a:t>Y</a:t>
            </a:r>
            <a:r>
              <a:rPr lang="ko-KR" altLang="en-US" sz="1400" dirty="0"/>
              <a:t>축 </a:t>
            </a:r>
            <a:r>
              <a:rPr lang="en-US" altLang="ko-KR" sz="1400" dirty="0"/>
              <a:t>‘Min’, ‘Max’ </a:t>
            </a:r>
            <a:r>
              <a:rPr lang="ko-KR" altLang="en-US" sz="1400" dirty="0"/>
              <a:t>입력에 따라 </a:t>
            </a:r>
            <a:r>
              <a:rPr lang="en-US" altLang="ko-KR" sz="1400" dirty="0"/>
              <a:t>Scale </a:t>
            </a:r>
            <a:r>
              <a:rPr lang="ko-KR" altLang="en-US" sz="1400" dirty="0"/>
              <a:t>변경</a:t>
            </a:r>
            <a:br>
              <a:rPr lang="en-US" altLang="ko-KR" sz="1400" dirty="0"/>
            </a:b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각 그래프 우측 데이터 목록에 대응하는 그래프 </a:t>
            </a:r>
            <a:r>
              <a:rPr lang="ko-KR" altLang="en-US" sz="1400" b="1" dirty="0"/>
              <a:t>색상</a:t>
            </a:r>
            <a:r>
              <a:rPr lang="ko-KR" altLang="en-US" sz="1400" dirty="0"/>
              <a:t> 표시</a:t>
            </a:r>
            <a:br>
              <a:rPr lang="en-US" altLang="ko-KR" sz="1400" dirty="0"/>
            </a:br>
            <a:br>
              <a:rPr lang="en-US" altLang="ko-KR" sz="1400" dirty="0"/>
            </a:br>
            <a:endParaRPr lang="ko-KR" alt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4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2388980-62AC-CA05-80F4-97E5495652E4}"/>
              </a:ext>
            </a:extLst>
          </p:cNvPr>
          <p:cNvGrpSpPr/>
          <p:nvPr/>
        </p:nvGrpSpPr>
        <p:grpSpPr>
          <a:xfrm>
            <a:off x="371416" y="1006680"/>
            <a:ext cx="3671195" cy="1688394"/>
            <a:chOff x="757109" y="986026"/>
            <a:chExt cx="3481071" cy="1409656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B735A35-4F6B-40ED-BD2A-54F0E0438BB1}"/>
                </a:ext>
              </a:extLst>
            </p:cNvPr>
            <p:cNvSpPr/>
            <p:nvPr/>
          </p:nvSpPr>
          <p:spPr>
            <a:xfrm>
              <a:off x="757109" y="1009124"/>
              <a:ext cx="2736000" cy="108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C19189D-455A-BAD1-44E6-CB35125758CD}"/>
                </a:ext>
              </a:extLst>
            </p:cNvPr>
            <p:cNvSpPr txBox="1"/>
            <p:nvPr/>
          </p:nvSpPr>
          <p:spPr>
            <a:xfrm>
              <a:off x="3659915" y="1804205"/>
              <a:ext cx="57826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Min : </a:t>
              </a:r>
              <a:endParaRPr lang="ko-KR" altLang="en-US" sz="11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87EC637-495E-5514-E7D9-860D8696DCE4}"/>
                </a:ext>
              </a:extLst>
            </p:cNvPr>
            <p:cNvSpPr txBox="1"/>
            <p:nvPr/>
          </p:nvSpPr>
          <p:spPr>
            <a:xfrm>
              <a:off x="3659915" y="986026"/>
              <a:ext cx="57826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Max : </a:t>
              </a:r>
              <a:endParaRPr lang="ko-KR" altLang="en-US" sz="1100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9B1568A-6922-D120-1661-F3181B61F310}"/>
                </a:ext>
              </a:extLst>
            </p:cNvPr>
            <p:cNvSpPr txBox="1"/>
            <p:nvPr/>
          </p:nvSpPr>
          <p:spPr>
            <a:xfrm>
              <a:off x="757109" y="2141635"/>
              <a:ext cx="788068" cy="254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1" dirty="0"/>
                <a:t>X(</a:t>
              </a:r>
              <a:r>
                <a:rPr lang="ko-KR" altLang="en-US" sz="1051" dirty="0"/>
                <a:t>축</a:t>
              </a:r>
              <a:r>
                <a:rPr lang="en-US" altLang="ko-KR" sz="1051" dirty="0"/>
                <a:t>_</a:t>
              </a:r>
              <a:r>
                <a:rPr lang="ko-KR" altLang="en-US" sz="1051" dirty="0"/>
                <a:t>시간</a:t>
              </a:r>
              <a:r>
                <a:rPr lang="en-US" altLang="ko-KR" sz="1051" dirty="0"/>
                <a:t>)</a:t>
              </a:r>
              <a:endParaRPr lang="ko-KR" altLang="en-US" sz="105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D8ED46D-94C9-2A8E-E81F-7D1E7A8CBBC6}"/>
                </a:ext>
              </a:extLst>
            </p:cNvPr>
            <p:cNvSpPr txBox="1"/>
            <p:nvPr/>
          </p:nvSpPr>
          <p:spPr>
            <a:xfrm>
              <a:off x="2764378" y="2141638"/>
              <a:ext cx="1209173" cy="254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1" dirty="0"/>
                <a:t>X </a:t>
              </a:r>
              <a:r>
                <a:rPr lang="ko-KR" altLang="en-US" sz="1051" dirty="0"/>
                <a:t>축 시간변경</a:t>
              </a:r>
            </a:p>
          </p:txBody>
        </p:sp>
      </p:grp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21F7BA1B-1282-DF38-B8BC-C6090F621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556604"/>
              </p:ext>
            </p:extLst>
          </p:nvPr>
        </p:nvGraphicFramePr>
        <p:xfrm>
          <a:off x="4502825" y="1034344"/>
          <a:ext cx="794832" cy="7593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832">
                  <a:extLst>
                    <a:ext uri="{9D8B030D-6E8A-4147-A177-3AD203B41FA5}">
                      <a16:colId xmlns:a16="http://schemas.microsoft.com/office/drawing/2014/main" val="1727766601"/>
                    </a:ext>
                  </a:extLst>
                </a:gridCol>
              </a:tblGrid>
              <a:tr h="25312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u="none" strike="noStrike" dirty="0">
                          <a:solidFill>
                            <a:schemeClr val="tx1"/>
                          </a:solidFill>
                          <a:effectLst/>
                        </a:rPr>
                        <a:t>▢ TC1411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59557838"/>
                  </a:ext>
                </a:extLst>
              </a:tr>
              <a:tr h="25312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u="none" strike="noStrike" dirty="0">
                          <a:solidFill>
                            <a:schemeClr val="tx1"/>
                          </a:solidFill>
                          <a:effectLst/>
                        </a:rPr>
                        <a:t>▢ TC1414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19516058"/>
                  </a:ext>
                </a:extLst>
              </a:tr>
              <a:tr h="25312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u="none" strike="noStrike" dirty="0">
                          <a:solidFill>
                            <a:schemeClr val="tx1"/>
                          </a:solidFill>
                          <a:effectLst/>
                        </a:rPr>
                        <a:t>▢ TC1424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81118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2796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1848</TotalTime>
  <Words>691</Words>
  <Application>Microsoft Office PowerPoint</Application>
  <PresentationFormat>와이드스크린</PresentationFormat>
  <Paragraphs>190</Paragraphs>
  <Slides>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 성문</dc:creator>
  <cp:lastModifiedBy>전 철희</cp:lastModifiedBy>
  <cp:revision>27</cp:revision>
  <dcterms:created xsi:type="dcterms:W3CDTF">2023-07-13T06:02:29Z</dcterms:created>
  <dcterms:modified xsi:type="dcterms:W3CDTF">2023-08-23T03:29:41Z</dcterms:modified>
</cp:coreProperties>
</file>