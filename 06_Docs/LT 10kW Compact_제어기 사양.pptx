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9" r:id="rId4"/>
    <p:sldId id="258" r:id="rId5"/>
    <p:sldId id="260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ongaFuelcell_08" initials="D" lastIdx="2" clrIdx="0">
    <p:extLst>
      <p:ext uri="{19B8F6BF-5375-455C-9EA6-DF929625EA0E}">
        <p15:presenceInfo xmlns:p15="http://schemas.microsoft.com/office/powerpoint/2012/main" userId="DongaFuelcell_08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4F0997-C460-4DBA-8ADB-469C4CDA7F9F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267F8-3836-4AC2-980C-6FA1EDE393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26675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8F7F4A-E0A2-2F87-2964-1FA53B266F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A6C9890-16F4-F0B8-A954-8E0B16C7D1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E6EE52C-FE8B-1B2F-978B-A48E157A5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131B1-8D6D-48EA-AB45-87636A5E23F6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52D620E-B461-39E3-01F9-023CBAA23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68180C2-5A30-E4EC-93C3-6B172C7AA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E4630-1865-4418-B0BC-DE777FD964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97335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D2D119-4F5F-0B86-4597-EF3961246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29ED294-00C5-FD34-5A43-09C24A7BB8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B80547C-952E-59F4-D8DD-CB3DCB7BA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131B1-8D6D-48EA-AB45-87636A5E23F6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68FCC11-6F3C-ED76-86C6-3CB807B91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F07DBE8-CA24-D40F-33D4-C140743E8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E4630-1865-4418-B0BC-DE777FD964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9317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057DFD-A878-C99A-BC70-1368965A3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6FD8C71-FDBC-15B2-3FE5-C3F0F3C3AC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5BDC7F7-726F-7487-ED4B-3842E6E36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131B1-8D6D-48EA-AB45-87636A5E23F6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DB75F11-3091-9820-1504-F603199CE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4CC7A3C-AEF3-BD43-8EDF-DC86D1787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E4630-1865-4418-B0BC-DE777FD964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96757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8F9AC4-48DF-27F4-FDC2-13B3C04E6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1C112C4-B8A1-7E97-B3E7-A3D2C514A2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D46A111-8788-286D-309A-CA0D0D2392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18F6724-E6D6-FC30-52B9-F9A4F0B38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131B1-8D6D-48EA-AB45-87636A5E23F6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10B92AE-6123-B4E3-A0AD-0C42BE78F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553027C-5669-4964-FA26-6B9F61CAE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E4630-1865-4418-B0BC-DE777FD964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9709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5F8EA8-EB4B-C5C1-5A11-FC8F52FF6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5EA584E-33FB-C822-6063-62D6726E43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45D7D00-36FA-A558-4A23-F2F46B5E01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6A370E6-1811-B359-5A20-C8BF423185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89789C9-0FE0-B43E-1546-7ACEE39017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5F328EC-804B-BF83-F275-FEF6DE119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131B1-8D6D-48EA-AB45-87636A5E23F6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C00049E-0E31-8019-C987-6E045963A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F820B23-85AF-B6EE-0264-F1CFE18D4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E4630-1865-4418-B0BC-DE777FD964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64492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EFE827-ECB9-D122-890B-EC538FFEF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1B8EAB9-F806-6F49-9303-3FDEBCB32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131B1-8D6D-48EA-AB45-87636A5E23F6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689D2AE-6749-948D-BB1C-8E171803F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3C42BF5-24D8-70FB-EA1A-8347EF799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E4630-1865-4418-B0BC-DE777FD964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84355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AA8F2E5-F23C-70FA-884A-BDC0BB007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131B1-8D6D-48EA-AB45-87636A5E23F6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E52B5C9-6105-ABC2-F6F9-EB5929974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FA1B2F4-46A2-B511-2E0E-24CD4DF94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E4630-1865-4418-B0BC-DE777FD964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72486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9095DD-3964-382B-8E2D-AE9369B9C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297C2C5-321D-5978-FB51-E58F336617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B125684-539C-7633-3E40-9DE911915B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7E785AD-6B95-9264-05B2-019E9E88B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131B1-8D6D-48EA-AB45-87636A5E23F6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8453E6E-9D53-BC29-E32E-BC8013129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F4CB1CF-DC27-A03F-D0F4-C66BD3E7A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E4630-1865-4418-B0BC-DE777FD964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2107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47AEBC-33C4-7575-93C1-79A09B0ED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FE54902-C252-407A-3EEF-A5D46A75AE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6D4D0CA-C4A6-A25C-A0B1-01BF9B75D3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5B41372-8802-5756-130A-5E44C8034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131B1-8D6D-48EA-AB45-87636A5E23F6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8BE7609-C259-22FC-C656-20AD1CBD4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A3279FE-7515-71A8-BCE7-0B3EDE00E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E4630-1865-4418-B0BC-DE777FD964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00941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7334DE-411B-1108-5C8C-C0167DD5B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3BA333F-9CA1-41C1-D582-EFE1B6B90E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9478B71-EFAA-CF28-9F53-E81C16353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131B1-8D6D-48EA-AB45-87636A5E23F6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BF0335D-29A8-7A85-0B3A-684BE6D26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7DB93F8-8F0E-5B1A-9D4A-1B355D0BE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E4630-1865-4418-B0BC-DE777FD964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65773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B7CDEC0-2BE5-C994-0D3A-3582FDB254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B1565E1-F439-B83A-862F-522493C7B0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F2744B-B072-F91C-0410-95725ECE5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131B1-8D6D-48EA-AB45-87636A5E23F6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DDCE096-175F-FD98-9076-13ECFFA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DFF27ED-A3A5-36E9-A2E5-EC7185667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E4630-1865-4418-B0BC-DE777FD964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10503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C1DD408-6D27-861A-CC07-66EE3430E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8FCA196-8CA9-61E7-60F4-296E07A265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2AE656-F01A-AABA-B0E5-AE9638FCE6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1131B1-8D6D-48EA-AB45-87636A5E23F6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08B0B23-E541-E503-31D3-390CE54325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578972D-38B0-924D-6D93-D7CEB1DE20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6E4630-1865-4418-B0BC-DE777FD964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30913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649849-1635-2829-5F93-F9561D27B0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/>
              <a:t>LT 10kW Compact </a:t>
            </a:r>
            <a:r>
              <a:rPr lang="ko-KR" altLang="en-US"/>
              <a:t>제어기 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CE2CC84-8A5D-730B-82B5-7040E94961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133599"/>
          </a:xfrm>
        </p:spPr>
        <p:txBody>
          <a:bodyPr>
            <a:normAutofit lnSpcReduction="10000"/>
          </a:bodyPr>
          <a:lstStyle/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r>
              <a:rPr lang="en-US" altLang="ko-KR"/>
              <a:t>                                                    2025.12.15</a:t>
            </a:r>
          </a:p>
          <a:p>
            <a:r>
              <a:rPr lang="en-US" altLang="ko-KR"/>
              <a:t>                                                     </a:t>
            </a:r>
            <a:r>
              <a:rPr lang="ko-KR" altLang="en-US"/>
              <a:t>동아퓨얼셀</a:t>
            </a:r>
          </a:p>
        </p:txBody>
      </p:sp>
    </p:spTree>
    <p:extLst>
      <p:ext uri="{BB962C8B-B14F-4D97-AF65-F5344CB8AC3E}">
        <p14:creationId xmlns:p14="http://schemas.microsoft.com/office/powerpoint/2010/main" val="29638097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8E9E4C-BBEE-76D5-75AF-88C3C3EA0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4603376" cy="836146"/>
          </a:xfrm>
        </p:spPr>
        <p:txBody>
          <a:bodyPr/>
          <a:lstStyle/>
          <a:p>
            <a:r>
              <a:rPr lang="ko-KR" altLang="en-US"/>
              <a:t>기존 </a:t>
            </a:r>
            <a:r>
              <a:rPr lang="en-US" altLang="ko-KR"/>
              <a:t>6kW </a:t>
            </a:r>
            <a:r>
              <a:rPr lang="ko-KR" altLang="en-US"/>
              <a:t>제어기 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882F3A5-2CBA-A559-7C97-5C76F9B816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664" y="1493432"/>
            <a:ext cx="5927336" cy="444879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6C45FB2-54BB-F7BD-7FB1-B3533BAF9B7E}"/>
              </a:ext>
            </a:extLst>
          </p:cNvPr>
          <p:cNvSpPr txBox="1"/>
          <p:nvPr/>
        </p:nvSpPr>
        <p:spPr>
          <a:xfrm>
            <a:off x="6583680" y="2468880"/>
            <a:ext cx="507492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/>
              <a:t>통신모듈</a:t>
            </a:r>
            <a:endParaRPr lang="en-US" altLang="ko-KR"/>
          </a:p>
          <a:p>
            <a:pPr marL="342900" indent="-342900">
              <a:buAutoNum type="arabicPeriod"/>
            </a:pPr>
            <a:r>
              <a:rPr lang="en-US" altLang="ko-KR"/>
              <a:t>TC 20ch</a:t>
            </a:r>
          </a:p>
          <a:p>
            <a:pPr marL="342900" indent="-342900">
              <a:buAutoNum type="arabicPeriod"/>
            </a:pPr>
            <a:r>
              <a:rPr lang="en-US" altLang="ko-KR"/>
              <a:t>AI </a:t>
            </a:r>
            <a:r>
              <a:rPr lang="ko-KR" altLang="en-US"/>
              <a:t>모듈 </a:t>
            </a:r>
            <a:r>
              <a:rPr lang="en-US" altLang="ko-KR"/>
              <a:t>(</a:t>
            </a:r>
            <a:r>
              <a:rPr lang="ko-KR" altLang="en-US"/>
              <a:t>전류제어 </a:t>
            </a:r>
            <a:r>
              <a:rPr lang="en-US" altLang="ko-KR"/>
              <a:t>4~20mA)</a:t>
            </a:r>
          </a:p>
          <a:p>
            <a:pPr marL="342900" indent="-342900">
              <a:buAutoNum type="arabicPeriod"/>
            </a:pPr>
            <a:r>
              <a:rPr lang="en-US" altLang="ko-KR"/>
              <a:t>AO </a:t>
            </a:r>
            <a:r>
              <a:rPr lang="ko-KR" altLang="en-US"/>
              <a:t>모듈</a:t>
            </a:r>
            <a:endParaRPr lang="en-US" altLang="ko-KR"/>
          </a:p>
          <a:p>
            <a:pPr marL="342900" indent="-342900">
              <a:buAutoNum type="arabicPeriod"/>
            </a:pPr>
            <a:r>
              <a:rPr lang="en-US" altLang="ko-KR"/>
              <a:t>DI </a:t>
            </a:r>
            <a:r>
              <a:rPr lang="ko-KR" altLang="en-US"/>
              <a:t>모듈 </a:t>
            </a:r>
            <a:r>
              <a:rPr lang="en-US" altLang="ko-KR"/>
              <a:t>(DI + DIC)</a:t>
            </a:r>
          </a:p>
          <a:p>
            <a:pPr marL="342900" indent="-342900">
              <a:buAutoNum type="arabicPeriod"/>
            </a:pPr>
            <a:r>
              <a:rPr lang="en-US" altLang="ko-KR"/>
              <a:t>DO </a:t>
            </a:r>
            <a:r>
              <a:rPr lang="ko-KR" altLang="en-US"/>
              <a:t>모듈 </a:t>
            </a:r>
            <a:r>
              <a:rPr lang="en-US" altLang="ko-KR"/>
              <a:t>32CH</a:t>
            </a:r>
            <a:r>
              <a:rPr lang="ko-KR" altLang="en-US"/>
              <a:t> </a:t>
            </a:r>
            <a:r>
              <a:rPr lang="en-US" altLang="ko-KR"/>
              <a:t>(SSR</a:t>
            </a:r>
            <a:r>
              <a:rPr lang="ko-KR" altLang="en-US"/>
              <a:t> 및 </a:t>
            </a:r>
            <a:r>
              <a:rPr lang="en-US" altLang="ko-KR"/>
              <a:t>RELAY </a:t>
            </a:r>
            <a:r>
              <a:rPr lang="ko-KR" altLang="en-US"/>
              <a:t>출력 제거</a:t>
            </a:r>
            <a:r>
              <a:rPr lang="en-US" altLang="ko-KR"/>
              <a:t>)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93133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1C009E6-A944-F85C-2A62-BF3FDBEFBF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0566"/>
            <a:ext cx="10515600" cy="5316070"/>
          </a:xfrm>
        </p:spPr>
        <p:txBody>
          <a:bodyPr>
            <a:normAutofit/>
          </a:bodyPr>
          <a:lstStyle/>
          <a:p>
            <a:r>
              <a:rPr lang="en-US" altLang="ko-KR" sz="2000"/>
              <a:t> 1)  </a:t>
            </a:r>
            <a:r>
              <a:rPr lang="ko-KR" altLang="en-US" sz="2000"/>
              <a:t>기존 </a:t>
            </a:r>
            <a:r>
              <a:rPr lang="en-US" altLang="ko-KR" sz="2000"/>
              <a:t>6kW</a:t>
            </a:r>
            <a:r>
              <a:rPr lang="ko-KR" altLang="en-US" sz="2000"/>
              <a:t>용</a:t>
            </a:r>
            <a:r>
              <a:rPr lang="en-US" altLang="ko-KR" sz="2000"/>
              <a:t> </a:t>
            </a:r>
            <a:r>
              <a:rPr lang="ko-KR" altLang="en-US" sz="2000"/>
              <a:t>제어기 및 브라켓 개조하여 사용</a:t>
            </a:r>
            <a:r>
              <a:rPr lang="en-US" altLang="ko-KR" sz="2000"/>
              <a:t>.</a:t>
            </a:r>
          </a:p>
          <a:p>
            <a:endParaRPr lang="en-US" altLang="ko-KR" sz="2000"/>
          </a:p>
          <a:p>
            <a:r>
              <a:rPr lang="en-US" altLang="ko-KR" sz="2000"/>
              <a:t> 2)  </a:t>
            </a:r>
            <a:r>
              <a:rPr lang="ko-KR" altLang="en-US" sz="2000"/>
              <a:t>원가 절감을 위해 제어기 축소 </a:t>
            </a:r>
            <a:endParaRPr lang="en-US" altLang="ko-KR" sz="2000"/>
          </a:p>
          <a:p>
            <a:pPr marL="0" indent="0">
              <a:buNone/>
            </a:pPr>
            <a:r>
              <a:rPr lang="en-US" altLang="ko-KR" sz="2000"/>
              <a:t> </a:t>
            </a:r>
          </a:p>
          <a:p>
            <a:r>
              <a:rPr lang="en-US" altLang="ko-KR" sz="2000"/>
              <a:t> 3)  TC</a:t>
            </a:r>
            <a:r>
              <a:rPr lang="ko-KR" altLang="en-US" sz="2000"/>
              <a:t>부 </a:t>
            </a:r>
            <a:r>
              <a:rPr lang="en-US" altLang="ko-KR" sz="2000"/>
              <a:t>– </a:t>
            </a:r>
            <a:r>
              <a:rPr lang="ko-KR" altLang="en-US" sz="2000"/>
              <a:t>기존 </a:t>
            </a:r>
            <a:r>
              <a:rPr lang="en-US" altLang="ko-KR" sz="2000"/>
              <a:t>6kW </a:t>
            </a:r>
            <a:r>
              <a:rPr lang="ko-KR" altLang="en-US" sz="2000"/>
              <a:t>제어기에서 </a:t>
            </a:r>
            <a:r>
              <a:rPr lang="en-US" altLang="ko-KR" sz="2000"/>
              <a:t>TC 20ch &gt; 40ch</a:t>
            </a:r>
            <a:r>
              <a:rPr lang="ko-KR" altLang="en-US" sz="2000"/>
              <a:t>로 변경</a:t>
            </a:r>
            <a:r>
              <a:rPr lang="en-US" altLang="ko-KR" sz="2000"/>
              <a:t>.</a:t>
            </a:r>
          </a:p>
          <a:p>
            <a:pPr marL="0" indent="0">
              <a:buNone/>
            </a:pPr>
            <a:r>
              <a:rPr lang="en-US" altLang="ko-KR" sz="2000"/>
              <a:t> </a:t>
            </a:r>
          </a:p>
          <a:p>
            <a:r>
              <a:rPr lang="en-US" altLang="ko-KR" sz="2000"/>
              <a:t> 4)  AI</a:t>
            </a:r>
            <a:r>
              <a:rPr lang="ko-KR" altLang="en-US" sz="2000"/>
              <a:t>부 </a:t>
            </a:r>
            <a:r>
              <a:rPr lang="en-US" altLang="ko-KR" sz="2000"/>
              <a:t>– </a:t>
            </a:r>
            <a:r>
              <a:rPr lang="ko-KR" altLang="en-US" sz="2000"/>
              <a:t>기존 </a:t>
            </a:r>
            <a:r>
              <a:rPr lang="en-US" altLang="ko-KR" sz="2000"/>
              <a:t>6kW </a:t>
            </a:r>
            <a:r>
              <a:rPr lang="ko-KR" altLang="en-US" sz="2000"/>
              <a:t>제어기 </a:t>
            </a:r>
            <a:r>
              <a:rPr lang="en-US" altLang="ko-KR" sz="2000"/>
              <a:t>AI </a:t>
            </a:r>
            <a:r>
              <a:rPr lang="ko-KR" altLang="en-US" sz="2000"/>
              <a:t>모듈 </a:t>
            </a:r>
            <a:r>
              <a:rPr lang="en-US" altLang="ko-KR" sz="2000"/>
              <a:t>(</a:t>
            </a:r>
            <a:r>
              <a:rPr lang="ko-KR" altLang="en-US" sz="2000"/>
              <a:t>전류입력</a:t>
            </a:r>
            <a:r>
              <a:rPr lang="en-US" altLang="ko-KR" sz="2000"/>
              <a:t>) </a:t>
            </a:r>
            <a:r>
              <a:rPr lang="ko-KR" altLang="en-US" sz="2000"/>
              <a:t>타입</a:t>
            </a:r>
            <a:r>
              <a:rPr lang="en-US" altLang="ko-KR" sz="2000"/>
              <a:t>, </a:t>
            </a:r>
          </a:p>
          <a:p>
            <a:pPr marL="0" indent="0">
              <a:buNone/>
            </a:pPr>
            <a:r>
              <a:rPr lang="ko-KR" altLang="en-US" sz="2000"/>
              <a:t>       입력타입이 맞지않아</a:t>
            </a:r>
            <a:r>
              <a:rPr lang="en-US" altLang="ko-KR" sz="2000"/>
              <a:t> 10kW </a:t>
            </a:r>
            <a:r>
              <a:rPr lang="ko-KR" altLang="en-US" sz="2000"/>
              <a:t>제어기 </a:t>
            </a:r>
            <a:r>
              <a:rPr lang="en-US" altLang="ko-KR" sz="2000"/>
              <a:t>AI </a:t>
            </a:r>
            <a:r>
              <a:rPr lang="ko-KR" altLang="en-US" sz="2000"/>
              <a:t>모듈 </a:t>
            </a:r>
            <a:r>
              <a:rPr lang="en-US" altLang="ko-KR" sz="2000"/>
              <a:t>(</a:t>
            </a:r>
            <a:r>
              <a:rPr lang="ko-KR" altLang="en-US" sz="2000"/>
              <a:t>전압입력</a:t>
            </a:r>
            <a:r>
              <a:rPr lang="en-US" altLang="ko-KR" sz="2000"/>
              <a:t>) </a:t>
            </a:r>
            <a:r>
              <a:rPr lang="ko-KR" altLang="en-US" sz="2000"/>
              <a:t>로 교체</a:t>
            </a:r>
            <a:r>
              <a:rPr lang="en-US" altLang="ko-KR" sz="2000"/>
              <a:t>.</a:t>
            </a:r>
          </a:p>
          <a:p>
            <a:pPr marL="0" indent="0">
              <a:buNone/>
            </a:pPr>
            <a:r>
              <a:rPr lang="en-US" altLang="ko-KR" sz="2000"/>
              <a:t> </a:t>
            </a:r>
          </a:p>
          <a:p>
            <a:r>
              <a:rPr lang="en-US" altLang="ko-KR" sz="2000"/>
              <a:t> 5)  AO, DI, DO</a:t>
            </a:r>
            <a:r>
              <a:rPr lang="ko-KR" altLang="en-US" sz="2000"/>
              <a:t>부 </a:t>
            </a:r>
            <a:r>
              <a:rPr lang="en-US" altLang="ko-KR" sz="2000"/>
              <a:t>- </a:t>
            </a:r>
            <a:r>
              <a:rPr lang="ko-KR" altLang="en-US" sz="2000"/>
              <a:t>기존 </a:t>
            </a:r>
            <a:r>
              <a:rPr lang="en-US" altLang="ko-KR" sz="2000"/>
              <a:t>6kW </a:t>
            </a:r>
            <a:r>
              <a:rPr lang="ko-KR" altLang="en-US" sz="2000"/>
              <a:t>제어기 </a:t>
            </a:r>
            <a:r>
              <a:rPr lang="en-US" altLang="ko-KR" sz="2000"/>
              <a:t>AO DI DO </a:t>
            </a:r>
            <a:r>
              <a:rPr lang="ko-KR" altLang="en-US" sz="2000"/>
              <a:t>모듈 동일 사용</a:t>
            </a:r>
            <a:endParaRPr lang="en-US" altLang="ko-KR" sz="2000"/>
          </a:p>
          <a:p>
            <a:pPr marL="0" indent="0">
              <a:buNone/>
            </a:pPr>
            <a:r>
              <a:rPr lang="en-US" altLang="ko-KR" sz="2000"/>
              <a:t>       AO</a:t>
            </a:r>
            <a:r>
              <a:rPr lang="ko-KR" altLang="en-US" sz="2000"/>
              <a:t>모듈 </a:t>
            </a:r>
            <a:r>
              <a:rPr lang="en-US" altLang="ko-KR" sz="2000"/>
              <a:t>– 16ch </a:t>
            </a:r>
          </a:p>
          <a:p>
            <a:pPr marL="0" indent="0">
              <a:buNone/>
            </a:pPr>
            <a:r>
              <a:rPr lang="en-US" altLang="ko-KR" sz="2000"/>
              <a:t>       DI</a:t>
            </a:r>
            <a:r>
              <a:rPr lang="ko-KR" altLang="en-US" sz="2000"/>
              <a:t>모듈</a:t>
            </a:r>
            <a:r>
              <a:rPr lang="en-US" altLang="ko-KR" sz="2000"/>
              <a:t> – DI 16ch </a:t>
            </a:r>
            <a:r>
              <a:rPr lang="ko-KR" altLang="en-US" sz="2000"/>
              <a:t>및 </a:t>
            </a:r>
            <a:r>
              <a:rPr lang="en-US" altLang="ko-KR" sz="2000"/>
              <a:t>DIC 6ch</a:t>
            </a:r>
          </a:p>
          <a:p>
            <a:pPr marL="0" indent="0">
              <a:buNone/>
            </a:pPr>
            <a:r>
              <a:rPr lang="en-US" altLang="ko-KR" sz="2000"/>
              <a:t>       DO</a:t>
            </a:r>
            <a:r>
              <a:rPr lang="ko-KR" altLang="en-US" sz="2000"/>
              <a:t>모듈 </a:t>
            </a:r>
            <a:r>
              <a:rPr lang="en-US" altLang="ko-KR" sz="2000"/>
              <a:t> – DO (SSR, Relay</a:t>
            </a:r>
            <a:r>
              <a:rPr lang="ko-KR" altLang="en-US" sz="2000"/>
              <a:t> 제거</a:t>
            </a:r>
            <a:r>
              <a:rPr lang="en-US" altLang="ko-KR" sz="2000"/>
              <a:t>) 32ch </a:t>
            </a:r>
            <a:r>
              <a:rPr lang="ko-KR" altLang="en-US" sz="2000"/>
              <a:t>사용</a:t>
            </a:r>
            <a:endParaRPr lang="en-US" altLang="ko-KR" sz="2000"/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266C6359-CB4B-C2C3-87A4-FB0EABB8E54C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5365376" cy="8361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/>
              <a:t>LT</a:t>
            </a:r>
            <a:r>
              <a:rPr lang="ko-KR" altLang="en-US"/>
              <a:t> </a:t>
            </a:r>
            <a:r>
              <a:rPr lang="en-US" altLang="ko-KR"/>
              <a:t>10kW Compact </a:t>
            </a:r>
            <a:r>
              <a:rPr lang="ko-KR" altLang="en-US"/>
              <a:t>제어기 </a:t>
            </a:r>
          </a:p>
        </p:txBody>
      </p:sp>
    </p:spTree>
    <p:extLst>
      <p:ext uri="{BB962C8B-B14F-4D97-AF65-F5344CB8AC3E}">
        <p14:creationId xmlns:p14="http://schemas.microsoft.com/office/powerpoint/2010/main" val="14007822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249EBCF5-3FAD-F48C-4843-1A09C04904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201272"/>
            <a:ext cx="5430488" cy="4351338"/>
          </a:xfrm>
        </p:spPr>
      </p:pic>
      <p:sp>
        <p:nvSpPr>
          <p:cNvPr id="4" name="제목 1">
            <a:extLst>
              <a:ext uri="{FF2B5EF4-FFF2-40B4-BE49-F238E27FC236}">
                <a16:creationId xmlns:a16="http://schemas.microsoft.com/office/drawing/2014/main" id="{3AAB7AB6-FA50-BFB2-2C63-9CAFAF6AA2DE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5365376" cy="8361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/>
              <a:t>LT</a:t>
            </a:r>
            <a:r>
              <a:rPr lang="ko-KR" altLang="en-US"/>
              <a:t> </a:t>
            </a:r>
            <a:r>
              <a:rPr lang="en-US" altLang="ko-KR"/>
              <a:t>10kW Compact </a:t>
            </a:r>
            <a:r>
              <a:rPr lang="ko-KR" altLang="en-US"/>
              <a:t>제어기 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6BD9842-7703-2932-868B-336D174E62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1171" y="1201272"/>
            <a:ext cx="5947647" cy="435133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7C6BB61-F651-5103-E938-8C3C5A0E4D16}"/>
              </a:ext>
            </a:extLst>
          </p:cNvPr>
          <p:cNvSpPr txBox="1"/>
          <p:nvPr/>
        </p:nvSpPr>
        <p:spPr>
          <a:xfrm>
            <a:off x="6660777" y="474233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통신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25DA5A-95F0-770B-302E-288F98235DA4}"/>
              </a:ext>
            </a:extLst>
          </p:cNvPr>
          <p:cNvSpPr txBox="1"/>
          <p:nvPr/>
        </p:nvSpPr>
        <p:spPr>
          <a:xfrm>
            <a:off x="7498004" y="1366466"/>
            <a:ext cx="442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TC</a:t>
            </a:r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0077991-E503-335F-149C-2448FC2726CB}"/>
              </a:ext>
            </a:extLst>
          </p:cNvPr>
          <p:cNvSpPr txBox="1"/>
          <p:nvPr/>
        </p:nvSpPr>
        <p:spPr>
          <a:xfrm>
            <a:off x="8237356" y="4742330"/>
            <a:ext cx="399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AI</a:t>
            </a:r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8ED6E9-3E84-5B87-56E2-6F82181AA5B8}"/>
              </a:ext>
            </a:extLst>
          </p:cNvPr>
          <p:cNvSpPr txBox="1"/>
          <p:nvPr/>
        </p:nvSpPr>
        <p:spPr>
          <a:xfrm>
            <a:off x="8747676" y="1346621"/>
            <a:ext cx="5116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AO</a:t>
            </a:r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D6619A1-4E5B-7069-4059-CF749D70D083}"/>
              </a:ext>
            </a:extLst>
          </p:cNvPr>
          <p:cNvSpPr txBox="1"/>
          <p:nvPr/>
        </p:nvSpPr>
        <p:spPr>
          <a:xfrm>
            <a:off x="9375874" y="1346621"/>
            <a:ext cx="412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DI</a:t>
            </a:r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F366526-F82A-ECFA-699E-5B9C741CDE54}"/>
              </a:ext>
            </a:extLst>
          </p:cNvPr>
          <p:cNvSpPr txBox="1"/>
          <p:nvPr/>
        </p:nvSpPr>
        <p:spPr>
          <a:xfrm>
            <a:off x="9342163" y="4742330"/>
            <a:ext cx="558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DIC</a:t>
            </a:r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7D8D0DC-6CD1-319C-6095-0206A6A03963}"/>
              </a:ext>
            </a:extLst>
          </p:cNvPr>
          <p:cNvSpPr txBox="1"/>
          <p:nvPr/>
        </p:nvSpPr>
        <p:spPr>
          <a:xfrm>
            <a:off x="10055762" y="1348536"/>
            <a:ext cx="5277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DO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51135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48C73A3-056D-1679-CDF5-1489017B66C5}"/>
              </a:ext>
            </a:extLst>
          </p:cNvPr>
          <p:cNvSpPr txBox="1"/>
          <p:nvPr/>
        </p:nvSpPr>
        <p:spPr>
          <a:xfrm>
            <a:off x="6583680" y="2468880"/>
            <a:ext cx="507492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/>
              <a:t>통신모듈</a:t>
            </a:r>
            <a:endParaRPr lang="en-US" altLang="ko-KR"/>
          </a:p>
          <a:p>
            <a:pPr marL="342900" indent="-342900">
              <a:buAutoNum type="arabicPeriod"/>
            </a:pPr>
            <a:r>
              <a:rPr lang="en-US" altLang="ko-KR"/>
              <a:t>TC 40ch</a:t>
            </a:r>
          </a:p>
          <a:p>
            <a:pPr marL="342900" indent="-342900">
              <a:buAutoNum type="arabicPeriod"/>
            </a:pPr>
            <a:r>
              <a:rPr lang="en-US" altLang="ko-KR"/>
              <a:t>AI </a:t>
            </a:r>
            <a:r>
              <a:rPr lang="ko-KR" altLang="en-US"/>
              <a:t>모듈 </a:t>
            </a:r>
            <a:r>
              <a:rPr lang="en-US" altLang="ko-KR"/>
              <a:t>(</a:t>
            </a:r>
            <a:r>
              <a:rPr lang="ko-KR" altLang="en-US"/>
              <a:t>전압제어</a:t>
            </a:r>
            <a:r>
              <a:rPr lang="en-US" altLang="ko-KR"/>
              <a:t>)</a:t>
            </a:r>
          </a:p>
          <a:p>
            <a:pPr marL="342900" indent="-342900">
              <a:buAutoNum type="arabicPeriod"/>
            </a:pPr>
            <a:r>
              <a:rPr lang="en-US" altLang="ko-KR"/>
              <a:t>AO </a:t>
            </a:r>
            <a:r>
              <a:rPr lang="ko-KR" altLang="en-US"/>
              <a:t>모듈</a:t>
            </a:r>
            <a:endParaRPr lang="en-US" altLang="ko-KR"/>
          </a:p>
          <a:p>
            <a:pPr marL="342900" indent="-342900">
              <a:buAutoNum type="arabicPeriod"/>
            </a:pPr>
            <a:r>
              <a:rPr lang="en-US" altLang="ko-KR"/>
              <a:t>DI </a:t>
            </a:r>
            <a:r>
              <a:rPr lang="ko-KR" altLang="en-US"/>
              <a:t>모듈 </a:t>
            </a:r>
            <a:r>
              <a:rPr lang="en-US" altLang="ko-KR"/>
              <a:t>(DI + DIC) // DIC 6ch</a:t>
            </a:r>
          </a:p>
          <a:p>
            <a:pPr marL="342900" indent="-342900">
              <a:buAutoNum type="arabicPeriod"/>
            </a:pPr>
            <a:r>
              <a:rPr lang="en-US" altLang="ko-KR"/>
              <a:t>DO </a:t>
            </a:r>
            <a:r>
              <a:rPr lang="ko-KR" altLang="en-US"/>
              <a:t>모듈 </a:t>
            </a:r>
            <a:r>
              <a:rPr lang="en-US" altLang="ko-KR"/>
              <a:t>32ch</a:t>
            </a:r>
            <a:r>
              <a:rPr lang="ko-KR" altLang="en-US"/>
              <a:t> </a:t>
            </a:r>
            <a:r>
              <a:rPr lang="en-US" altLang="ko-KR"/>
              <a:t>(SSR</a:t>
            </a:r>
            <a:r>
              <a:rPr lang="ko-KR" altLang="en-US"/>
              <a:t> 및 </a:t>
            </a:r>
            <a:r>
              <a:rPr lang="en-US" altLang="ko-KR"/>
              <a:t>RELAY </a:t>
            </a:r>
            <a:r>
              <a:rPr lang="ko-KR" altLang="en-US"/>
              <a:t>출력 제거</a:t>
            </a:r>
            <a:r>
              <a:rPr lang="en-US" altLang="ko-KR"/>
              <a:t>)</a:t>
            </a:r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99A4354-9E49-C54F-7A42-E52779D726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689" y="1371602"/>
            <a:ext cx="594764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9945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198</Words>
  <Application>Microsoft Office PowerPoint</Application>
  <PresentationFormat>와이드스크린</PresentationFormat>
  <Paragraphs>41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LT 10kW Compact 제어기 </vt:lpstr>
      <vt:lpstr>기존 6kW 제어기 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DongaFuelcell_08</dc:creator>
  <cp:lastModifiedBy>DongaFuelcell_08</cp:lastModifiedBy>
  <cp:revision>5</cp:revision>
  <dcterms:created xsi:type="dcterms:W3CDTF">2025-12-15T07:36:55Z</dcterms:created>
  <dcterms:modified xsi:type="dcterms:W3CDTF">2025-12-19T06:58:32Z</dcterms:modified>
</cp:coreProperties>
</file>