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85" r:id="rId2"/>
    <p:sldId id="284" r:id="rId3"/>
    <p:sldId id="273" r:id="rId4"/>
    <p:sldId id="274" r:id="rId5"/>
    <p:sldId id="278" r:id="rId6"/>
    <p:sldId id="277" r:id="rId7"/>
    <p:sldId id="286" r:id="rId8"/>
    <p:sldId id="296" r:id="rId9"/>
    <p:sldId id="288" r:id="rId10"/>
    <p:sldId id="289" r:id="rId11"/>
    <p:sldId id="293" r:id="rId12"/>
    <p:sldId id="256" r:id="rId13"/>
    <p:sldId id="260" r:id="rId14"/>
    <p:sldId id="295" r:id="rId15"/>
    <p:sldId id="265" r:id="rId1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aFuelcell_08" initials="D" lastIdx="1" clrIdx="0">
    <p:extLst>
      <p:ext uri="{19B8F6BF-5375-455C-9EA6-DF929625EA0E}">
        <p15:presenceInfo xmlns:p15="http://schemas.microsoft.com/office/powerpoint/2012/main" userId="DongaFuelcell_08" providerId="None"/>
      </p:ext>
    </p:extLst>
  </p:cmAuthor>
  <p:cmAuthor id="2" name="fuelcell" initials="f" lastIdx="1" clrIdx="1">
    <p:extLst>
      <p:ext uri="{19B8F6BF-5375-455C-9EA6-DF929625EA0E}">
        <p15:presenceInfo xmlns:p15="http://schemas.microsoft.com/office/powerpoint/2012/main" userId="fuelc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EF11"/>
    <a:srgbClr val="D685FF"/>
    <a:srgbClr val="FED2DF"/>
    <a:srgbClr val="D4BD94"/>
    <a:srgbClr val="BC9858"/>
    <a:srgbClr val="DC9834"/>
    <a:srgbClr val="DFDED3"/>
    <a:srgbClr val="1FFF1F"/>
    <a:srgbClr val="D5DBDD"/>
    <a:srgbClr val="D5D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0" autoAdjust="0"/>
    <p:restoredTop sz="95627" autoAdjust="0"/>
  </p:normalViewPr>
  <p:slideViewPr>
    <p:cSldViewPr snapToGrid="0" showGuides="1">
      <p:cViewPr varScale="1">
        <p:scale>
          <a:sx n="123" d="100"/>
          <a:sy n="123" d="100"/>
        </p:scale>
        <p:origin x="126" y="354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C1814-72C9-4DD0-9B3A-5951756B0171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8D392-57A2-452B-8FC3-18378057CF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2717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FF22-A0AB-4E70-B432-C39D75D0D5E0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F0F9C-6B64-45D3-86B0-8A928DE32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3916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E4140-65FA-D4CC-C762-4B66ABFE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F14438-FF9F-732E-FB45-03A6AA6E0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8755B7-A4BD-89CD-430D-65B5C2EFD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610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C59B-9038-2EE2-98A9-3177034B4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015FF4-28A8-6DF4-08E1-E7112968A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D01ACD-A63F-5443-D057-5EF2ECD09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9734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3276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509CF-3C07-63A6-B106-00C995058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33A9BC-8928-BD23-52AA-9E2E53236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9D831D-8642-D38C-A49C-6EBC29A15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6658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0516F-8627-2107-3B9F-FF5D5266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C30EB-578C-00BC-93B7-91F69EDFF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C4B7A-4656-705D-3FC5-1B6D10C4C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7D3F4-4D3E-C8DD-43C7-16CD3E23A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48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CBF7F-6D25-406A-19B6-33E50281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29092A-2565-F86D-C3CD-FF1F318FC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FC4B98-FBF6-1774-4EB1-1CAC42FEF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550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2616B-F9CF-F3BF-67F5-58A0EF91B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ED71DA-94A4-25DD-08CC-CFF07EBD4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776AF-523B-802E-D7F8-53F49457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D62CE7-77E6-EF42-208E-12B8BC079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D680E0-81F1-9C41-87FE-4C6049B4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868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890A0-8561-95FE-D2A0-3A021CCE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0F5855-ADDA-63FB-E0E9-4465655D8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9D508-26D0-4347-6C9A-58519A5E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1607B-A00D-33CF-112C-17082FCB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F86690-D19E-54F7-E891-3F4CC791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43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D6001-0DA7-C27D-953E-CA599C85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0AE634-CE6C-5B48-7417-02A39C717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B73D09-A82C-544F-7E66-0DCC4E58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C21B0C-29EF-CA0A-221B-D0B415F43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680874-4929-4D2D-18C6-080771DE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25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DC8B4-A643-E41D-8C3B-CBE041DC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B8348-90C3-6A10-CE3B-E182AA3C9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452A04-542B-345A-37FB-1715A5FC3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7D9299-6B4D-17F2-39A8-D13B8E54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8CBCDD-95F1-973D-42FB-FD38ACF0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D578BF-1635-D186-F3AD-C87952E9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173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C57D7-2136-9F30-C3A1-D079F2B9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24B8D6-6EA6-8C64-706D-C54288767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46476F-BCA3-8930-FF14-406F17F13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FE121C-9ABD-FBAC-2AE6-1A2F9FAAE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7DA612-138A-C5B6-778A-A55B80E75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B24786-1538-0F65-88F9-27663F4F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275DB4-2FFD-55C5-2AAB-A3728B08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34D981-EABE-F4BC-9FEF-3A8DAE76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19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5466A-3102-E4F6-8CF7-274CCDB3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CED21A-646C-3139-A85D-F98B2AFA5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57F6A4-21D7-E542-F039-F7EB7135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7566D0-A5A6-E73B-E220-AD5FFB97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48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3361C65-5EF0-6127-5F61-C56BBBB8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7F20F8-647C-8F3A-F828-8E3BA0C7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B839D6-0A53-C57A-E953-42B30602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460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75186-BD4A-1EAF-6B35-66F3CDA83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10CF96-2E7A-2DAA-3AF7-EB98AFCC3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D1B0C1-97E4-296F-F6F7-85D5830B4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444BED-D627-CF2F-AD6A-B16DBC0A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79072F-1EC4-BD39-1CCE-3DC18E82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48E74D-7F8A-A567-024F-204828CF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64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0F4CC-AB5E-6F2B-6544-06DCC2D44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5C898A-4C79-83D8-10F4-B97235838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8BB7D4-88E2-80CF-E50A-BE37CA15B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8C0783-FACD-EAD3-AE5C-DEEF6FAC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E65E0-9251-C682-682C-99214157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D65037-8CD8-AB73-9A9A-21DB29C8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02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7E1F4-721B-1EE9-0295-CE9C6A7F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A66786-F41B-937E-A6C5-CCB7484EA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C364C-2261-8BBB-2CB2-326D5AB8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5ED5B4-E746-412C-0F65-A9C3ECE4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132965-B196-5EFC-CE0D-D9CE1166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03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5FAE20-D761-498F-492E-DC5C6D327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EBAA4B-42A5-C93F-6F48-58BD4AAC8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F0F7D5-90EA-BB64-CDE8-A1B8998B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21B051-3C3D-7496-3A13-E08BE4B5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1524B8-A616-AFCF-B746-88CE3948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128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345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22A716-5CEF-2C08-6ED8-B8FC8325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081D50-FE9D-17CB-7736-A375FAED3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0C585-E138-A7B8-1B10-1D219BC38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FED8F-D45B-4533-A3BB-C6364DD1F4AA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F9C07C-FA6D-4EC5-90BE-6132D7CD1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A41D05-DF92-829A-39CC-F5180924F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83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BCBB-073D-E7F8-E378-5695F9ED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직사각형 512">
            <a:extLst>
              <a:ext uri="{FF2B5EF4-FFF2-40B4-BE49-F238E27FC236}">
                <a16:creationId xmlns:a16="http://schemas.microsoft.com/office/drawing/2014/main" id="{14C4A28C-5E55-13A3-9DA0-C075ADFD705E}"/>
              </a:ext>
            </a:extLst>
          </p:cNvPr>
          <p:cNvSpPr/>
          <p:nvPr/>
        </p:nvSpPr>
        <p:spPr>
          <a:xfrm>
            <a:off x="0" y="-4252"/>
            <a:ext cx="12192000" cy="6862252"/>
          </a:xfrm>
          <a:prstGeom prst="rect">
            <a:avLst/>
          </a:prstGeom>
          <a:solidFill>
            <a:srgbClr val="D5DB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9" name="직선 연결선 508">
            <a:extLst>
              <a:ext uri="{FF2B5EF4-FFF2-40B4-BE49-F238E27FC236}">
                <a16:creationId xmlns:a16="http://schemas.microsoft.com/office/drawing/2014/main" id="{27CAD8B9-90F6-0C81-5E7E-267F9525B11F}"/>
              </a:ext>
            </a:extLst>
          </p:cNvPr>
          <p:cNvCxnSpPr>
            <a:cxnSpLocks/>
          </p:cNvCxnSpPr>
          <p:nvPr/>
        </p:nvCxnSpPr>
        <p:spPr>
          <a:xfrm flipV="1">
            <a:off x="8876082" y="4206862"/>
            <a:ext cx="0" cy="436564"/>
          </a:xfrm>
          <a:prstGeom prst="line">
            <a:avLst/>
          </a:prstGeom>
          <a:ln>
            <a:solidFill>
              <a:srgbClr val="00B05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직선 연결선 509">
            <a:extLst>
              <a:ext uri="{FF2B5EF4-FFF2-40B4-BE49-F238E27FC236}">
                <a16:creationId xmlns:a16="http://schemas.microsoft.com/office/drawing/2014/main" id="{3BDEE511-3E48-3CB6-CEEC-CA4B2F3EA543}"/>
              </a:ext>
            </a:extLst>
          </p:cNvPr>
          <p:cNvCxnSpPr>
            <a:cxnSpLocks/>
          </p:cNvCxnSpPr>
          <p:nvPr/>
        </p:nvCxnSpPr>
        <p:spPr>
          <a:xfrm flipV="1">
            <a:off x="8610268" y="4206862"/>
            <a:ext cx="0" cy="436564"/>
          </a:xfrm>
          <a:prstGeom prst="line">
            <a:avLst/>
          </a:prstGeom>
          <a:ln>
            <a:solidFill>
              <a:srgbClr val="00B05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직선 화살표 연결선 455">
            <a:extLst>
              <a:ext uri="{FF2B5EF4-FFF2-40B4-BE49-F238E27FC236}">
                <a16:creationId xmlns:a16="http://schemas.microsoft.com/office/drawing/2014/main" id="{F02525C0-DB64-0BB3-FDBB-BA19793AF298}"/>
              </a:ext>
            </a:extLst>
          </p:cNvPr>
          <p:cNvCxnSpPr>
            <a:cxnSpLocks/>
          </p:cNvCxnSpPr>
          <p:nvPr/>
        </p:nvCxnSpPr>
        <p:spPr>
          <a:xfrm flipV="1">
            <a:off x="6129982" y="1373984"/>
            <a:ext cx="0" cy="93235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직선 화살표 연결선 507">
            <a:extLst>
              <a:ext uri="{FF2B5EF4-FFF2-40B4-BE49-F238E27FC236}">
                <a16:creationId xmlns:a16="http://schemas.microsoft.com/office/drawing/2014/main" id="{087724A3-148D-802F-033C-111E6BA968FE}"/>
              </a:ext>
            </a:extLst>
          </p:cNvPr>
          <p:cNvCxnSpPr>
            <a:cxnSpLocks/>
          </p:cNvCxnSpPr>
          <p:nvPr/>
        </p:nvCxnSpPr>
        <p:spPr>
          <a:xfrm>
            <a:off x="2080087" y="5175893"/>
            <a:ext cx="920418" cy="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직선 화살표 연결선 404">
            <a:extLst>
              <a:ext uri="{FF2B5EF4-FFF2-40B4-BE49-F238E27FC236}">
                <a16:creationId xmlns:a16="http://schemas.microsoft.com/office/drawing/2014/main" id="{97F2CAC2-1D5D-66F2-23D0-BD77A3FE4D5F}"/>
              </a:ext>
            </a:extLst>
          </p:cNvPr>
          <p:cNvCxnSpPr>
            <a:cxnSpLocks/>
            <a:endCxn id="440" idx="1"/>
          </p:cNvCxnSpPr>
          <p:nvPr/>
        </p:nvCxnSpPr>
        <p:spPr>
          <a:xfrm>
            <a:off x="5780976" y="6545652"/>
            <a:ext cx="1384047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연결선: 꺾임 181">
            <a:extLst>
              <a:ext uri="{FF2B5EF4-FFF2-40B4-BE49-F238E27FC236}">
                <a16:creationId xmlns:a16="http://schemas.microsoft.com/office/drawing/2014/main" id="{9A2C5654-AC2C-B9EA-1960-59C8079EDF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67819" y="4217395"/>
            <a:ext cx="711474" cy="140592"/>
          </a:xfrm>
          <a:prstGeom prst="bentConnector3">
            <a:avLst>
              <a:gd name="adj1" fmla="val -1016"/>
            </a:avLst>
          </a:prstGeom>
          <a:ln>
            <a:solidFill>
              <a:srgbClr val="00B05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연결선: 꺾임 579">
            <a:extLst>
              <a:ext uri="{FF2B5EF4-FFF2-40B4-BE49-F238E27FC236}">
                <a16:creationId xmlns:a16="http://schemas.microsoft.com/office/drawing/2014/main" id="{DA2984D0-1455-7110-A9CB-A3E8919800A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09072" y="3785701"/>
            <a:ext cx="1389012" cy="304033"/>
          </a:xfrm>
          <a:prstGeom prst="bentConnector3">
            <a:avLst>
              <a:gd name="adj1" fmla="val -253"/>
            </a:avLst>
          </a:prstGeom>
          <a:ln>
            <a:solidFill>
              <a:srgbClr val="00B05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직선 연결선 349">
            <a:extLst>
              <a:ext uri="{FF2B5EF4-FFF2-40B4-BE49-F238E27FC236}">
                <a16:creationId xmlns:a16="http://schemas.microsoft.com/office/drawing/2014/main" id="{0C4F3CDC-969F-D787-BE16-3990710C75B7}"/>
              </a:ext>
            </a:extLst>
          </p:cNvPr>
          <p:cNvCxnSpPr>
            <a:cxnSpLocks/>
          </p:cNvCxnSpPr>
          <p:nvPr/>
        </p:nvCxnSpPr>
        <p:spPr>
          <a:xfrm>
            <a:off x="9177453" y="5053631"/>
            <a:ext cx="0" cy="1469140"/>
          </a:xfrm>
          <a:prstGeom prst="line">
            <a:avLst/>
          </a:prstGeom>
          <a:ln>
            <a:solidFill>
              <a:srgbClr val="00B050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연결선: 꺾임 556">
            <a:extLst>
              <a:ext uri="{FF2B5EF4-FFF2-40B4-BE49-F238E27FC236}">
                <a16:creationId xmlns:a16="http://schemas.microsoft.com/office/drawing/2014/main" id="{9388CE43-5178-A2C4-40F9-5F8F18796756}"/>
              </a:ext>
            </a:extLst>
          </p:cNvPr>
          <p:cNvCxnSpPr>
            <a:cxnSpLocks/>
          </p:cNvCxnSpPr>
          <p:nvPr/>
        </p:nvCxnSpPr>
        <p:spPr>
          <a:xfrm rot="5400000">
            <a:off x="1426179" y="5120561"/>
            <a:ext cx="1990763" cy="754043"/>
          </a:xfrm>
          <a:prstGeom prst="bentConnector3">
            <a:avLst>
              <a:gd name="adj1" fmla="val 912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연결선: 꺾임 538">
            <a:extLst>
              <a:ext uri="{FF2B5EF4-FFF2-40B4-BE49-F238E27FC236}">
                <a16:creationId xmlns:a16="http://schemas.microsoft.com/office/drawing/2014/main" id="{14355E94-5AEE-A04F-E609-90C6E74F7DCB}"/>
              </a:ext>
            </a:extLst>
          </p:cNvPr>
          <p:cNvCxnSpPr>
            <a:cxnSpLocks/>
          </p:cNvCxnSpPr>
          <p:nvPr/>
        </p:nvCxnSpPr>
        <p:spPr>
          <a:xfrm flipV="1">
            <a:off x="4020247" y="3444819"/>
            <a:ext cx="728826" cy="491337"/>
          </a:xfrm>
          <a:prstGeom prst="bentConnector3">
            <a:avLst>
              <a:gd name="adj1" fmla="val 94055"/>
            </a:avLst>
          </a:prstGeom>
          <a:ln>
            <a:solidFill>
              <a:srgbClr val="00B050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직선 화살표 연결선 466">
            <a:extLst>
              <a:ext uri="{FF2B5EF4-FFF2-40B4-BE49-F238E27FC236}">
                <a16:creationId xmlns:a16="http://schemas.microsoft.com/office/drawing/2014/main" id="{D1B660DC-A49D-C85D-517D-8F4A4802BDB8}"/>
              </a:ext>
            </a:extLst>
          </p:cNvPr>
          <p:cNvCxnSpPr>
            <a:cxnSpLocks/>
          </p:cNvCxnSpPr>
          <p:nvPr/>
        </p:nvCxnSpPr>
        <p:spPr>
          <a:xfrm flipV="1">
            <a:off x="5781221" y="6249441"/>
            <a:ext cx="1369420" cy="1347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직선 연결선 518">
            <a:extLst>
              <a:ext uri="{FF2B5EF4-FFF2-40B4-BE49-F238E27FC236}">
                <a16:creationId xmlns:a16="http://schemas.microsoft.com/office/drawing/2014/main" id="{4F0EE817-6056-1DDB-D265-D39F7016A80C}"/>
              </a:ext>
            </a:extLst>
          </p:cNvPr>
          <p:cNvCxnSpPr>
            <a:cxnSpLocks/>
            <a:endCxn id="517" idx="0"/>
          </p:cNvCxnSpPr>
          <p:nvPr/>
        </p:nvCxnSpPr>
        <p:spPr>
          <a:xfrm>
            <a:off x="4241008" y="1521831"/>
            <a:ext cx="0" cy="57354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8" name="그룹 437">
            <a:extLst>
              <a:ext uri="{FF2B5EF4-FFF2-40B4-BE49-F238E27FC236}">
                <a16:creationId xmlns:a16="http://schemas.microsoft.com/office/drawing/2014/main" id="{B74397CB-A46B-571C-9DC1-0E933426D7C4}"/>
              </a:ext>
            </a:extLst>
          </p:cNvPr>
          <p:cNvGrpSpPr/>
          <p:nvPr/>
        </p:nvGrpSpPr>
        <p:grpSpPr>
          <a:xfrm>
            <a:off x="267729" y="4238133"/>
            <a:ext cx="1197020" cy="2413252"/>
            <a:chOff x="1517831" y="4139887"/>
            <a:chExt cx="1197020" cy="2413252"/>
          </a:xfrm>
        </p:grpSpPr>
        <p:sp>
          <p:nvSpPr>
            <p:cNvPr id="419" name="직사각형 418">
              <a:extLst>
                <a:ext uri="{FF2B5EF4-FFF2-40B4-BE49-F238E27FC236}">
                  <a16:creationId xmlns:a16="http://schemas.microsoft.com/office/drawing/2014/main" id="{FBF5505F-88B1-7928-2AB5-F2F976443A38}"/>
                </a:ext>
              </a:extLst>
            </p:cNvPr>
            <p:cNvSpPr/>
            <p:nvPr/>
          </p:nvSpPr>
          <p:spPr>
            <a:xfrm>
              <a:off x="1517831" y="4166627"/>
              <a:ext cx="1197020" cy="23865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32A0A534-046B-3C1B-09AB-B42CBA72F2F1}"/>
                </a:ext>
              </a:extLst>
            </p:cNvPr>
            <p:cNvGrpSpPr/>
            <p:nvPr/>
          </p:nvGrpSpPr>
          <p:grpSpPr>
            <a:xfrm>
              <a:off x="1555369" y="4429102"/>
              <a:ext cx="1080969" cy="2062159"/>
              <a:chOff x="793638" y="2303413"/>
              <a:chExt cx="1080969" cy="2062159"/>
            </a:xfrm>
          </p:grpSpPr>
          <p:pic>
            <p:nvPicPr>
              <p:cNvPr id="413" name="그림 412">
                <a:extLst>
                  <a:ext uri="{FF2B5EF4-FFF2-40B4-BE49-F238E27FC236}">
                    <a16:creationId xmlns:a16="http://schemas.microsoft.com/office/drawing/2014/main" id="{BAD2D1F0-164B-676B-B7C5-4D3FAC1E2BD2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38789" t="34972" r="56421" b="56197"/>
              <a:stretch/>
            </p:blipFill>
            <p:spPr>
              <a:xfrm>
                <a:off x="1417341" y="2365317"/>
                <a:ext cx="450028" cy="168621"/>
              </a:xfrm>
              <a:prstGeom prst="rect">
                <a:avLst/>
              </a:prstGeom>
            </p:spPr>
          </p:pic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85F81FD6-204D-C53F-BD6C-AB223EF29173}"/>
                  </a:ext>
                </a:extLst>
              </p:cNvPr>
              <p:cNvSpPr/>
              <p:nvPr/>
            </p:nvSpPr>
            <p:spPr>
              <a:xfrm>
                <a:off x="1425732" y="259910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BC43374F-7807-DC23-AA0A-61AEAE6A33A1}"/>
                  </a:ext>
                </a:extLst>
              </p:cNvPr>
              <p:cNvSpPr txBox="1"/>
              <p:nvPr/>
            </p:nvSpPr>
            <p:spPr>
              <a:xfrm>
                <a:off x="858416" y="2303413"/>
                <a:ext cx="453576" cy="219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LTS 1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ADB484C2-CB6D-993C-B2C8-E6A61FE69CDB}"/>
                  </a:ext>
                </a:extLst>
              </p:cNvPr>
              <p:cNvSpPr/>
              <p:nvPr/>
            </p:nvSpPr>
            <p:spPr>
              <a:xfrm>
                <a:off x="854697" y="2591918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75C1A566-F539-EDD5-D966-17E6CFCA620A}"/>
                  </a:ext>
                </a:extLst>
              </p:cNvPr>
              <p:cNvSpPr txBox="1"/>
              <p:nvPr/>
            </p:nvSpPr>
            <p:spPr>
              <a:xfrm>
                <a:off x="793638" y="2441042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56" name="그림 55">
                <a:extLst>
                  <a:ext uri="{FF2B5EF4-FFF2-40B4-BE49-F238E27FC236}">
                    <a16:creationId xmlns:a16="http://schemas.microsoft.com/office/drawing/2014/main" id="{47627DC5-690D-BC17-571E-15BB4C566917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38789" t="34972" r="56421" b="56197"/>
              <a:stretch/>
            </p:blipFill>
            <p:spPr>
              <a:xfrm>
                <a:off x="1410464" y="2873048"/>
                <a:ext cx="450028" cy="168621"/>
              </a:xfrm>
              <a:prstGeom prst="rect">
                <a:avLst/>
              </a:prstGeom>
            </p:spPr>
          </p:pic>
          <p:sp>
            <p:nvSpPr>
              <p:cNvPr id="450" name="직사각형 449">
                <a:extLst>
                  <a:ext uri="{FF2B5EF4-FFF2-40B4-BE49-F238E27FC236}">
                    <a16:creationId xmlns:a16="http://schemas.microsoft.com/office/drawing/2014/main" id="{372D7CEF-3E10-2A63-231A-F9BEEA1FEE4C}"/>
                  </a:ext>
                </a:extLst>
              </p:cNvPr>
              <p:cNvSpPr/>
              <p:nvPr/>
            </p:nvSpPr>
            <p:spPr>
              <a:xfrm>
                <a:off x="1404895" y="3106832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53" name="그림 452">
                <a:extLst>
                  <a:ext uri="{FF2B5EF4-FFF2-40B4-BE49-F238E27FC236}">
                    <a16:creationId xmlns:a16="http://schemas.microsoft.com/office/drawing/2014/main" id="{131EB356-158A-AE2E-8B0D-76041BB5D06A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38789" t="34972" r="56421" b="56197"/>
              <a:stretch/>
            </p:blipFill>
            <p:spPr>
              <a:xfrm>
                <a:off x="1414770" y="3410747"/>
                <a:ext cx="450028" cy="168621"/>
              </a:xfrm>
              <a:prstGeom prst="rect">
                <a:avLst/>
              </a:prstGeom>
            </p:spPr>
          </p:pic>
          <p:sp>
            <p:nvSpPr>
              <p:cNvPr id="454" name="직사각형 453">
                <a:extLst>
                  <a:ext uri="{FF2B5EF4-FFF2-40B4-BE49-F238E27FC236}">
                    <a16:creationId xmlns:a16="http://schemas.microsoft.com/office/drawing/2014/main" id="{D6AA66B7-4E17-EB11-673F-24F38EFAAA58}"/>
                  </a:ext>
                </a:extLst>
              </p:cNvPr>
              <p:cNvSpPr/>
              <p:nvPr/>
            </p:nvSpPr>
            <p:spPr>
              <a:xfrm>
                <a:off x="1409201" y="364453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60" name="그림 459">
                <a:extLst>
                  <a:ext uri="{FF2B5EF4-FFF2-40B4-BE49-F238E27FC236}">
                    <a16:creationId xmlns:a16="http://schemas.microsoft.com/office/drawing/2014/main" id="{83866175-CD19-15AF-530A-94354F572E53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38789" t="34972" r="56421" b="56197"/>
              <a:stretch/>
            </p:blipFill>
            <p:spPr>
              <a:xfrm>
                <a:off x="1400810" y="3962059"/>
                <a:ext cx="450028" cy="168621"/>
              </a:xfrm>
              <a:prstGeom prst="rect">
                <a:avLst/>
              </a:prstGeom>
            </p:spPr>
          </p:pic>
          <p:sp>
            <p:nvSpPr>
              <p:cNvPr id="463" name="직사각형 462">
                <a:extLst>
                  <a:ext uri="{FF2B5EF4-FFF2-40B4-BE49-F238E27FC236}">
                    <a16:creationId xmlns:a16="http://schemas.microsoft.com/office/drawing/2014/main" id="{305CB646-52E8-53FB-77C6-068D8CDC976F}"/>
                  </a:ext>
                </a:extLst>
              </p:cNvPr>
              <p:cNvSpPr/>
              <p:nvPr/>
            </p:nvSpPr>
            <p:spPr>
              <a:xfrm>
                <a:off x="1395241" y="4195843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F4E29CAA-5952-171C-E7C7-3F0006554134}"/>
                </a:ext>
              </a:extLst>
            </p:cNvPr>
            <p:cNvSpPr txBox="1"/>
            <p:nvPr/>
          </p:nvSpPr>
          <p:spPr>
            <a:xfrm>
              <a:off x="1761216" y="4139887"/>
              <a:ext cx="7577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+mj-lt"/>
                  <a:cs typeface="Times New Roman" panose="02020603050405020304" pitchFamily="18" charset="0"/>
                </a:rPr>
                <a:t>Heater</a:t>
              </a:r>
              <a:endParaRPr lang="ko-KR" altLang="en-US" sz="1400" b="1" dirty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420" name="그룹 419">
              <a:extLst>
                <a:ext uri="{FF2B5EF4-FFF2-40B4-BE49-F238E27FC236}">
                  <a16:creationId xmlns:a16="http://schemas.microsoft.com/office/drawing/2014/main" id="{EDD90F6B-9B65-D0F0-A758-47915330539E}"/>
                </a:ext>
              </a:extLst>
            </p:cNvPr>
            <p:cNvGrpSpPr/>
            <p:nvPr/>
          </p:nvGrpSpPr>
          <p:grpSpPr>
            <a:xfrm>
              <a:off x="1549995" y="4909840"/>
              <a:ext cx="598241" cy="486154"/>
              <a:chOff x="800618" y="2226633"/>
              <a:chExt cx="598241" cy="486154"/>
            </a:xfrm>
          </p:grpSpPr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528F0513-333E-327A-BFC3-D9176C3D3F7D}"/>
                  </a:ext>
                </a:extLst>
              </p:cNvPr>
              <p:cNvSpPr txBox="1"/>
              <p:nvPr/>
            </p:nvSpPr>
            <p:spPr>
              <a:xfrm>
                <a:off x="859822" y="2226633"/>
                <a:ext cx="45076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LTS 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D1E3B784-5BAB-AA7F-0270-CF8F8725872B}"/>
                  </a:ext>
                </a:extLst>
              </p:cNvPr>
              <p:cNvSpPr/>
              <p:nvPr/>
            </p:nvSpPr>
            <p:spPr>
              <a:xfrm>
                <a:off x="861677" y="2543058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EEB2C79B-2853-D4A0-DDE0-975D3DC7A02F}"/>
                  </a:ext>
                </a:extLst>
              </p:cNvPr>
              <p:cNvSpPr txBox="1"/>
              <p:nvPr/>
            </p:nvSpPr>
            <p:spPr>
              <a:xfrm>
                <a:off x="800618" y="2392182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26" name="그룹 425">
              <a:extLst>
                <a:ext uri="{FF2B5EF4-FFF2-40B4-BE49-F238E27FC236}">
                  <a16:creationId xmlns:a16="http://schemas.microsoft.com/office/drawing/2014/main" id="{AED38337-DE5B-5139-75C1-9E0E5921EE16}"/>
                </a:ext>
              </a:extLst>
            </p:cNvPr>
            <p:cNvGrpSpPr/>
            <p:nvPr/>
          </p:nvGrpSpPr>
          <p:grpSpPr>
            <a:xfrm>
              <a:off x="1556458" y="5446890"/>
              <a:ext cx="598241" cy="486154"/>
              <a:chOff x="779678" y="2177773"/>
              <a:chExt cx="598241" cy="486154"/>
            </a:xfrm>
          </p:grpSpPr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7E1819D0-94F6-792C-73CD-F83441151255}"/>
                  </a:ext>
                </a:extLst>
              </p:cNvPr>
              <p:cNvSpPr txBox="1"/>
              <p:nvPr/>
            </p:nvSpPr>
            <p:spPr>
              <a:xfrm>
                <a:off x="834173" y="2177773"/>
                <a:ext cx="50206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Prox</a:t>
                </a:r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 1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7EABA057-DB7E-1E19-433F-7606D47168B7}"/>
                  </a:ext>
                </a:extLst>
              </p:cNvPr>
              <p:cNvSpPr/>
              <p:nvPr/>
            </p:nvSpPr>
            <p:spPr>
              <a:xfrm>
                <a:off x="833757" y="2494198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08C34DE8-5C66-02A7-6481-0DC6733CCFB5}"/>
                  </a:ext>
                </a:extLst>
              </p:cNvPr>
              <p:cNvSpPr txBox="1"/>
              <p:nvPr/>
            </p:nvSpPr>
            <p:spPr>
              <a:xfrm>
                <a:off x="779678" y="2343322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2" name="그룹 431">
              <a:extLst>
                <a:ext uri="{FF2B5EF4-FFF2-40B4-BE49-F238E27FC236}">
                  <a16:creationId xmlns:a16="http://schemas.microsoft.com/office/drawing/2014/main" id="{875A2C40-3BD1-60B0-E87E-22EFE056B3CB}"/>
                </a:ext>
              </a:extLst>
            </p:cNvPr>
            <p:cNvGrpSpPr/>
            <p:nvPr/>
          </p:nvGrpSpPr>
          <p:grpSpPr>
            <a:xfrm>
              <a:off x="1553165" y="6009462"/>
              <a:ext cx="598241" cy="486154"/>
              <a:chOff x="821558" y="2177773"/>
              <a:chExt cx="598241" cy="486154"/>
            </a:xfrm>
          </p:grpSpPr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ABFA1C85-08A0-DD31-6EFA-0A6D7A60E700}"/>
                  </a:ext>
                </a:extLst>
              </p:cNvPr>
              <p:cNvSpPr txBox="1"/>
              <p:nvPr/>
            </p:nvSpPr>
            <p:spPr>
              <a:xfrm>
                <a:off x="834172" y="2177773"/>
                <a:ext cx="5020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Prox</a:t>
                </a:r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 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26D1CA6E-4F9C-FBCD-4C8F-998C12C7FF06}"/>
                  </a:ext>
                </a:extLst>
              </p:cNvPr>
              <p:cNvSpPr/>
              <p:nvPr/>
            </p:nvSpPr>
            <p:spPr>
              <a:xfrm>
                <a:off x="875637" y="2494198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2FCA7582-D9F3-743A-48D4-72F958F1B96A}"/>
                  </a:ext>
                </a:extLst>
              </p:cNvPr>
              <p:cNvSpPr txBox="1"/>
              <p:nvPr/>
            </p:nvSpPr>
            <p:spPr>
              <a:xfrm>
                <a:off x="821558" y="2343322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269" name="직선 화살표 연결선 268">
            <a:extLst>
              <a:ext uri="{FF2B5EF4-FFF2-40B4-BE49-F238E27FC236}">
                <a16:creationId xmlns:a16="http://schemas.microsoft.com/office/drawing/2014/main" id="{D6AFA1CC-3BE6-80FA-6F98-B075B0BF0103}"/>
              </a:ext>
            </a:extLst>
          </p:cNvPr>
          <p:cNvCxnSpPr>
            <a:cxnSpLocks/>
          </p:cNvCxnSpPr>
          <p:nvPr/>
        </p:nvCxnSpPr>
        <p:spPr>
          <a:xfrm flipH="1">
            <a:off x="830830" y="1801736"/>
            <a:ext cx="3171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B005FEE-6705-9F0C-99FD-04B5B705E9BB}"/>
              </a:ext>
            </a:extLst>
          </p:cNvPr>
          <p:cNvCxnSpPr>
            <a:cxnSpLocks/>
          </p:cNvCxnSpPr>
          <p:nvPr/>
        </p:nvCxnSpPr>
        <p:spPr>
          <a:xfrm flipH="1">
            <a:off x="4020247" y="2210480"/>
            <a:ext cx="3862074" cy="226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1" name="그룹 440">
            <a:extLst>
              <a:ext uri="{FF2B5EF4-FFF2-40B4-BE49-F238E27FC236}">
                <a16:creationId xmlns:a16="http://schemas.microsoft.com/office/drawing/2014/main" id="{FDF7DE56-B747-DE88-A026-94BEFB5458CA}"/>
              </a:ext>
            </a:extLst>
          </p:cNvPr>
          <p:cNvGrpSpPr/>
          <p:nvPr/>
        </p:nvGrpSpPr>
        <p:grpSpPr>
          <a:xfrm>
            <a:off x="2745502" y="1998846"/>
            <a:ext cx="1270943" cy="2733998"/>
            <a:chOff x="2591133" y="2107521"/>
            <a:chExt cx="1270943" cy="273399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3C30507-417E-F236-C679-154CE360CDD9}"/>
                </a:ext>
              </a:extLst>
            </p:cNvPr>
            <p:cNvSpPr/>
            <p:nvPr/>
          </p:nvSpPr>
          <p:spPr>
            <a:xfrm>
              <a:off x="2592349" y="2107521"/>
              <a:ext cx="1269727" cy="273399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5E4AA47-9EAA-B0AB-A0C3-30269AED0F57}"/>
                </a:ext>
              </a:extLst>
            </p:cNvPr>
            <p:cNvGrpSpPr/>
            <p:nvPr/>
          </p:nvGrpSpPr>
          <p:grpSpPr>
            <a:xfrm>
              <a:off x="2591133" y="2129234"/>
              <a:ext cx="1146546" cy="2609620"/>
              <a:chOff x="2237737" y="2223792"/>
              <a:chExt cx="1146546" cy="2609620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B269C383-04D0-9618-ABC5-FBB74E3684FF}"/>
                  </a:ext>
                </a:extLst>
              </p:cNvPr>
              <p:cNvGrpSpPr/>
              <p:nvPr/>
            </p:nvGrpSpPr>
            <p:grpSpPr>
              <a:xfrm>
                <a:off x="2237737" y="2510076"/>
                <a:ext cx="1146546" cy="2323336"/>
                <a:chOff x="124794" y="2631677"/>
                <a:chExt cx="1146546" cy="2323336"/>
              </a:xfrm>
            </p:grpSpPr>
            <p:grpSp>
              <p:nvGrpSpPr>
                <p:cNvPr id="8" name="그룹 7">
                  <a:extLst>
                    <a:ext uri="{FF2B5EF4-FFF2-40B4-BE49-F238E27FC236}">
                      <a16:creationId xmlns:a16="http://schemas.microsoft.com/office/drawing/2014/main" id="{A1DBE1C3-AC84-87D0-C873-80F59573C12B}"/>
                    </a:ext>
                  </a:extLst>
                </p:cNvPr>
                <p:cNvGrpSpPr/>
                <p:nvPr/>
              </p:nvGrpSpPr>
              <p:grpSpPr>
                <a:xfrm>
                  <a:off x="124794" y="2631677"/>
                  <a:ext cx="1146546" cy="2323336"/>
                  <a:chOff x="124794" y="2631677"/>
                  <a:chExt cx="1146546" cy="2323336"/>
                </a:xfrm>
              </p:grpSpPr>
              <p:sp>
                <p:nvSpPr>
                  <p:cNvPr id="10" name="직사각형 9">
                    <a:extLst>
                      <a:ext uri="{FF2B5EF4-FFF2-40B4-BE49-F238E27FC236}">
                        <a16:creationId xmlns:a16="http://schemas.microsoft.com/office/drawing/2014/main" id="{7BB2F3A6-10C2-2651-36C3-A2C3B1CDE153}"/>
                      </a:ext>
                    </a:extLst>
                  </p:cNvPr>
                  <p:cNvSpPr/>
                  <p:nvPr/>
                </p:nvSpPr>
                <p:spPr>
                  <a:xfrm>
                    <a:off x="816612" y="2663889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lt"/>
                    </a:endParaRPr>
                  </a:p>
                </p:txBody>
              </p: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1AEC48C3-87A5-A8B4-898D-FE70F2B3BF97}"/>
                      </a:ext>
                    </a:extLst>
                  </p:cNvPr>
                  <p:cNvSpPr txBox="1"/>
                  <p:nvPr/>
                </p:nvSpPr>
                <p:spPr>
                  <a:xfrm>
                    <a:off x="124794" y="2631677"/>
                    <a:ext cx="57740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 BN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" name="직사각형 11">
                    <a:extLst>
                      <a:ext uri="{FF2B5EF4-FFF2-40B4-BE49-F238E27FC236}">
                        <a16:creationId xmlns:a16="http://schemas.microsoft.com/office/drawing/2014/main" id="{5E911E37-411B-6395-785F-978613748E10}"/>
                      </a:ext>
                    </a:extLst>
                  </p:cNvPr>
                  <p:cNvSpPr/>
                  <p:nvPr/>
                </p:nvSpPr>
                <p:spPr>
                  <a:xfrm>
                    <a:off x="816612" y="2917086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C6CC80EC-9F50-6C0F-E11B-C3E5A1BDE773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2894229"/>
                    <a:ext cx="61427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1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870DEBC7-1C0D-8B12-2C30-DAAFD8FEF0EE}"/>
                      </a:ext>
                    </a:extLst>
                  </p:cNvPr>
                  <p:cNvSpPr/>
                  <p:nvPr/>
                </p:nvSpPr>
                <p:spPr>
                  <a:xfrm>
                    <a:off x="816612" y="3182234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B601F0A8-9407-AF4A-CEBD-BC797C948B4E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3158197"/>
                    <a:ext cx="61427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2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20A4F3B6-2B80-9527-5837-29834B39BE26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3420401"/>
                    <a:ext cx="61427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3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" name="직사각형 16">
                    <a:extLst>
                      <a:ext uri="{FF2B5EF4-FFF2-40B4-BE49-F238E27FC236}">
                        <a16:creationId xmlns:a16="http://schemas.microsoft.com/office/drawing/2014/main" id="{BA702D05-6EA6-4F5D-5857-44B85FA0E71D}"/>
                      </a:ext>
                    </a:extLst>
                  </p:cNvPr>
                  <p:cNvSpPr/>
                  <p:nvPr/>
                </p:nvSpPr>
                <p:spPr>
                  <a:xfrm>
                    <a:off x="816612" y="3727642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939C47C4-A275-F7C6-CB33-6289A6C1EBA1}"/>
                      </a:ext>
                    </a:extLst>
                  </p:cNvPr>
                  <p:cNvSpPr txBox="1"/>
                  <p:nvPr/>
                </p:nvSpPr>
                <p:spPr>
                  <a:xfrm>
                    <a:off x="147563" y="3694749"/>
                    <a:ext cx="659155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LTS 1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" name="직사각형 18">
                    <a:extLst>
                      <a:ext uri="{FF2B5EF4-FFF2-40B4-BE49-F238E27FC236}">
                        <a16:creationId xmlns:a16="http://schemas.microsoft.com/office/drawing/2014/main" id="{303123C0-76C9-AC3E-9585-5FFD96983B3F}"/>
                      </a:ext>
                    </a:extLst>
                  </p:cNvPr>
                  <p:cNvSpPr/>
                  <p:nvPr/>
                </p:nvSpPr>
                <p:spPr>
                  <a:xfrm>
                    <a:off x="816612" y="3984879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7804D82-92AB-3744-2777-A99D3B004EC0}"/>
                      </a:ext>
                    </a:extLst>
                  </p:cNvPr>
                  <p:cNvSpPr txBox="1"/>
                  <p:nvPr/>
                </p:nvSpPr>
                <p:spPr>
                  <a:xfrm>
                    <a:off x="147563" y="3955359"/>
                    <a:ext cx="659155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LTS 2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0EB32307-E10A-36BE-706B-279DA0A64F48}"/>
                      </a:ext>
                    </a:extLst>
                  </p:cNvPr>
                  <p:cNvSpPr/>
                  <p:nvPr/>
                </p:nvSpPr>
                <p:spPr>
                  <a:xfrm>
                    <a:off x="820455" y="4264650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120F6722-58EF-58D9-F97F-FAC701011D84}"/>
                      </a:ext>
                    </a:extLst>
                  </p:cNvPr>
                  <p:cNvSpPr txBox="1"/>
                  <p:nvPr/>
                </p:nvSpPr>
                <p:spPr>
                  <a:xfrm>
                    <a:off x="155764" y="4235130"/>
                    <a:ext cx="633507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FEED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E823E638-490D-CFF5-22F7-3CE713543C56}"/>
                      </a:ext>
                    </a:extLst>
                  </p:cNvPr>
                  <p:cNvSpPr/>
                  <p:nvPr/>
                </p:nvSpPr>
                <p:spPr>
                  <a:xfrm>
                    <a:off x="822270" y="4520371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9EB7E6B-C148-F180-9518-56F92145A32C}"/>
                      </a:ext>
                    </a:extLst>
                  </p:cNvPr>
                  <p:cNvSpPr txBox="1"/>
                  <p:nvPr/>
                </p:nvSpPr>
                <p:spPr>
                  <a:xfrm>
                    <a:off x="165392" y="4490851"/>
                    <a:ext cx="53412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RG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5" name="직사각형 24">
                    <a:extLst>
                      <a:ext uri="{FF2B5EF4-FFF2-40B4-BE49-F238E27FC236}">
                        <a16:creationId xmlns:a16="http://schemas.microsoft.com/office/drawing/2014/main" id="{7FBB2666-FF71-D23F-2285-552FF0E0A179}"/>
                      </a:ext>
                    </a:extLst>
                  </p:cNvPr>
                  <p:cNvSpPr/>
                  <p:nvPr/>
                </p:nvSpPr>
                <p:spPr>
                  <a:xfrm>
                    <a:off x="822465" y="4769089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0A7329C-61E9-D11B-10E2-311F94D2A5C9}"/>
                      </a:ext>
                    </a:extLst>
                  </p:cNvPr>
                  <p:cNvSpPr txBox="1"/>
                  <p:nvPr/>
                </p:nvSpPr>
                <p:spPr>
                  <a:xfrm>
                    <a:off x="165474" y="4739569"/>
                    <a:ext cx="521297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EG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62DE8DAC-494B-6600-B55A-B9D87D4718AD}"/>
                    </a:ext>
                  </a:extLst>
                </p:cNvPr>
                <p:cNvSpPr/>
                <p:nvPr/>
              </p:nvSpPr>
              <p:spPr>
                <a:xfrm>
                  <a:off x="816612" y="3453801"/>
                  <a:ext cx="448875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7AAA21-5E6F-54DA-54F0-FC890F33FF89}"/>
                  </a:ext>
                </a:extLst>
              </p:cNvPr>
              <p:cNvSpPr txBox="1"/>
              <p:nvPr/>
            </p:nvSpPr>
            <p:spPr>
              <a:xfrm>
                <a:off x="2297576" y="2223792"/>
                <a:ext cx="8685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>
                    <a:latin typeface="+mj-lt"/>
                  </a:rPr>
                  <a:t>Reformer</a:t>
                </a:r>
                <a:endParaRPr lang="ko-KR" altLang="en-US" sz="1200" b="1" dirty="0">
                  <a:latin typeface="+mj-lt"/>
                </a:endParaRPr>
              </a:p>
            </p:txBody>
          </p:sp>
        </p:grpSp>
      </p:grp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1FAF3EF-B32F-9319-0D97-01646C234A75}"/>
              </a:ext>
            </a:extLst>
          </p:cNvPr>
          <p:cNvCxnSpPr>
            <a:cxnSpLocks/>
          </p:cNvCxnSpPr>
          <p:nvPr/>
        </p:nvCxnSpPr>
        <p:spPr>
          <a:xfrm>
            <a:off x="314292" y="2009809"/>
            <a:ext cx="0" cy="19221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E95D496-E272-EC77-96C2-1FFDCA397B88}"/>
              </a:ext>
            </a:extLst>
          </p:cNvPr>
          <p:cNvCxnSpPr>
            <a:cxnSpLocks/>
          </p:cNvCxnSpPr>
          <p:nvPr/>
        </p:nvCxnSpPr>
        <p:spPr>
          <a:xfrm>
            <a:off x="314292" y="2537462"/>
            <a:ext cx="242844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DB32BEC-A98F-D92B-FBA8-8250B146FA8A}"/>
              </a:ext>
            </a:extLst>
          </p:cNvPr>
          <p:cNvGrpSpPr/>
          <p:nvPr/>
        </p:nvGrpSpPr>
        <p:grpSpPr>
          <a:xfrm>
            <a:off x="2148903" y="2360349"/>
            <a:ext cx="475986" cy="563320"/>
            <a:chOff x="1665298" y="3323215"/>
            <a:chExt cx="475986" cy="563320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247E51A6-0A76-CB12-3F70-AFF9B6DA420C}"/>
                </a:ext>
              </a:extLst>
            </p:cNvPr>
            <p:cNvGrpSpPr/>
            <p:nvPr/>
          </p:nvGrpSpPr>
          <p:grpSpPr>
            <a:xfrm>
              <a:off x="1681815" y="3323215"/>
              <a:ext cx="416422" cy="563320"/>
              <a:chOff x="1718093" y="3546574"/>
              <a:chExt cx="416422" cy="56332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67CB906-5E2E-DE01-3FDC-3193A2E8811B}"/>
                  </a:ext>
                </a:extLst>
              </p:cNvPr>
              <p:cNvSpPr/>
              <p:nvPr/>
            </p:nvSpPr>
            <p:spPr>
              <a:xfrm>
                <a:off x="1718093" y="3546574"/>
                <a:ext cx="416422" cy="5633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3665BF8-96CB-8D41-EF6A-7E01371A668F}"/>
                  </a:ext>
                </a:extLst>
              </p:cNvPr>
              <p:cNvSpPr txBox="1"/>
              <p:nvPr/>
            </p:nvSpPr>
            <p:spPr>
              <a:xfrm>
                <a:off x="1771884" y="3552724"/>
                <a:ext cx="3048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BF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58718FD9-862B-BD41-B611-CE148831C555}"/>
                  </a:ext>
                </a:extLst>
              </p:cNvPr>
              <p:cNvSpPr/>
              <p:nvPr/>
            </p:nvSpPr>
            <p:spPr>
              <a:xfrm>
                <a:off x="1768205" y="3864583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561AB7-0CEF-F661-02C0-DC2F746BA90F}"/>
                </a:ext>
              </a:extLst>
            </p:cNvPr>
            <p:cNvSpPr txBox="1"/>
            <p:nvPr/>
          </p:nvSpPr>
          <p:spPr>
            <a:xfrm>
              <a:off x="1665298" y="3498287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79377FE-8ED2-A74D-DFA0-CF946646C5B1}"/>
              </a:ext>
            </a:extLst>
          </p:cNvPr>
          <p:cNvSpPr/>
          <p:nvPr/>
        </p:nvSpPr>
        <p:spPr>
          <a:xfrm>
            <a:off x="3010771" y="1619702"/>
            <a:ext cx="276225" cy="2615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B54787-3880-1132-DC11-BF450DF60B1A}"/>
              </a:ext>
            </a:extLst>
          </p:cNvPr>
          <p:cNvSpPr txBox="1"/>
          <p:nvPr/>
        </p:nvSpPr>
        <p:spPr>
          <a:xfrm>
            <a:off x="2977294" y="1422818"/>
            <a:ext cx="3722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IGN</a:t>
            </a:r>
            <a:endParaRPr lang="ko-KR" altLang="en-US" sz="800" b="1" dirty="0">
              <a:latin typeface="+mj-lt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899FE026-8599-E74D-62E8-3AFD86A16BE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29075" t="34902" r="65924" b="55922"/>
          <a:stretch/>
        </p:blipFill>
        <p:spPr>
          <a:xfrm>
            <a:off x="3385437" y="1677637"/>
            <a:ext cx="372217" cy="211596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93B3DB92-0440-448A-600D-1C3448AF6384}"/>
              </a:ext>
            </a:extLst>
          </p:cNvPr>
          <p:cNvGrpSpPr/>
          <p:nvPr/>
        </p:nvGrpSpPr>
        <p:grpSpPr>
          <a:xfrm>
            <a:off x="9518021" y="1599378"/>
            <a:ext cx="1669775" cy="1899049"/>
            <a:chOff x="9483121" y="1571458"/>
            <a:chExt cx="1669775" cy="1899049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85CEEE6-064C-1CE2-348C-D23612294869}"/>
                </a:ext>
              </a:extLst>
            </p:cNvPr>
            <p:cNvSpPr/>
            <p:nvPr/>
          </p:nvSpPr>
          <p:spPr>
            <a:xfrm>
              <a:off x="9483121" y="1577765"/>
              <a:ext cx="1669775" cy="189274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C2D9D416-3A86-DF02-1A2E-5B4718A4F7BB}"/>
                </a:ext>
              </a:extLst>
            </p:cNvPr>
            <p:cNvGrpSpPr/>
            <p:nvPr/>
          </p:nvGrpSpPr>
          <p:grpSpPr>
            <a:xfrm>
              <a:off x="9528031" y="1571458"/>
              <a:ext cx="1585232" cy="1785654"/>
              <a:chOff x="9528031" y="1571458"/>
              <a:chExt cx="1585232" cy="1785654"/>
            </a:xfrm>
          </p:grpSpPr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5B4D1C88-594C-0E08-0881-D0320510E5B4}"/>
                  </a:ext>
                </a:extLst>
              </p:cNvPr>
              <p:cNvGrpSpPr/>
              <p:nvPr/>
            </p:nvGrpSpPr>
            <p:grpSpPr>
              <a:xfrm>
                <a:off x="9528031" y="1628806"/>
                <a:ext cx="1585232" cy="1728306"/>
                <a:chOff x="9609050" y="1488397"/>
                <a:chExt cx="1585232" cy="1728306"/>
              </a:xfrm>
            </p:grpSpPr>
            <p:grpSp>
              <p:nvGrpSpPr>
                <p:cNvPr id="105" name="그룹 104">
                  <a:extLst>
                    <a:ext uri="{FF2B5EF4-FFF2-40B4-BE49-F238E27FC236}">
                      <a16:creationId xmlns:a16="http://schemas.microsoft.com/office/drawing/2014/main" id="{6F16BDED-C6F0-C436-53F4-7B7848B4AED3}"/>
                    </a:ext>
                  </a:extLst>
                </p:cNvPr>
                <p:cNvGrpSpPr/>
                <p:nvPr/>
              </p:nvGrpSpPr>
              <p:grpSpPr>
                <a:xfrm>
                  <a:off x="9609050" y="1488397"/>
                  <a:ext cx="1585232" cy="1728306"/>
                  <a:chOff x="9579364" y="983778"/>
                  <a:chExt cx="1585232" cy="1728306"/>
                </a:xfrm>
              </p:grpSpPr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9C246A2A-1033-708B-F1B7-86EF3789E85A}"/>
                      </a:ext>
                    </a:extLst>
                  </p:cNvPr>
                  <p:cNvSpPr txBox="1"/>
                  <p:nvPr/>
                </p:nvSpPr>
                <p:spPr>
                  <a:xfrm>
                    <a:off x="9584686" y="983778"/>
                    <a:ext cx="85754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1400" b="1" dirty="0">
                        <a:latin typeface="+mj-lt"/>
                        <a:cs typeface="Times New Roman" panose="02020603050405020304" pitchFamily="18" charset="0"/>
                      </a:rPr>
                      <a:t>Inverter</a:t>
                    </a:r>
                    <a:endParaRPr lang="ko-KR" altLang="en-US" sz="14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08" name="그룹 107">
                    <a:extLst>
                      <a:ext uri="{FF2B5EF4-FFF2-40B4-BE49-F238E27FC236}">
                        <a16:creationId xmlns:a16="http://schemas.microsoft.com/office/drawing/2014/main" id="{BCB73FDE-41F8-E10F-08CB-6F681C478881}"/>
                      </a:ext>
                    </a:extLst>
                  </p:cNvPr>
                  <p:cNvGrpSpPr/>
                  <p:nvPr/>
                </p:nvGrpSpPr>
                <p:grpSpPr>
                  <a:xfrm>
                    <a:off x="9579364" y="1328345"/>
                    <a:ext cx="1585232" cy="1383739"/>
                    <a:chOff x="9567794" y="1566848"/>
                    <a:chExt cx="1585232" cy="1383739"/>
                  </a:xfrm>
                </p:grpSpPr>
                <p:sp>
                  <p:nvSpPr>
                    <p:cNvPr id="109" name="TextBox 108">
                      <a:extLst>
                        <a:ext uri="{FF2B5EF4-FFF2-40B4-BE49-F238E27FC236}">
                          <a16:creationId xmlns:a16="http://schemas.microsoft.com/office/drawing/2014/main" id="{14097536-1CF5-01BF-CF10-9EF3373CFF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46804" y="1568495"/>
                      <a:ext cx="574195" cy="20005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altLang="ko-KR" sz="700" b="1">
                          <a:latin typeface="+mj-lt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AC  [kW]</a:t>
                      </a:r>
                      <a:endParaRPr lang="ko-KR" altLang="en-US" sz="700" b="1" dirty="0">
                        <a:latin typeface="+mj-lt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110" name="그룹 109">
                      <a:extLst>
                        <a:ext uri="{FF2B5EF4-FFF2-40B4-BE49-F238E27FC236}">
                          <a16:creationId xmlns:a16="http://schemas.microsoft.com/office/drawing/2014/main" id="{E362C31E-DF0A-558F-2C58-B428642894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567794" y="1566848"/>
                      <a:ext cx="1585232" cy="1383739"/>
                      <a:chOff x="9637935" y="1330218"/>
                      <a:chExt cx="1585232" cy="1383739"/>
                    </a:xfrm>
                  </p:grpSpPr>
                  <p:sp>
                    <p:nvSpPr>
                      <p:cNvPr id="111" name="직사각형 110">
                        <a:extLst>
                          <a:ext uri="{FF2B5EF4-FFF2-40B4-BE49-F238E27FC236}">
                            <a16:creationId xmlns:a16="http://schemas.microsoft.com/office/drawing/2014/main" id="{7039C3A2-5C25-F5BF-2BFE-8B03D3BAD8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03962" y="2544228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grpSp>
                    <p:nvGrpSpPr>
                      <p:cNvPr id="112" name="그룹 111">
                        <a:extLst>
                          <a:ext uri="{FF2B5EF4-FFF2-40B4-BE49-F238E27FC236}">
                            <a16:creationId xmlns:a16="http://schemas.microsoft.com/office/drawing/2014/main" id="{CC671148-01E7-5942-FA5D-841794FD37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637935" y="1330218"/>
                        <a:ext cx="1585232" cy="1383739"/>
                        <a:chOff x="9637935" y="1330218"/>
                        <a:chExt cx="1585232" cy="1383739"/>
                      </a:xfrm>
                    </p:grpSpPr>
                    <p:sp>
                      <p:nvSpPr>
                        <p:cNvPr id="119" name="직사각형 118">
                          <a:extLst>
                            <a:ext uri="{FF2B5EF4-FFF2-40B4-BE49-F238E27FC236}">
                              <a16:creationId xmlns:a16="http://schemas.microsoft.com/office/drawing/2014/main" id="{55BC09F3-3B79-3F79-FBA4-C40675E7B6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671011" y="1498662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20" name="TextBox 119">
                          <a:extLst>
                            <a:ext uri="{FF2B5EF4-FFF2-40B4-BE49-F238E27FC236}">
                              <a16:creationId xmlns:a16="http://schemas.microsoft.com/office/drawing/2014/main" id="{12FB7276-7F8A-98BD-1DE2-F5DCDA27988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637935" y="1338704"/>
                          <a:ext cx="530915" cy="2000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7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DC   [V]</a:t>
                          </a:r>
                          <a:endParaRPr lang="ko-KR" altLang="en-US" sz="7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1" name="직사각형 120">
                          <a:extLst>
                            <a:ext uri="{FF2B5EF4-FFF2-40B4-BE49-F238E27FC236}">
                              <a16:creationId xmlns:a16="http://schemas.microsoft.com/office/drawing/2014/main" id="{FA017964-7157-FB70-9DB8-DEFE4CAFD4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28727" y="2535761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22" name="TextBox 121">
                          <a:extLst>
                            <a:ext uri="{FF2B5EF4-FFF2-40B4-BE49-F238E27FC236}">
                              <a16:creationId xmlns:a16="http://schemas.microsoft.com/office/drawing/2014/main" id="{F3381C08-A3F0-11CA-BAB5-6A1EB194604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722710" y="2377102"/>
                          <a:ext cx="500457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T</a:t>
                          </a:r>
                          <a:r>
                            <a:rPr lang="ko-KR" altLang="en-US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  [A]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3" name="TextBox 122">
                          <a:extLst>
                            <a:ext uri="{FF2B5EF4-FFF2-40B4-BE49-F238E27FC236}">
                              <a16:creationId xmlns:a16="http://schemas.microsoft.com/office/drawing/2014/main" id="{D6114620-522F-4CFD-24AE-DE7190A273E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221820" y="2377723"/>
                          <a:ext cx="498855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S   [A]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4" name="직사각형 123">
                          <a:extLst>
                            <a:ext uri="{FF2B5EF4-FFF2-40B4-BE49-F238E27FC236}">
                              <a16:creationId xmlns:a16="http://schemas.microsoft.com/office/drawing/2014/main" id="{8742500C-37E9-DACD-5A11-0F709006FA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687132" y="2544228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25" name="TextBox 124">
                          <a:extLst>
                            <a:ext uri="{FF2B5EF4-FFF2-40B4-BE49-F238E27FC236}">
                              <a16:creationId xmlns:a16="http://schemas.microsoft.com/office/drawing/2014/main" id="{90CFBF56-6BEA-4C02-894C-0595B5555DD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704836" y="2375668"/>
                          <a:ext cx="508473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R   [A]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6" name="직사각형 125">
                          <a:extLst>
                            <a:ext uri="{FF2B5EF4-FFF2-40B4-BE49-F238E27FC236}">
                              <a16:creationId xmlns:a16="http://schemas.microsoft.com/office/drawing/2014/main" id="{B19E0B3E-E904-11A9-2084-71A261CC1A6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182121" y="1497809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27" name="직사각형 126">
                          <a:extLst>
                            <a:ext uri="{FF2B5EF4-FFF2-40B4-BE49-F238E27FC236}">
                              <a16:creationId xmlns:a16="http://schemas.microsoft.com/office/drawing/2014/main" id="{68B83565-7F2E-C3F2-E20E-A229E0D49B5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5797" y="1491682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28" name="TextBox 127">
                          <a:extLst>
                            <a:ext uri="{FF2B5EF4-FFF2-40B4-BE49-F238E27FC236}">
                              <a16:creationId xmlns:a16="http://schemas.microsoft.com/office/drawing/2014/main" id="{4192760D-A7DB-A9BD-6502-A7FF041880F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663220" y="1330218"/>
                          <a:ext cx="540533" cy="2000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7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PV  [Hz]</a:t>
                          </a:r>
                          <a:endParaRPr lang="ko-KR" altLang="en-US" sz="7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9" name="직사각형 128">
                          <a:extLst>
                            <a:ext uri="{FF2B5EF4-FFF2-40B4-BE49-F238E27FC236}">
                              <a16:creationId xmlns:a16="http://schemas.microsoft.com/office/drawing/2014/main" id="{7A473E1F-6ECE-A227-5AD3-A82EA69D6A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186539" y="1844230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rgbClr val="FEDB43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30" name="TextBox 129">
                          <a:extLst>
                            <a:ext uri="{FF2B5EF4-FFF2-40B4-BE49-F238E27FC236}">
                              <a16:creationId xmlns:a16="http://schemas.microsoft.com/office/drawing/2014/main" id="{97637EAD-F872-CD0E-A1CE-ABFBA401A37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151130" y="1689339"/>
                          <a:ext cx="519693" cy="2000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7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SV   [A]</a:t>
                          </a:r>
                          <a:endParaRPr lang="ko-KR" altLang="en-US" sz="7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31" name="직사각형 130">
                          <a:extLst>
                            <a:ext uri="{FF2B5EF4-FFF2-40B4-BE49-F238E27FC236}">
                              <a16:creationId xmlns:a16="http://schemas.microsoft.com/office/drawing/2014/main" id="{F30FEF8C-41E3-0C01-7D66-A5EE84F3D3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94685" y="1843402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32" name="TextBox 131">
                          <a:extLst>
                            <a:ext uri="{FF2B5EF4-FFF2-40B4-BE49-F238E27FC236}">
                              <a16:creationId xmlns:a16="http://schemas.microsoft.com/office/drawing/2014/main" id="{B3AC39BA-7C95-FF44-DF8F-8782684FF33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662923" y="1680895"/>
                          <a:ext cx="490839" cy="2000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7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PV  [A]</a:t>
                          </a:r>
                          <a:endParaRPr lang="ko-KR" altLang="en-US" sz="7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33" name="직사각형 132">
                          <a:extLst>
                            <a:ext uri="{FF2B5EF4-FFF2-40B4-BE49-F238E27FC236}">
                              <a16:creationId xmlns:a16="http://schemas.microsoft.com/office/drawing/2014/main" id="{D9FB8B3E-EE73-6130-80BF-21B77B82733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676023" y="1843171"/>
                          <a:ext cx="448875" cy="169729"/>
                        </a:xfrm>
                        <a:prstGeom prst="rect">
                          <a:avLst/>
                        </a:prstGeom>
                        <a:ln/>
                      </p:spPr>
                      <p:style>
                        <a:lnRef idx="1">
                          <a:schemeClr val="dk1"/>
                        </a:lnRef>
                        <a:fillRef idx="2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lIns="36000" rIns="36000" rtlCol="0" anchor="ctr"/>
                        <a:lstStyle/>
                        <a:p>
                          <a:pPr algn="ctr"/>
                          <a:r>
                            <a:rPr lang="en-US" altLang="ko-KR" sz="600" b="1" dirty="0">
                              <a:solidFill>
                                <a:schemeClr val="dk1"/>
                              </a:solidFill>
                              <a:latin typeface="+mj-lt"/>
                              <a:cs typeface="Times New Roman" panose="02020603050405020304" pitchFamily="18" charset="0"/>
                            </a:rPr>
                            <a:t>SET</a:t>
                          </a:r>
                          <a:endParaRPr lang="ko-KR" altLang="en-US" sz="600" b="1" dirty="0">
                            <a:solidFill>
                              <a:schemeClr val="dk1"/>
                            </a:solidFill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623" name="TextBox 622">
                          <a:extLst>
                            <a:ext uri="{FF2B5EF4-FFF2-40B4-BE49-F238E27FC236}">
                              <a16:creationId xmlns:a16="http://schemas.microsoft.com/office/drawing/2014/main" id="{EF5D89A8-B245-9204-5E2B-2E1DEBB8A4A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712414" y="2007943"/>
                          <a:ext cx="497251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T</a:t>
                          </a:r>
                          <a:r>
                            <a:rPr lang="ko-KR" altLang="en-US" sz="800" b="1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800" b="1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altLang="ko-KR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[V]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624" name="직사각형 623">
                          <a:extLst>
                            <a:ext uri="{FF2B5EF4-FFF2-40B4-BE49-F238E27FC236}">
                              <a16:creationId xmlns:a16="http://schemas.microsoft.com/office/drawing/2014/main" id="{3B930F75-6ED4-EE71-8A54-1543F89BA9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194211" y="2188194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625" name="TextBox 624">
                          <a:extLst>
                            <a:ext uri="{FF2B5EF4-FFF2-40B4-BE49-F238E27FC236}">
                              <a16:creationId xmlns:a16="http://schemas.microsoft.com/office/drawing/2014/main" id="{7E5E16B7-277A-84EA-119F-C545F8B0A38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197343" y="2007943"/>
                          <a:ext cx="495649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S   [V]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626" name="직사각형 625">
                          <a:extLst>
                            <a:ext uri="{FF2B5EF4-FFF2-40B4-BE49-F238E27FC236}">
                              <a16:creationId xmlns:a16="http://schemas.microsoft.com/office/drawing/2014/main" id="{F2BE2C5A-7A76-22DD-BBF9-D66F565815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677381" y="2188194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627" name="TextBox 626">
                          <a:extLst>
                            <a:ext uri="{FF2B5EF4-FFF2-40B4-BE49-F238E27FC236}">
                              <a16:creationId xmlns:a16="http://schemas.microsoft.com/office/drawing/2014/main" id="{45860155-192E-AEF9-001C-53A2630876C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702312" y="2010985"/>
                          <a:ext cx="505267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R   [V]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628" name="직사각형 627">
                          <a:extLst>
                            <a:ext uri="{FF2B5EF4-FFF2-40B4-BE49-F238E27FC236}">
                              <a16:creationId xmlns:a16="http://schemas.microsoft.com/office/drawing/2014/main" id="{F4E52E63-29E4-BA99-89DC-600AB407367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11371" y="2182826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</p:grpSp>
                </p:grpSp>
              </p:grpSp>
            </p:grpSp>
            <p:pic>
              <p:nvPicPr>
                <p:cNvPr id="106" name="그림 105">
                  <a:extLst>
                    <a:ext uri="{FF2B5EF4-FFF2-40B4-BE49-F238E27FC236}">
                      <a16:creationId xmlns:a16="http://schemas.microsoft.com/office/drawing/2014/main" id="{0262BDAF-1659-9C0C-5191-D2A75B5056B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 rotWithShape="1">
                <a:blip r:embed="rId3"/>
                <a:srcRect l="38789" t="34972" r="56421" b="56197"/>
                <a:stretch/>
              </p:blipFill>
              <p:spPr>
                <a:xfrm>
                  <a:off x="10664768" y="1620705"/>
                  <a:ext cx="450028" cy="16862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</p:pic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8624DEE-F885-2E7D-6F02-A48B17C5A93F}"/>
                  </a:ext>
                </a:extLst>
              </p:cNvPr>
              <p:cNvSpPr txBox="1"/>
              <p:nvPr/>
            </p:nvSpPr>
            <p:spPr>
              <a:xfrm>
                <a:off x="10586925" y="1571458"/>
                <a:ext cx="42672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cs typeface="Times New Roman" panose="02020603050405020304" pitchFamily="18" charset="0"/>
                  </a:rPr>
                  <a:t>Fault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3F249357-22CB-B272-381F-0175EE89566B}"/>
              </a:ext>
            </a:extLst>
          </p:cNvPr>
          <p:cNvCxnSpPr>
            <a:cxnSpLocks/>
          </p:cNvCxnSpPr>
          <p:nvPr/>
        </p:nvCxnSpPr>
        <p:spPr>
          <a:xfrm>
            <a:off x="314292" y="3931952"/>
            <a:ext cx="242844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EC24698A-3372-DF10-16C3-BC5AC2FCF96C}"/>
              </a:ext>
            </a:extLst>
          </p:cNvPr>
          <p:cNvCxnSpPr/>
          <p:nvPr/>
        </p:nvCxnSpPr>
        <p:spPr>
          <a:xfrm>
            <a:off x="10040" y="780680"/>
            <a:ext cx="12168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39949B2A-97EE-1DDD-B205-67E5D99136AE}"/>
              </a:ext>
            </a:extLst>
          </p:cNvPr>
          <p:cNvGrpSpPr/>
          <p:nvPr/>
        </p:nvGrpSpPr>
        <p:grpSpPr>
          <a:xfrm>
            <a:off x="172130" y="1302105"/>
            <a:ext cx="667063" cy="882587"/>
            <a:chOff x="136498" y="1449131"/>
            <a:chExt cx="667063" cy="882587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AD97D165-78BD-AC83-E27E-24478049EA70}"/>
                </a:ext>
              </a:extLst>
            </p:cNvPr>
            <p:cNvSpPr/>
            <p:nvPr/>
          </p:nvSpPr>
          <p:spPr>
            <a:xfrm>
              <a:off x="166569" y="1456643"/>
              <a:ext cx="636992" cy="8750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D946BC1-B455-64BD-EA13-68FEC8E9C9D4}"/>
                </a:ext>
              </a:extLst>
            </p:cNvPr>
            <p:cNvSpPr txBox="1"/>
            <p:nvPr/>
          </p:nvSpPr>
          <p:spPr>
            <a:xfrm>
              <a:off x="136498" y="1449131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NG Pump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1ACA7C69-5B1E-3A07-99BA-9507825F7A12}"/>
                </a:ext>
              </a:extLst>
            </p:cNvPr>
            <p:cNvSpPr/>
            <p:nvPr/>
          </p:nvSpPr>
          <p:spPr>
            <a:xfrm>
              <a:off x="248494" y="1769935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85C933C-1189-4A6B-F25A-45174C949AF4}"/>
                </a:ext>
              </a:extLst>
            </p:cNvPr>
            <p:cNvSpPr txBox="1"/>
            <p:nvPr/>
          </p:nvSpPr>
          <p:spPr>
            <a:xfrm>
              <a:off x="172517" y="1610349"/>
              <a:ext cx="58060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BC22F902-C8B9-17A8-F6F4-3622AEAF7005}"/>
                </a:ext>
              </a:extLst>
            </p:cNvPr>
            <p:cNvSpPr/>
            <p:nvPr/>
          </p:nvSpPr>
          <p:spPr>
            <a:xfrm>
              <a:off x="245374" y="2092949"/>
              <a:ext cx="484612" cy="144454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F6B20DD-81BC-04E0-C9F1-6938EF8239A2}"/>
                </a:ext>
              </a:extLst>
            </p:cNvPr>
            <p:cNvSpPr txBox="1"/>
            <p:nvPr/>
          </p:nvSpPr>
          <p:spPr>
            <a:xfrm>
              <a:off x="163614" y="1949999"/>
              <a:ext cx="57580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AA1C9C2E-B043-FC9D-B2D9-D7CB3FD8378E}"/>
              </a:ext>
            </a:extLst>
          </p:cNvPr>
          <p:cNvCxnSpPr>
            <a:cxnSpLocks/>
          </p:cNvCxnSpPr>
          <p:nvPr/>
        </p:nvCxnSpPr>
        <p:spPr>
          <a:xfrm flipV="1">
            <a:off x="7160068" y="1434249"/>
            <a:ext cx="517933" cy="78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B742C69C-5D4B-2C7D-8ED4-49EC026B15B7}"/>
              </a:ext>
            </a:extLst>
          </p:cNvPr>
          <p:cNvCxnSpPr>
            <a:cxnSpLocks/>
          </p:cNvCxnSpPr>
          <p:nvPr/>
        </p:nvCxnSpPr>
        <p:spPr>
          <a:xfrm>
            <a:off x="3908193" y="6261833"/>
            <a:ext cx="1036103" cy="373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연결선: 꺾임 196">
            <a:extLst>
              <a:ext uri="{FF2B5EF4-FFF2-40B4-BE49-F238E27FC236}">
                <a16:creationId xmlns:a16="http://schemas.microsoft.com/office/drawing/2014/main" id="{7FF8DDC1-818A-6EA8-303D-E36559972E86}"/>
              </a:ext>
            </a:extLst>
          </p:cNvPr>
          <p:cNvCxnSpPr>
            <a:cxnSpLocks/>
          </p:cNvCxnSpPr>
          <p:nvPr/>
        </p:nvCxnSpPr>
        <p:spPr>
          <a:xfrm flipV="1">
            <a:off x="4009824" y="2384128"/>
            <a:ext cx="3668177" cy="764427"/>
          </a:xfrm>
          <a:prstGeom prst="bentConnector3">
            <a:avLst>
              <a:gd name="adj1" fmla="val 8958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6" name="그룹 285">
            <a:extLst>
              <a:ext uri="{FF2B5EF4-FFF2-40B4-BE49-F238E27FC236}">
                <a16:creationId xmlns:a16="http://schemas.microsoft.com/office/drawing/2014/main" id="{68EC5D87-5F6F-9A24-D09E-BEFFF39CBF7F}"/>
              </a:ext>
            </a:extLst>
          </p:cNvPr>
          <p:cNvGrpSpPr/>
          <p:nvPr/>
        </p:nvGrpSpPr>
        <p:grpSpPr>
          <a:xfrm>
            <a:off x="1270063" y="2361134"/>
            <a:ext cx="784879" cy="1309548"/>
            <a:chOff x="1444412" y="3301997"/>
            <a:chExt cx="784879" cy="1309548"/>
          </a:xfrm>
        </p:grpSpPr>
        <p:grpSp>
          <p:nvGrpSpPr>
            <p:cNvPr id="285" name="그룹 284">
              <a:extLst>
                <a:ext uri="{FF2B5EF4-FFF2-40B4-BE49-F238E27FC236}">
                  <a16:creationId xmlns:a16="http://schemas.microsoft.com/office/drawing/2014/main" id="{C544C65E-9F6A-970A-660C-47A40DCB87F8}"/>
                </a:ext>
              </a:extLst>
            </p:cNvPr>
            <p:cNvGrpSpPr/>
            <p:nvPr/>
          </p:nvGrpSpPr>
          <p:grpSpPr>
            <a:xfrm>
              <a:off x="1571395" y="3301997"/>
              <a:ext cx="613618" cy="1309548"/>
              <a:chOff x="466615" y="2601821"/>
              <a:chExt cx="613618" cy="1309548"/>
            </a:xfrm>
          </p:grpSpPr>
          <p:grpSp>
            <p:nvGrpSpPr>
              <p:cNvPr id="283" name="그룹 282">
                <a:extLst>
                  <a:ext uri="{FF2B5EF4-FFF2-40B4-BE49-F238E27FC236}">
                    <a16:creationId xmlns:a16="http://schemas.microsoft.com/office/drawing/2014/main" id="{F46EA4F1-3CE5-0ACC-0350-44C0088DCF62}"/>
                  </a:ext>
                </a:extLst>
              </p:cNvPr>
              <p:cNvGrpSpPr/>
              <p:nvPr/>
            </p:nvGrpSpPr>
            <p:grpSpPr>
              <a:xfrm>
                <a:off x="466615" y="2601821"/>
                <a:ext cx="613618" cy="1309548"/>
                <a:chOff x="435410" y="2524495"/>
                <a:chExt cx="613618" cy="1309548"/>
              </a:xfrm>
            </p:grpSpPr>
            <p:sp>
              <p:nvSpPr>
                <p:cNvPr id="208" name="직사각형 207">
                  <a:extLst>
                    <a:ext uri="{FF2B5EF4-FFF2-40B4-BE49-F238E27FC236}">
                      <a16:creationId xmlns:a16="http://schemas.microsoft.com/office/drawing/2014/main" id="{C6C98498-E5C5-58EE-503D-9F619C79CDAA}"/>
                    </a:ext>
                  </a:extLst>
                </p:cNvPr>
                <p:cNvSpPr/>
                <p:nvPr/>
              </p:nvSpPr>
              <p:spPr>
                <a:xfrm>
                  <a:off x="435410" y="2524495"/>
                  <a:ext cx="602668" cy="130954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210" name="직사각형 209">
                  <a:extLst>
                    <a:ext uri="{FF2B5EF4-FFF2-40B4-BE49-F238E27FC236}">
                      <a16:creationId xmlns:a16="http://schemas.microsoft.com/office/drawing/2014/main" id="{4072D26C-1987-2013-4181-AEEE4D4E7EA6}"/>
                    </a:ext>
                  </a:extLst>
                </p:cNvPr>
                <p:cNvSpPr/>
                <p:nvPr/>
              </p:nvSpPr>
              <p:spPr>
                <a:xfrm>
                  <a:off x="478170" y="2864315"/>
                  <a:ext cx="484612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A0C70F66-E298-DBE3-2956-805D71A649CD}"/>
                    </a:ext>
                  </a:extLst>
                </p:cNvPr>
                <p:cNvSpPr txBox="1"/>
                <p:nvPr/>
              </p:nvSpPr>
              <p:spPr>
                <a:xfrm>
                  <a:off x="448458" y="2704729"/>
                  <a:ext cx="58221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PV   </a:t>
                  </a:r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2" name="직사각형 211">
                  <a:extLst>
                    <a:ext uri="{FF2B5EF4-FFF2-40B4-BE49-F238E27FC236}">
                      <a16:creationId xmlns:a16="http://schemas.microsoft.com/office/drawing/2014/main" id="{9A874403-3E32-1C1B-5034-D746D88BC47E}"/>
                    </a:ext>
                  </a:extLst>
                </p:cNvPr>
                <p:cNvSpPr/>
                <p:nvPr/>
              </p:nvSpPr>
              <p:spPr>
                <a:xfrm>
                  <a:off x="478170" y="3216445"/>
                  <a:ext cx="484612" cy="169729"/>
                </a:xfrm>
                <a:prstGeom prst="rect">
                  <a:avLst/>
                </a:prstGeom>
                <a:solidFill>
                  <a:srgbClr val="FEDB43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0B619F0E-9C30-F471-3AAB-B30272DA440B}"/>
                    </a:ext>
                  </a:extLst>
                </p:cNvPr>
                <p:cNvSpPr txBox="1"/>
                <p:nvPr/>
              </p:nvSpPr>
              <p:spPr>
                <a:xfrm>
                  <a:off x="471626" y="3017032"/>
                  <a:ext cx="57740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SV   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5" name="직사각형 214">
                  <a:extLst>
                    <a:ext uri="{FF2B5EF4-FFF2-40B4-BE49-F238E27FC236}">
                      <a16:creationId xmlns:a16="http://schemas.microsoft.com/office/drawing/2014/main" id="{BE19FA13-8E8A-ABFF-5256-7D6CB3466947}"/>
                    </a:ext>
                  </a:extLst>
                </p:cNvPr>
                <p:cNvSpPr/>
                <p:nvPr/>
              </p:nvSpPr>
              <p:spPr>
                <a:xfrm>
                  <a:off x="484077" y="3582733"/>
                  <a:ext cx="472798" cy="18466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</p:grp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1B9054C1-E2A9-B70D-698B-4B011437DBF1}"/>
                  </a:ext>
                </a:extLst>
              </p:cNvPr>
              <p:cNvSpPr txBox="1"/>
              <p:nvPr/>
            </p:nvSpPr>
            <p:spPr>
              <a:xfrm>
                <a:off x="528850" y="2610097"/>
                <a:ext cx="40588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>
                    <a:latin typeface="+mj-lt"/>
                  </a:rPr>
                  <a:t>BNG</a:t>
                </a:r>
                <a:endParaRPr lang="ko-KR" altLang="en-US" sz="800" b="1" dirty="0">
                  <a:latin typeface="+mj-lt"/>
                </a:endParaRPr>
              </a:p>
            </p:txBody>
          </p:sp>
        </p:grp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67D140E4-CA27-5A17-982D-F8712B4F602D}"/>
                </a:ext>
              </a:extLst>
            </p:cNvPr>
            <p:cNvSpPr txBox="1"/>
            <p:nvPr/>
          </p:nvSpPr>
          <p:spPr>
            <a:xfrm>
              <a:off x="1444412" y="4166949"/>
              <a:ext cx="784879" cy="173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428639E0-92F9-5C70-2816-2E0CB5CCA123}"/>
              </a:ext>
            </a:extLst>
          </p:cNvPr>
          <p:cNvGrpSpPr/>
          <p:nvPr/>
        </p:nvGrpSpPr>
        <p:grpSpPr>
          <a:xfrm>
            <a:off x="435887" y="2748439"/>
            <a:ext cx="784879" cy="1333880"/>
            <a:chOff x="1458372" y="3301997"/>
            <a:chExt cx="784879" cy="1333880"/>
          </a:xfrm>
        </p:grpSpPr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B1E28EC2-06C9-E99F-192C-7C6119C3D7E9}"/>
                </a:ext>
              </a:extLst>
            </p:cNvPr>
            <p:cNvGrpSpPr/>
            <p:nvPr/>
          </p:nvGrpSpPr>
          <p:grpSpPr>
            <a:xfrm>
              <a:off x="1571395" y="3301997"/>
              <a:ext cx="613618" cy="1333880"/>
              <a:chOff x="466615" y="2601821"/>
              <a:chExt cx="613618" cy="1333880"/>
            </a:xfrm>
          </p:grpSpPr>
          <p:grpSp>
            <p:nvGrpSpPr>
              <p:cNvPr id="296" name="그룹 295">
                <a:extLst>
                  <a:ext uri="{FF2B5EF4-FFF2-40B4-BE49-F238E27FC236}">
                    <a16:creationId xmlns:a16="http://schemas.microsoft.com/office/drawing/2014/main" id="{7397FC45-9AC1-C3E5-59B1-EF72A376F61E}"/>
                  </a:ext>
                </a:extLst>
              </p:cNvPr>
              <p:cNvGrpSpPr/>
              <p:nvPr/>
            </p:nvGrpSpPr>
            <p:grpSpPr>
              <a:xfrm>
                <a:off x="466615" y="2601821"/>
                <a:ext cx="613618" cy="1333880"/>
                <a:chOff x="435410" y="2524495"/>
                <a:chExt cx="613618" cy="1333880"/>
              </a:xfrm>
            </p:grpSpPr>
            <p:sp>
              <p:nvSpPr>
                <p:cNvPr id="298" name="직사각형 297">
                  <a:extLst>
                    <a:ext uri="{FF2B5EF4-FFF2-40B4-BE49-F238E27FC236}">
                      <a16:creationId xmlns:a16="http://schemas.microsoft.com/office/drawing/2014/main" id="{4237253F-DC6D-D28A-511D-B36B269DEC97}"/>
                    </a:ext>
                  </a:extLst>
                </p:cNvPr>
                <p:cNvSpPr/>
                <p:nvPr/>
              </p:nvSpPr>
              <p:spPr>
                <a:xfrm>
                  <a:off x="435410" y="2524495"/>
                  <a:ext cx="602668" cy="133388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id="{C941B070-776B-46D3-D5B0-F36AFEB58F9B}"/>
                    </a:ext>
                  </a:extLst>
                </p:cNvPr>
                <p:cNvSpPr/>
                <p:nvPr/>
              </p:nvSpPr>
              <p:spPr>
                <a:xfrm>
                  <a:off x="478170" y="2864315"/>
                  <a:ext cx="484612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300" name="TextBox 299">
                  <a:extLst>
                    <a:ext uri="{FF2B5EF4-FFF2-40B4-BE49-F238E27FC236}">
                      <a16:creationId xmlns:a16="http://schemas.microsoft.com/office/drawing/2014/main" id="{AD223ACC-90C7-3B82-FAFB-4A5094862B1C}"/>
                    </a:ext>
                  </a:extLst>
                </p:cNvPr>
                <p:cNvSpPr txBox="1"/>
                <p:nvPr/>
              </p:nvSpPr>
              <p:spPr>
                <a:xfrm>
                  <a:off x="448458" y="2704729"/>
                  <a:ext cx="58221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PV   </a:t>
                  </a:r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1" name="직사각형 300">
                  <a:extLst>
                    <a:ext uri="{FF2B5EF4-FFF2-40B4-BE49-F238E27FC236}">
                      <a16:creationId xmlns:a16="http://schemas.microsoft.com/office/drawing/2014/main" id="{1D0C7D07-B073-435E-EAE1-0E2BFB697830}"/>
                    </a:ext>
                  </a:extLst>
                </p:cNvPr>
                <p:cNvSpPr/>
                <p:nvPr/>
              </p:nvSpPr>
              <p:spPr>
                <a:xfrm>
                  <a:off x="478170" y="3216445"/>
                  <a:ext cx="484612" cy="169729"/>
                </a:xfrm>
                <a:prstGeom prst="rect">
                  <a:avLst/>
                </a:prstGeom>
                <a:solidFill>
                  <a:srgbClr val="FEDB43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302" name="TextBox 301">
                  <a:extLst>
                    <a:ext uri="{FF2B5EF4-FFF2-40B4-BE49-F238E27FC236}">
                      <a16:creationId xmlns:a16="http://schemas.microsoft.com/office/drawing/2014/main" id="{5B479D87-2D61-0B7C-F02F-4948013F23E4}"/>
                    </a:ext>
                  </a:extLst>
                </p:cNvPr>
                <p:cNvSpPr txBox="1"/>
                <p:nvPr/>
              </p:nvSpPr>
              <p:spPr>
                <a:xfrm>
                  <a:off x="471626" y="3017032"/>
                  <a:ext cx="57740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SV   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3" name="직사각형 302">
                  <a:extLst>
                    <a:ext uri="{FF2B5EF4-FFF2-40B4-BE49-F238E27FC236}">
                      <a16:creationId xmlns:a16="http://schemas.microsoft.com/office/drawing/2014/main" id="{C49DDCC2-8095-794A-F557-257E0F4BA513}"/>
                    </a:ext>
                  </a:extLst>
                </p:cNvPr>
                <p:cNvSpPr/>
                <p:nvPr/>
              </p:nvSpPr>
              <p:spPr>
                <a:xfrm>
                  <a:off x="484077" y="3582733"/>
                  <a:ext cx="472798" cy="18466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</p:grp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BD2A40DB-EBF6-803B-30C9-C2BC6BB83FF3}"/>
                  </a:ext>
                </a:extLst>
              </p:cNvPr>
              <p:cNvSpPr txBox="1"/>
              <p:nvPr/>
            </p:nvSpPr>
            <p:spPr>
              <a:xfrm>
                <a:off x="528850" y="2610097"/>
                <a:ext cx="4026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>
                    <a:latin typeface="+mj-lt"/>
                  </a:rPr>
                  <a:t>PNG</a:t>
                </a:r>
                <a:endParaRPr lang="ko-KR" altLang="en-US" sz="800" b="1" dirty="0">
                  <a:latin typeface="+mj-lt"/>
                </a:endParaRPr>
              </a:p>
            </p:txBody>
          </p:sp>
        </p:grp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52A04E4B-FD7A-BB9D-9CB4-7FA446C67F00}"/>
                </a:ext>
              </a:extLst>
            </p:cNvPr>
            <p:cNvSpPr txBox="1"/>
            <p:nvPr/>
          </p:nvSpPr>
          <p:spPr>
            <a:xfrm>
              <a:off x="1458372" y="4187889"/>
              <a:ext cx="784879" cy="173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9" name="그룹 478">
            <a:extLst>
              <a:ext uri="{FF2B5EF4-FFF2-40B4-BE49-F238E27FC236}">
                <a16:creationId xmlns:a16="http://schemas.microsoft.com/office/drawing/2014/main" id="{ED613A37-FAAE-A884-A759-84876A671002}"/>
              </a:ext>
            </a:extLst>
          </p:cNvPr>
          <p:cNvGrpSpPr/>
          <p:nvPr/>
        </p:nvGrpSpPr>
        <p:grpSpPr>
          <a:xfrm>
            <a:off x="84757" y="970452"/>
            <a:ext cx="1380972" cy="415245"/>
            <a:chOff x="84757" y="970452"/>
            <a:chExt cx="1380972" cy="415245"/>
          </a:xfrm>
        </p:grpSpPr>
        <p:cxnSp>
          <p:nvCxnSpPr>
            <p:cNvPr id="317" name="직선 연결선 316">
              <a:extLst>
                <a:ext uri="{FF2B5EF4-FFF2-40B4-BE49-F238E27FC236}">
                  <a16:creationId xmlns:a16="http://schemas.microsoft.com/office/drawing/2014/main" id="{7C7E01A4-4DDD-C9EC-413E-5F857A570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5729" y="1100228"/>
              <a:ext cx="0" cy="28546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A728EB5F-2388-5350-1777-8E22EA49A016}"/>
                </a:ext>
              </a:extLst>
            </p:cNvPr>
            <p:cNvCxnSpPr>
              <a:cxnSpLocks/>
            </p:cNvCxnSpPr>
            <p:nvPr/>
          </p:nvCxnSpPr>
          <p:spPr>
            <a:xfrm>
              <a:off x="370780" y="1091761"/>
              <a:ext cx="24022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777339F6-8EF8-5C48-7EB5-400FAAE02FF9}"/>
                </a:ext>
              </a:extLst>
            </p:cNvPr>
            <p:cNvCxnSpPr>
              <a:cxnSpLocks/>
            </p:cNvCxnSpPr>
            <p:nvPr/>
          </p:nvCxnSpPr>
          <p:spPr>
            <a:xfrm>
              <a:off x="770319" y="1096467"/>
              <a:ext cx="695410" cy="925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DCD763D-3477-DDDE-14A0-D8C75EBE6627}"/>
                </a:ext>
              </a:extLst>
            </p:cNvPr>
            <p:cNvSpPr/>
            <p:nvPr/>
          </p:nvSpPr>
          <p:spPr>
            <a:xfrm>
              <a:off x="610827" y="971781"/>
              <a:ext cx="276225" cy="2379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B9AC095-C538-1C94-BBC3-54A873F927EE}"/>
                </a:ext>
              </a:extLst>
            </p:cNvPr>
            <p:cNvSpPr/>
            <p:nvPr/>
          </p:nvSpPr>
          <p:spPr>
            <a:xfrm>
              <a:off x="1037150" y="970452"/>
              <a:ext cx="276225" cy="2379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360A33F-8A77-A613-49AF-DC9453F03932}"/>
                </a:ext>
              </a:extLst>
            </p:cNvPr>
            <p:cNvSpPr txBox="1"/>
            <p:nvPr/>
          </p:nvSpPr>
          <p:spPr>
            <a:xfrm>
              <a:off x="84757" y="1009216"/>
              <a:ext cx="3401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NG</a:t>
              </a:r>
              <a:endParaRPr lang="ko-KR" altLang="en-US" sz="800" b="1" dirty="0">
                <a:latin typeface="+mj-lt"/>
              </a:endParaRPr>
            </a:p>
          </p:txBody>
        </p:sp>
      </p:grpSp>
      <p:cxnSp>
        <p:nvCxnSpPr>
          <p:cNvPr id="484" name="직선 화살표 연결선 483">
            <a:extLst>
              <a:ext uri="{FF2B5EF4-FFF2-40B4-BE49-F238E27FC236}">
                <a16:creationId xmlns:a16="http://schemas.microsoft.com/office/drawing/2014/main" id="{453051A8-EBA7-229F-6677-EE5BC19ABFBB}"/>
              </a:ext>
            </a:extLst>
          </p:cNvPr>
          <p:cNvCxnSpPr>
            <a:cxnSpLocks/>
          </p:cNvCxnSpPr>
          <p:nvPr/>
        </p:nvCxnSpPr>
        <p:spPr>
          <a:xfrm flipV="1">
            <a:off x="5215316" y="1414356"/>
            <a:ext cx="0" cy="8082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TextBox 490">
            <a:extLst>
              <a:ext uri="{FF2B5EF4-FFF2-40B4-BE49-F238E27FC236}">
                <a16:creationId xmlns:a16="http://schemas.microsoft.com/office/drawing/2014/main" id="{A19F3D57-FF8B-2C4E-C583-DE5364BA0CE2}"/>
              </a:ext>
            </a:extLst>
          </p:cNvPr>
          <p:cNvSpPr txBox="1"/>
          <p:nvPr/>
        </p:nvSpPr>
        <p:spPr>
          <a:xfrm>
            <a:off x="5009170" y="1212416"/>
            <a:ext cx="4122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Vent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517" name="원호 516">
            <a:extLst>
              <a:ext uri="{FF2B5EF4-FFF2-40B4-BE49-F238E27FC236}">
                <a16:creationId xmlns:a16="http://schemas.microsoft.com/office/drawing/2014/main" id="{01F1C47B-D780-2B4C-D6B2-7DD4BC740FDB}"/>
              </a:ext>
            </a:extLst>
          </p:cNvPr>
          <p:cNvSpPr/>
          <p:nvPr/>
        </p:nvSpPr>
        <p:spPr>
          <a:xfrm>
            <a:off x="4101973" y="2095379"/>
            <a:ext cx="278071" cy="305139"/>
          </a:xfrm>
          <a:prstGeom prst="arc">
            <a:avLst>
              <a:gd name="adj1" fmla="val 16200000"/>
              <a:gd name="adj2" fmla="val 5256034"/>
            </a:avLst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8" name="직선 연결선 527">
            <a:extLst>
              <a:ext uri="{FF2B5EF4-FFF2-40B4-BE49-F238E27FC236}">
                <a16:creationId xmlns:a16="http://schemas.microsoft.com/office/drawing/2014/main" id="{CB0E471F-53F1-BDB3-0297-C024A9CE1E6C}"/>
              </a:ext>
            </a:extLst>
          </p:cNvPr>
          <p:cNvCxnSpPr>
            <a:cxnSpLocks/>
            <a:stCxn id="517" idx="2"/>
          </p:cNvCxnSpPr>
          <p:nvPr/>
        </p:nvCxnSpPr>
        <p:spPr>
          <a:xfrm>
            <a:off x="4247395" y="2400357"/>
            <a:ext cx="6641" cy="745822"/>
          </a:xfrm>
          <a:prstGeom prst="line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0" name="그룹 539">
            <a:extLst>
              <a:ext uri="{FF2B5EF4-FFF2-40B4-BE49-F238E27FC236}">
                <a16:creationId xmlns:a16="http://schemas.microsoft.com/office/drawing/2014/main" id="{66E4DFB4-19A2-808C-E26D-ABA1E9A510EC}"/>
              </a:ext>
            </a:extLst>
          </p:cNvPr>
          <p:cNvGrpSpPr/>
          <p:nvPr/>
        </p:nvGrpSpPr>
        <p:grpSpPr>
          <a:xfrm>
            <a:off x="6721951" y="831672"/>
            <a:ext cx="617657" cy="867252"/>
            <a:chOff x="1924091" y="926786"/>
            <a:chExt cx="620563" cy="867252"/>
          </a:xfrm>
        </p:grpSpPr>
        <p:sp>
          <p:nvSpPr>
            <p:cNvPr id="541" name="직사각형 540">
              <a:extLst>
                <a:ext uri="{FF2B5EF4-FFF2-40B4-BE49-F238E27FC236}">
                  <a16:creationId xmlns:a16="http://schemas.microsoft.com/office/drawing/2014/main" id="{DC35C02B-22C9-B5A9-7616-9E2283B0A8FD}"/>
                </a:ext>
              </a:extLst>
            </p:cNvPr>
            <p:cNvSpPr/>
            <p:nvPr/>
          </p:nvSpPr>
          <p:spPr>
            <a:xfrm>
              <a:off x="1938153" y="958933"/>
              <a:ext cx="606501" cy="8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F7EE48DE-9C3B-E57E-4056-22AC74270A2C}"/>
                </a:ext>
              </a:extLst>
            </p:cNvPr>
            <p:cNvSpPr txBox="1"/>
            <p:nvPr/>
          </p:nvSpPr>
          <p:spPr>
            <a:xfrm>
              <a:off x="1982414" y="926786"/>
              <a:ext cx="5068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C - Air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543" name="직사각형 542">
              <a:extLst>
                <a:ext uri="{FF2B5EF4-FFF2-40B4-BE49-F238E27FC236}">
                  <a16:creationId xmlns:a16="http://schemas.microsoft.com/office/drawing/2014/main" id="{E98B07D8-1319-B61C-4CBD-9164394E0B52}"/>
                </a:ext>
              </a:extLst>
            </p:cNvPr>
            <p:cNvSpPr/>
            <p:nvPr/>
          </p:nvSpPr>
          <p:spPr>
            <a:xfrm>
              <a:off x="1988368" y="119895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2DEF18F2-DCAF-7E69-8125-DA80847F6E58}"/>
                </a:ext>
              </a:extLst>
            </p:cNvPr>
            <p:cNvSpPr txBox="1"/>
            <p:nvPr/>
          </p:nvSpPr>
          <p:spPr>
            <a:xfrm>
              <a:off x="1924091" y="1039365"/>
              <a:ext cx="60946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545" name="직사각형 544">
              <a:extLst>
                <a:ext uri="{FF2B5EF4-FFF2-40B4-BE49-F238E27FC236}">
                  <a16:creationId xmlns:a16="http://schemas.microsoft.com/office/drawing/2014/main" id="{F8D07520-09F5-B448-BB22-4CBE40214245}"/>
                </a:ext>
              </a:extLst>
            </p:cNvPr>
            <p:cNvSpPr/>
            <p:nvPr/>
          </p:nvSpPr>
          <p:spPr>
            <a:xfrm>
              <a:off x="1995650" y="1555660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143A9165-9BB0-DABA-CDEC-C3D88CCF0198}"/>
                </a:ext>
              </a:extLst>
            </p:cNvPr>
            <p:cNvSpPr txBox="1"/>
            <p:nvPr/>
          </p:nvSpPr>
          <p:spPr>
            <a:xfrm>
              <a:off x="1924091" y="1361836"/>
              <a:ext cx="6046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572" name="직사각형 571">
            <a:extLst>
              <a:ext uri="{FF2B5EF4-FFF2-40B4-BE49-F238E27FC236}">
                <a16:creationId xmlns:a16="http://schemas.microsoft.com/office/drawing/2014/main" id="{B8FEDC92-E3EE-CA04-BBD4-57B572C6F73D}"/>
              </a:ext>
            </a:extLst>
          </p:cNvPr>
          <p:cNvSpPr/>
          <p:nvPr/>
        </p:nvSpPr>
        <p:spPr>
          <a:xfrm>
            <a:off x="4577885" y="2110856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573" name="직사각형 572">
            <a:extLst>
              <a:ext uri="{FF2B5EF4-FFF2-40B4-BE49-F238E27FC236}">
                <a16:creationId xmlns:a16="http://schemas.microsoft.com/office/drawing/2014/main" id="{9F26BDF5-B090-5DC1-5C88-383028EE7B66}"/>
              </a:ext>
            </a:extLst>
          </p:cNvPr>
          <p:cNvSpPr/>
          <p:nvPr/>
        </p:nvSpPr>
        <p:spPr>
          <a:xfrm>
            <a:off x="6869470" y="2114693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579" name="직사각형 578">
            <a:extLst>
              <a:ext uri="{FF2B5EF4-FFF2-40B4-BE49-F238E27FC236}">
                <a16:creationId xmlns:a16="http://schemas.microsoft.com/office/drawing/2014/main" id="{6CCFCB44-FF4F-6D4B-2ABB-34EC9CA5613F}"/>
              </a:ext>
            </a:extLst>
          </p:cNvPr>
          <p:cNvSpPr/>
          <p:nvPr/>
        </p:nvSpPr>
        <p:spPr>
          <a:xfrm>
            <a:off x="6883843" y="3019296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584" name="직사각형 583">
            <a:extLst>
              <a:ext uri="{FF2B5EF4-FFF2-40B4-BE49-F238E27FC236}">
                <a16:creationId xmlns:a16="http://schemas.microsoft.com/office/drawing/2014/main" id="{BFD7529F-FC8D-D72C-13D8-98E5C1798477}"/>
              </a:ext>
            </a:extLst>
          </p:cNvPr>
          <p:cNvSpPr/>
          <p:nvPr/>
        </p:nvSpPr>
        <p:spPr>
          <a:xfrm>
            <a:off x="5069498" y="1580979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587" name="직선 연결선 586">
            <a:extLst>
              <a:ext uri="{FF2B5EF4-FFF2-40B4-BE49-F238E27FC236}">
                <a16:creationId xmlns:a16="http://schemas.microsoft.com/office/drawing/2014/main" id="{0D9A1074-79EC-5926-1589-A49076D55273}"/>
              </a:ext>
            </a:extLst>
          </p:cNvPr>
          <p:cNvCxnSpPr>
            <a:cxnSpLocks/>
          </p:cNvCxnSpPr>
          <p:nvPr/>
        </p:nvCxnSpPr>
        <p:spPr>
          <a:xfrm flipH="1" flipV="1">
            <a:off x="6626624" y="2210480"/>
            <a:ext cx="14606" cy="9472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6" name="그룹 605">
            <a:extLst>
              <a:ext uri="{FF2B5EF4-FFF2-40B4-BE49-F238E27FC236}">
                <a16:creationId xmlns:a16="http://schemas.microsoft.com/office/drawing/2014/main" id="{34BE5059-CD04-1EE0-7B37-C75B71FC57E2}"/>
              </a:ext>
            </a:extLst>
          </p:cNvPr>
          <p:cNvGrpSpPr/>
          <p:nvPr/>
        </p:nvGrpSpPr>
        <p:grpSpPr>
          <a:xfrm>
            <a:off x="5577463" y="1971568"/>
            <a:ext cx="728603" cy="640564"/>
            <a:chOff x="5165083" y="1927291"/>
            <a:chExt cx="728603" cy="640564"/>
          </a:xfrm>
        </p:grpSpPr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354FB7C3-AE9F-ED94-7559-9E10605455D0}"/>
                </a:ext>
              </a:extLst>
            </p:cNvPr>
            <p:cNvSpPr/>
            <p:nvPr/>
          </p:nvSpPr>
          <p:spPr>
            <a:xfrm>
              <a:off x="5165083" y="1927291"/>
              <a:ext cx="701566" cy="640564"/>
            </a:xfrm>
            <a:prstGeom prst="rect">
              <a:avLst/>
            </a:prstGeom>
            <a:solidFill>
              <a:srgbClr val="FED2D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id="{900A74B5-A4BE-C29B-2FB6-405F0150656A}"/>
                </a:ext>
              </a:extLst>
            </p:cNvPr>
            <p:cNvSpPr txBox="1"/>
            <p:nvPr/>
          </p:nvSpPr>
          <p:spPr>
            <a:xfrm>
              <a:off x="5171736" y="2100552"/>
              <a:ext cx="721950" cy="237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AHX_TC  [</a:t>
              </a:r>
              <a:r>
                <a:rPr lang="ko-KR" altLang="en-US" sz="700" b="1" dirty="0">
                  <a:latin typeface="+mj-lt"/>
                </a:rPr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466" name="직사각형 465">
              <a:extLst>
                <a:ext uri="{FF2B5EF4-FFF2-40B4-BE49-F238E27FC236}">
                  <a16:creationId xmlns:a16="http://schemas.microsoft.com/office/drawing/2014/main" id="{232BB05F-BF0C-8373-40DC-3A44D7B01C76}"/>
                </a:ext>
              </a:extLst>
            </p:cNvPr>
            <p:cNvSpPr/>
            <p:nvPr/>
          </p:nvSpPr>
          <p:spPr>
            <a:xfrm>
              <a:off x="5276697" y="2276478"/>
              <a:ext cx="467794" cy="224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sp>
          <p:nvSpPr>
            <p:cNvPr id="604" name="TextBox 603">
              <a:extLst>
                <a:ext uri="{FF2B5EF4-FFF2-40B4-BE49-F238E27FC236}">
                  <a16:creationId xmlns:a16="http://schemas.microsoft.com/office/drawing/2014/main" id="{836F71C1-DEB3-8CC1-4A6F-16FFE780AD55}"/>
                </a:ext>
              </a:extLst>
            </p:cNvPr>
            <p:cNvSpPr txBox="1"/>
            <p:nvPr/>
          </p:nvSpPr>
          <p:spPr>
            <a:xfrm>
              <a:off x="5178928" y="1934418"/>
              <a:ext cx="6944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AOG HX</a:t>
              </a:r>
              <a:endParaRPr lang="ko-KR" altLang="en-US" sz="1000" b="1" dirty="0">
                <a:latin typeface="+mj-lt"/>
              </a:endParaRPr>
            </a:p>
          </p:txBody>
        </p:sp>
      </p:grpSp>
      <p:sp>
        <p:nvSpPr>
          <p:cNvPr id="698" name="TextBox 697">
            <a:extLst>
              <a:ext uri="{FF2B5EF4-FFF2-40B4-BE49-F238E27FC236}">
                <a16:creationId xmlns:a16="http://schemas.microsoft.com/office/drawing/2014/main" id="{C3B6804E-E6C4-9A2A-7620-736FF2990F07}"/>
              </a:ext>
            </a:extLst>
          </p:cNvPr>
          <p:cNvSpPr txBox="1"/>
          <p:nvPr/>
        </p:nvSpPr>
        <p:spPr>
          <a:xfrm>
            <a:off x="7015739" y="1710490"/>
            <a:ext cx="4122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Vent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699" name="직선 화살표 연결선 698">
            <a:extLst>
              <a:ext uri="{FF2B5EF4-FFF2-40B4-BE49-F238E27FC236}">
                <a16:creationId xmlns:a16="http://schemas.microsoft.com/office/drawing/2014/main" id="{7E40FA50-290D-A521-6DCD-8A1F1DF11766}"/>
              </a:ext>
            </a:extLst>
          </p:cNvPr>
          <p:cNvCxnSpPr>
            <a:cxnSpLocks/>
          </p:cNvCxnSpPr>
          <p:nvPr/>
        </p:nvCxnSpPr>
        <p:spPr>
          <a:xfrm flipH="1">
            <a:off x="7359903" y="1824711"/>
            <a:ext cx="425490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7" name="그룹 796">
            <a:extLst>
              <a:ext uri="{FF2B5EF4-FFF2-40B4-BE49-F238E27FC236}">
                <a16:creationId xmlns:a16="http://schemas.microsoft.com/office/drawing/2014/main" id="{C1F2A473-8D0F-55FB-374F-F244FF00B560}"/>
              </a:ext>
            </a:extLst>
          </p:cNvPr>
          <p:cNvGrpSpPr/>
          <p:nvPr/>
        </p:nvGrpSpPr>
        <p:grpSpPr>
          <a:xfrm>
            <a:off x="4133699" y="3756106"/>
            <a:ext cx="784879" cy="1228973"/>
            <a:chOff x="1461346" y="3331213"/>
            <a:chExt cx="784879" cy="1228973"/>
          </a:xfrm>
        </p:grpSpPr>
        <p:grpSp>
          <p:nvGrpSpPr>
            <p:cNvPr id="798" name="그룹 797">
              <a:extLst>
                <a:ext uri="{FF2B5EF4-FFF2-40B4-BE49-F238E27FC236}">
                  <a16:creationId xmlns:a16="http://schemas.microsoft.com/office/drawing/2014/main" id="{183B1467-323C-58CC-756B-948B500980E1}"/>
                </a:ext>
              </a:extLst>
            </p:cNvPr>
            <p:cNvGrpSpPr/>
            <p:nvPr/>
          </p:nvGrpSpPr>
          <p:grpSpPr>
            <a:xfrm>
              <a:off x="1571395" y="3331213"/>
              <a:ext cx="613618" cy="1228973"/>
              <a:chOff x="466615" y="2631037"/>
              <a:chExt cx="613618" cy="1228973"/>
            </a:xfrm>
          </p:grpSpPr>
          <p:grpSp>
            <p:nvGrpSpPr>
              <p:cNvPr id="800" name="그룹 799">
                <a:extLst>
                  <a:ext uri="{FF2B5EF4-FFF2-40B4-BE49-F238E27FC236}">
                    <a16:creationId xmlns:a16="http://schemas.microsoft.com/office/drawing/2014/main" id="{B24587AA-8383-A207-1EBB-E7068E275FB2}"/>
                  </a:ext>
                </a:extLst>
              </p:cNvPr>
              <p:cNvGrpSpPr/>
              <p:nvPr/>
            </p:nvGrpSpPr>
            <p:grpSpPr>
              <a:xfrm>
                <a:off x="466615" y="2632371"/>
                <a:ext cx="613618" cy="1227639"/>
                <a:chOff x="435410" y="2555045"/>
                <a:chExt cx="613618" cy="1227639"/>
              </a:xfrm>
            </p:grpSpPr>
            <p:sp>
              <p:nvSpPr>
                <p:cNvPr id="802" name="직사각형 801">
                  <a:extLst>
                    <a:ext uri="{FF2B5EF4-FFF2-40B4-BE49-F238E27FC236}">
                      <a16:creationId xmlns:a16="http://schemas.microsoft.com/office/drawing/2014/main" id="{1EDE14A2-AD5F-1957-5641-20BC0F22D3AC}"/>
                    </a:ext>
                  </a:extLst>
                </p:cNvPr>
                <p:cNvSpPr/>
                <p:nvPr/>
              </p:nvSpPr>
              <p:spPr>
                <a:xfrm>
                  <a:off x="435410" y="2555045"/>
                  <a:ext cx="602668" cy="122763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  <p:sp>
              <p:nvSpPr>
                <p:cNvPr id="803" name="직사각형 802">
                  <a:extLst>
                    <a:ext uri="{FF2B5EF4-FFF2-40B4-BE49-F238E27FC236}">
                      <a16:creationId xmlns:a16="http://schemas.microsoft.com/office/drawing/2014/main" id="{F9016F4E-EA65-AAA8-FE40-0EBCDFC2A571}"/>
                    </a:ext>
                  </a:extLst>
                </p:cNvPr>
                <p:cNvSpPr/>
                <p:nvPr/>
              </p:nvSpPr>
              <p:spPr>
                <a:xfrm>
                  <a:off x="478170" y="2864315"/>
                  <a:ext cx="484612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804" name="TextBox 803">
                  <a:extLst>
                    <a:ext uri="{FF2B5EF4-FFF2-40B4-BE49-F238E27FC236}">
                      <a16:creationId xmlns:a16="http://schemas.microsoft.com/office/drawing/2014/main" id="{89E8C15F-4C4E-0511-81DE-10DD7B6A5C97}"/>
                    </a:ext>
                  </a:extLst>
                </p:cNvPr>
                <p:cNvSpPr txBox="1"/>
                <p:nvPr/>
              </p:nvSpPr>
              <p:spPr>
                <a:xfrm>
                  <a:off x="448458" y="2704729"/>
                  <a:ext cx="58221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PV   </a:t>
                  </a:r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5" name="직사각형 804">
                  <a:extLst>
                    <a:ext uri="{FF2B5EF4-FFF2-40B4-BE49-F238E27FC236}">
                      <a16:creationId xmlns:a16="http://schemas.microsoft.com/office/drawing/2014/main" id="{570685FC-F14B-2DA9-563F-6F85A1B04D26}"/>
                    </a:ext>
                  </a:extLst>
                </p:cNvPr>
                <p:cNvSpPr/>
                <p:nvPr/>
              </p:nvSpPr>
              <p:spPr>
                <a:xfrm>
                  <a:off x="478170" y="3182577"/>
                  <a:ext cx="484612" cy="169729"/>
                </a:xfrm>
                <a:prstGeom prst="rect">
                  <a:avLst/>
                </a:prstGeom>
                <a:solidFill>
                  <a:srgbClr val="FEDB43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  <p:sp>
              <p:nvSpPr>
                <p:cNvPr id="806" name="TextBox 805">
                  <a:extLst>
                    <a:ext uri="{FF2B5EF4-FFF2-40B4-BE49-F238E27FC236}">
                      <a16:creationId xmlns:a16="http://schemas.microsoft.com/office/drawing/2014/main" id="{31770D72-8E47-95CE-91C3-FEB02DEC8532}"/>
                    </a:ext>
                  </a:extLst>
                </p:cNvPr>
                <p:cNvSpPr txBox="1"/>
                <p:nvPr/>
              </p:nvSpPr>
              <p:spPr>
                <a:xfrm>
                  <a:off x="471626" y="3017032"/>
                  <a:ext cx="57740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SV   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7" name="직사각형 806">
                  <a:extLst>
                    <a:ext uri="{FF2B5EF4-FFF2-40B4-BE49-F238E27FC236}">
                      <a16:creationId xmlns:a16="http://schemas.microsoft.com/office/drawing/2014/main" id="{951CE9CB-FAE2-9CF1-AC6E-DDBAAFF887F7}"/>
                    </a:ext>
                  </a:extLst>
                </p:cNvPr>
                <p:cNvSpPr/>
                <p:nvPr/>
              </p:nvSpPr>
              <p:spPr>
                <a:xfrm>
                  <a:off x="501011" y="3523465"/>
                  <a:ext cx="472798" cy="18466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</p:grpSp>
          <p:sp>
            <p:nvSpPr>
              <p:cNvPr id="801" name="TextBox 800">
                <a:extLst>
                  <a:ext uri="{FF2B5EF4-FFF2-40B4-BE49-F238E27FC236}">
                    <a16:creationId xmlns:a16="http://schemas.microsoft.com/office/drawing/2014/main" id="{3AA7941C-921A-CE32-9F69-C0C57174D91D}"/>
                  </a:ext>
                </a:extLst>
              </p:cNvPr>
              <p:cNvSpPr txBox="1"/>
              <p:nvPr/>
            </p:nvSpPr>
            <p:spPr>
              <a:xfrm>
                <a:off x="528850" y="2631037"/>
                <a:ext cx="4780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 err="1">
                    <a:latin typeface="+mj-lt"/>
                  </a:rPr>
                  <a:t>Ref.W</a:t>
                </a:r>
                <a:endParaRPr lang="ko-KR" altLang="en-US" sz="800" b="1" dirty="0">
                  <a:latin typeface="+mj-lt"/>
                </a:endParaRPr>
              </a:p>
            </p:txBody>
          </p:sp>
        </p:grpSp>
        <p:sp>
          <p:nvSpPr>
            <p:cNvPr id="799" name="TextBox 798">
              <a:extLst>
                <a:ext uri="{FF2B5EF4-FFF2-40B4-BE49-F238E27FC236}">
                  <a16:creationId xmlns:a16="http://schemas.microsoft.com/office/drawing/2014/main" id="{8BA35100-8198-E68F-6526-90755A5214D9}"/>
                </a:ext>
              </a:extLst>
            </p:cNvPr>
            <p:cNvSpPr txBox="1"/>
            <p:nvPr/>
          </p:nvSpPr>
          <p:spPr>
            <a:xfrm>
              <a:off x="1461346" y="4128621"/>
              <a:ext cx="784879" cy="173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342C6F93-413F-7275-A479-3A2F59F6F93D}"/>
              </a:ext>
            </a:extLst>
          </p:cNvPr>
          <p:cNvGrpSpPr/>
          <p:nvPr/>
        </p:nvGrpSpPr>
        <p:grpSpPr>
          <a:xfrm>
            <a:off x="7118330" y="4626331"/>
            <a:ext cx="2393050" cy="1377960"/>
            <a:chOff x="7460349" y="4773278"/>
            <a:chExt cx="2393050" cy="1377960"/>
          </a:xfrm>
        </p:grpSpPr>
        <p:grpSp>
          <p:nvGrpSpPr>
            <p:cNvPr id="611" name="그룹 610">
              <a:extLst>
                <a:ext uri="{FF2B5EF4-FFF2-40B4-BE49-F238E27FC236}">
                  <a16:creationId xmlns:a16="http://schemas.microsoft.com/office/drawing/2014/main" id="{17A7E3BC-74FB-229A-CB18-8A16B7C0A835}"/>
                </a:ext>
              </a:extLst>
            </p:cNvPr>
            <p:cNvGrpSpPr/>
            <p:nvPr/>
          </p:nvGrpSpPr>
          <p:grpSpPr>
            <a:xfrm>
              <a:off x="7985562" y="4773278"/>
              <a:ext cx="1867837" cy="1377960"/>
              <a:chOff x="6621593" y="5360666"/>
              <a:chExt cx="1867837" cy="1377960"/>
            </a:xfrm>
          </p:grpSpPr>
          <p:sp>
            <p:nvSpPr>
              <p:cNvPr id="610" name="직사각형 609">
                <a:extLst>
                  <a:ext uri="{FF2B5EF4-FFF2-40B4-BE49-F238E27FC236}">
                    <a16:creationId xmlns:a16="http://schemas.microsoft.com/office/drawing/2014/main" id="{22DAF770-D070-FBE9-FC10-3372DBB2BF15}"/>
                  </a:ext>
                </a:extLst>
              </p:cNvPr>
              <p:cNvSpPr/>
              <p:nvPr/>
            </p:nvSpPr>
            <p:spPr>
              <a:xfrm>
                <a:off x="6646357" y="5360666"/>
                <a:ext cx="1749899" cy="13779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FC4864DE-1E39-E6ED-6603-0914618835E8}"/>
                  </a:ext>
                </a:extLst>
              </p:cNvPr>
              <p:cNvSpPr txBox="1"/>
              <p:nvPr/>
            </p:nvSpPr>
            <p:spPr>
              <a:xfrm>
                <a:off x="6621593" y="5369513"/>
                <a:ext cx="9348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latin typeface="+mj-lt"/>
                    <a:cs typeface="Times New Roman" panose="02020603050405020304" pitchFamily="18" charset="0"/>
                  </a:rPr>
                  <a:t>DI.W Tank</a:t>
                </a:r>
                <a:endParaRPr lang="ko-KR" altLang="en-US" sz="12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453CF7AF-64EE-BE42-0FEB-A6582B816696}"/>
                  </a:ext>
                </a:extLst>
              </p:cNvPr>
              <p:cNvSpPr/>
              <p:nvPr/>
            </p:nvSpPr>
            <p:spPr>
              <a:xfrm>
                <a:off x="7760965" y="5577718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A376BC0-3C6E-E7E4-EA42-7163D322CF99}"/>
                  </a:ext>
                </a:extLst>
              </p:cNvPr>
              <p:cNvSpPr txBox="1"/>
              <p:nvPr/>
            </p:nvSpPr>
            <p:spPr>
              <a:xfrm>
                <a:off x="7495297" y="5390876"/>
                <a:ext cx="97174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DI.W Temp. [</a:t>
                </a:r>
                <a:r>
                  <a:rPr lang="ko-KR" altLang="en-US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5CAFF990-ABC0-4581-756B-5CA86A705F6B}"/>
                  </a:ext>
                </a:extLst>
              </p:cNvPr>
              <p:cNvSpPr/>
              <p:nvPr/>
            </p:nvSpPr>
            <p:spPr>
              <a:xfrm>
                <a:off x="7827032" y="6112613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D909F629-199F-004E-43E4-40F370B09F50}"/>
                      </a:ext>
                    </a:extLst>
                  </p:cNvPr>
                  <p:cNvSpPr txBox="1"/>
                  <p:nvPr/>
                </p:nvSpPr>
                <p:spPr>
                  <a:xfrm>
                    <a:off x="7696284" y="5903544"/>
                    <a:ext cx="691728" cy="2024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PV [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ko-KR" altLang="en-US" sz="700" b="1" i="1" smtClean="0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700" b="1" i="1" smtClean="0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𝝁</m:t>
                            </m:r>
                            <m:r>
                              <m:rPr>
                                <m:sty m:val="p"/>
                              </m:rP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s</m:t>
                            </m:r>
                            <m: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cm</m:t>
                            </m:r>
                          </m:e>
                          <m:sup>
                            <m: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  <a:r>
                      <a:rPr lang="en-US" altLang="ko-KR" sz="7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7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3BCE5D7A-8C6D-D95C-08FD-C474883A20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6284" y="5903544"/>
                    <a:ext cx="691728" cy="20249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606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2E0BBE5E-B030-878B-741B-17DC4D171EE8}"/>
                  </a:ext>
                </a:extLst>
              </p:cNvPr>
              <p:cNvSpPr/>
              <p:nvPr/>
            </p:nvSpPr>
            <p:spPr>
              <a:xfrm>
                <a:off x="7817203" y="6500610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B9E5B0FC-06DF-9FA5-B79C-95F33B0EF660}"/>
                      </a:ext>
                    </a:extLst>
                  </p:cNvPr>
                  <p:cNvSpPr txBox="1"/>
                  <p:nvPr/>
                </p:nvSpPr>
                <p:spPr>
                  <a:xfrm>
                    <a:off x="7711998" y="6292150"/>
                    <a:ext cx="720583" cy="2024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b="1" dirty="0">
                        <a:latin typeface="+mj-lt"/>
                        <a:cs typeface="Times New Roman" panose="02020603050405020304" pitchFamily="18" charset="0"/>
                      </a:rPr>
                      <a:t>SV </a:t>
                    </a:r>
                    <a:r>
                      <a:rPr lang="en-US" altLang="ko-KR" sz="7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 [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ko-KR" altLang="en-US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𝝁</m:t>
                            </m:r>
                            <m:r>
                              <m:rPr>
                                <m:sty m:val="p"/>
                              </m:rP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s</m:t>
                            </m:r>
                            <m: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cm</m:t>
                            </m:r>
                          </m:e>
                          <m:sup>
                            <m: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  <a:r>
                      <a:rPr lang="en-US" altLang="ko-KR" sz="7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7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C0D68833-8B25-CAA3-93DC-456FE3337A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11998" y="6292150"/>
                    <a:ext cx="720583" cy="20249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06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8F250C50-2F04-7673-0559-0D9070B7B9AE}"/>
                  </a:ext>
                </a:extLst>
              </p:cNvPr>
              <p:cNvSpPr txBox="1"/>
              <p:nvPr/>
            </p:nvSpPr>
            <p:spPr>
              <a:xfrm>
                <a:off x="7510215" y="5777832"/>
                <a:ext cx="97921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>
                    <a:latin typeface="+mj-lt"/>
                  </a:rPr>
                  <a:t>DI Conductivity</a:t>
                </a:r>
                <a:endParaRPr lang="ko-KR" altLang="en-US" sz="800" b="1" dirty="0">
                  <a:latin typeface="+mj-lt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47D6D8AD-0695-F1CD-634C-E1B7F9C43276}"/>
                  </a:ext>
                </a:extLst>
              </p:cNvPr>
              <p:cNvSpPr txBox="1"/>
              <p:nvPr/>
            </p:nvSpPr>
            <p:spPr>
              <a:xfrm>
                <a:off x="6628691" y="5750070"/>
                <a:ext cx="654345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High T [</a:t>
                </a:r>
                <a:r>
                  <a:rPr lang="ko-KR" altLang="en-US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C324D2B4-FAE2-952F-1355-BAF6827E265F}"/>
                  </a:ext>
                </a:extLst>
              </p:cNvPr>
              <p:cNvSpPr txBox="1"/>
              <p:nvPr/>
            </p:nvSpPr>
            <p:spPr>
              <a:xfrm>
                <a:off x="6622866" y="6342957"/>
                <a:ext cx="62549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Low T [℃]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B699BB87-3F42-F55D-8F33-86E7B481E55C}"/>
                  </a:ext>
                </a:extLst>
              </p:cNvPr>
              <p:cNvSpPr/>
              <p:nvPr/>
            </p:nvSpPr>
            <p:spPr>
              <a:xfrm>
                <a:off x="6722948" y="6504233"/>
                <a:ext cx="448875" cy="16004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2EBB9F61-3F27-0BF3-9423-94EB14ECC3A2}"/>
                  </a:ext>
                </a:extLst>
              </p:cNvPr>
              <p:cNvSpPr/>
              <p:nvPr/>
            </p:nvSpPr>
            <p:spPr>
              <a:xfrm>
                <a:off x="6717691" y="5937066"/>
                <a:ext cx="448875" cy="13965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2BCE2AA-1592-97A9-319F-9126EC071806}"/>
                </a:ext>
              </a:extLst>
            </p:cNvPr>
            <p:cNvSpPr txBox="1"/>
            <p:nvPr/>
          </p:nvSpPr>
          <p:spPr>
            <a:xfrm>
              <a:off x="7460349" y="5545510"/>
              <a:ext cx="6254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>
                  <a:ea typeface="굴림" panose="020B0600000101010101" pitchFamily="50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1000" b="1" dirty="0">
                  <a:ea typeface="굴림" panose="020B0600000101010101" pitchFamily="50" charset="-127"/>
                  <a:cs typeface="Times New Roman" panose="02020603050405020304" pitchFamily="18" charset="0"/>
                </a:rPr>
                <a:t>COIL B</a:t>
              </a:r>
              <a:endParaRPr lang="ko-KR" altLang="en-US" sz="1000" b="1" dirty="0">
                <a:cs typeface="Times New Roman" panose="02020603050405020304" pitchFamily="18" charset="0"/>
              </a:endParaRPr>
            </a:p>
          </p:txBody>
        </p:sp>
        <p:cxnSp>
          <p:nvCxnSpPr>
            <p:cNvPr id="237" name="연결선: 꺾임 236">
              <a:extLst>
                <a:ext uri="{FF2B5EF4-FFF2-40B4-BE49-F238E27FC236}">
                  <a16:creationId xmlns:a16="http://schemas.microsoft.com/office/drawing/2014/main" id="{DE34E4CA-E5D2-B50A-8FAC-A2620FA5249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762557" y="5267448"/>
              <a:ext cx="1132572" cy="631904"/>
            </a:xfrm>
            <a:prstGeom prst="bentConnector3">
              <a:avLst>
                <a:gd name="adj1" fmla="val 13638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3541B555-19C7-D10F-FFDB-B57265420B7E}"/>
              </a:ext>
            </a:extLst>
          </p:cNvPr>
          <p:cNvGrpSpPr/>
          <p:nvPr/>
        </p:nvGrpSpPr>
        <p:grpSpPr>
          <a:xfrm>
            <a:off x="4982406" y="4957255"/>
            <a:ext cx="980873" cy="1685068"/>
            <a:chOff x="3945418" y="5082895"/>
            <a:chExt cx="980873" cy="1685068"/>
          </a:xfrm>
        </p:grpSpPr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002D3E3B-FA43-D3FD-419E-253BDCD70E8B}"/>
                </a:ext>
              </a:extLst>
            </p:cNvPr>
            <p:cNvSpPr/>
            <p:nvPr/>
          </p:nvSpPr>
          <p:spPr>
            <a:xfrm>
              <a:off x="3975822" y="5082895"/>
              <a:ext cx="862734" cy="168506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22" name="그룹 521">
              <a:extLst>
                <a:ext uri="{FF2B5EF4-FFF2-40B4-BE49-F238E27FC236}">
                  <a16:creationId xmlns:a16="http://schemas.microsoft.com/office/drawing/2014/main" id="{19400279-6E56-431D-5366-BCEB09EEC381}"/>
                </a:ext>
              </a:extLst>
            </p:cNvPr>
            <p:cNvGrpSpPr/>
            <p:nvPr/>
          </p:nvGrpSpPr>
          <p:grpSpPr>
            <a:xfrm>
              <a:off x="3945418" y="5101664"/>
              <a:ext cx="980873" cy="1595660"/>
              <a:chOff x="3264671" y="5340967"/>
              <a:chExt cx="980873" cy="1595660"/>
            </a:xfrm>
          </p:grpSpPr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C5DBA3E6-080A-78AC-08C8-35576B553CC6}"/>
                  </a:ext>
                </a:extLst>
              </p:cNvPr>
              <p:cNvSpPr txBox="1"/>
              <p:nvPr/>
            </p:nvSpPr>
            <p:spPr>
              <a:xfrm>
                <a:off x="3289136" y="5340967"/>
                <a:ext cx="9564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latin typeface="+mj-lt"/>
                  </a:rPr>
                  <a:t>H.W Tank</a:t>
                </a:r>
                <a:endParaRPr lang="ko-KR" altLang="en-US" sz="1200" b="1" dirty="0">
                  <a:latin typeface="+mj-lt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4B35747-6C13-B0CF-5BC1-2094C844A8F9}"/>
                  </a:ext>
                </a:extLst>
              </p:cNvPr>
              <p:cNvSpPr txBox="1"/>
              <p:nvPr/>
            </p:nvSpPr>
            <p:spPr>
              <a:xfrm>
                <a:off x="3281822" y="5977563"/>
                <a:ext cx="654345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High T [</a:t>
                </a:r>
                <a:r>
                  <a:rPr lang="ko-KR" altLang="en-US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CA466A6-9DD4-B12B-2577-730BDBBB8524}"/>
                  </a:ext>
                </a:extLst>
              </p:cNvPr>
              <p:cNvSpPr txBox="1"/>
              <p:nvPr/>
            </p:nvSpPr>
            <p:spPr>
              <a:xfrm>
                <a:off x="3289957" y="6615306"/>
                <a:ext cx="62549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Low T [℃]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2B61D15D-BF73-005B-B3B2-B24067CDE375}"/>
                  </a:ext>
                </a:extLst>
              </p:cNvPr>
              <p:cNvSpPr/>
              <p:nvPr/>
            </p:nvSpPr>
            <p:spPr>
              <a:xfrm>
                <a:off x="3356909" y="6776583"/>
                <a:ext cx="448875" cy="16004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5C3B3F0E-73BE-96A4-B8F7-495917DF01DC}"/>
                  </a:ext>
                </a:extLst>
              </p:cNvPr>
              <p:cNvSpPr/>
              <p:nvPr/>
            </p:nvSpPr>
            <p:spPr>
              <a:xfrm>
                <a:off x="3349103" y="6164559"/>
                <a:ext cx="448875" cy="16004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FA954B3C-681B-DFFA-94B8-DDA66506810E}"/>
                  </a:ext>
                </a:extLst>
              </p:cNvPr>
              <p:cNvSpPr/>
              <p:nvPr/>
            </p:nvSpPr>
            <p:spPr>
              <a:xfrm>
                <a:off x="3455857" y="5742976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CE89C74-44C2-FB80-F1E0-A9F76DFDC2A3}"/>
                  </a:ext>
                </a:extLst>
              </p:cNvPr>
              <p:cNvSpPr txBox="1"/>
              <p:nvPr/>
            </p:nvSpPr>
            <p:spPr>
              <a:xfrm>
                <a:off x="3264671" y="5538401"/>
                <a:ext cx="94128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H.W Temp. [</a:t>
                </a:r>
                <a:r>
                  <a:rPr lang="ko-KR" altLang="en-US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55" name="연결선: 꺾임 254">
              <a:extLst>
                <a:ext uri="{FF2B5EF4-FFF2-40B4-BE49-F238E27FC236}">
                  <a16:creationId xmlns:a16="http://schemas.microsoft.com/office/drawing/2014/main" id="{AC89F170-997C-6621-1753-3F3FA73F895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727914" y="5850845"/>
              <a:ext cx="1135791" cy="639977"/>
            </a:xfrm>
            <a:prstGeom prst="bentConnector3">
              <a:avLst>
                <a:gd name="adj1" fmla="val 12119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4" name="직선 연결선 333">
            <a:extLst>
              <a:ext uri="{FF2B5EF4-FFF2-40B4-BE49-F238E27FC236}">
                <a16:creationId xmlns:a16="http://schemas.microsoft.com/office/drawing/2014/main" id="{C7787452-1828-3CEF-2D2F-5D68C4156F3D}"/>
              </a:ext>
            </a:extLst>
          </p:cNvPr>
          <p:cNvCxnSpPr>
            <a:cxnSpLocks/>
          </p:cNvCxnSpPr>
          <p:nvPr/>
        </p:nvCxnSpPr>
        <p:spPr>
          <a:xfrm>
            <a:off x="4567073" y="6016698"/>
            <a:ext cx="408672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63FCC5E6-6C56-0521-9FFF-DB16C1F6DD6C}"/>
              </a:ext>
            </a:extLst>
          </p:cNvPr>
          <p:cNvSpPr txBox="1"/>
          <p:nvPr/>
        </p:nvSpPr>
        <p:spPr>
          <a:xfrm>
            <a:off x="3402926" y="6145233"/>
            <a:ext cx="5052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>
                <a:latin typeface="+mj-lt"/>
              </a:rPr>
              <a:t>City.W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344" name="연결선: 꺾임 343">
            <a:extLst>
              <a:ext uri="{FF2B5EF4-FFF2-40B4-BE49-F238E27FC236}">
                <a16:creationId xmlns:a16="http://schemas.microsoft.com/office/drawing/2014/main" id="{64FA4868-AB61-FF2F-A5A9-CE2558155275}"/>
              </a:ext>
            </a:extLst>
          </p:cNvPr>
          <p:cNvCxnSpPr>
            <a:cxnSpLocks/>
          </p:cNvCxnSpPr>
          <p:nvPr/>
        </p:nvCxnSpPr>
        <p:spPr>
          <a:xfrm flipV="1">
            <a:off x="4050215" y="5437505"/>
            <a:ext cx="956655" cy="820814"/>
          </a:xfrm>
          <a:prstGeom prst="bentConnector3">
            <a:avLst>
              <a:gd name="adj1" fmla="val 4033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F2B6CD95-8FA9-4989-049D-31579E327BA0}"/>
              </a:ext>
            </a:extLst>
          </p:cNvPr>
          <p:cNvSpPr/>
          <p:nvPr/>
        </p:nvSpPr>
        <p:spPr>
          <a:xfrm>
            <a:off x="9047269" y="6127467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1FE37A6B-9A65-6232-0D09-0E869B1FB09A}"/>
              </a:ext>
            </a:extLst>
          </p:cNvPr>
          <p:cNvSpPr txBox="1"/>
          <p:nvPr/>
        </p:nvSpPr>
        <p:spPr>
          <a:xfrm>
            <a:off x="8969271" y="6504708"/>
            <a:ext cx="449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Drain</a:t>
            </a:r>
            <a:endParaRPr lang="ko-KR" altLang="en-US" sz="800" b="1" dirty="0">
              <a:latin typeface="+mj-lt"/>
            </a:endParaRPr>
          </a:p>
        </p:txBody>
      </p:sp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83CC4735-2292-8043-2A97-5DE6A30A5AE4}"/>
              </a:ext>
            </a:extLst>
          </p:cNvPr>
          <p:cNvGrpSpPr/>
          <p:nvPr/>
        </p:nvGrpSpPr>
        <p:grpSpPr>
          <a:xfrm>
            <a:off x="5587352" y="2901538"/>
            <a:ext cx="728603" cy="671974"/>
            <a:chOff x="3920333" y="4398323"/>
            <a:chExt cx="728603" cy="671974"/>
          </a:xfrm>
        </p:grpSpPr>
        <p:sp>
          <p:nvSpPr>
            <p:cNvPr id="354" name="직사각형 353">
              <a:extLst>
                <a:ext uri="{FF2B5EF4-FFF2-40B4-BE49-F238E27FC236}">
                  <a16:creationId xmlns:a16="http://schemas.microsoft.com/office/drawing/2014/main" id="{76CC95F8-6501-28EE-4497-FC5F8FA1118E}"/>
                </a:ext>
              </a:extLst>
            </p:cNvPr>
            <p:cNvSpPr/>
            <p:nvPr/>
          </p:nvSpPr>
          <p:spPr>
            <a:xfrm>
              <a:off x="3920333" y="4398323"/>
              <a:ext cx="693171" cy="671974"/>
            </a:xfrm>
            <a:prstGeom prst="rect">
              <a:avLst/>
            </a:prstGeom>
            <a:solidFill>
              <a:srgbClr val="FED2D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30D38D4F-93DA-C7A4-F8C6-1D7F29F56526}"/>
                </a:ext>
              </a:extLst>
            </p:cNvPr>
            <p:cNvSpPr txBox="1"/>
            <p:nvPr/>
          </p:nvSpPr>
          <p:spPr>
            <a:xfrm>
              <a:off x="3926986" y="4598253"/>
              <a:ext cx="721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BHX_TC  [</a:t>
              </a:r>
              <a:r>
                <a:rPr lang="ko-KR" altLang="en-US" sz="700" b="1" dirty="0">
                  <a:latin typeface="+mj-lt"/>
                </a:rPr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56" name="직사각형 355">
              <a:extLst>
                <a:ext uri="{FF2B5EF4-FFF2-40B4-BE49-F238E27FC236}">
                  <a16:creationId xmlns:a16="http://schemas.microsoft.com/office/drawing/2014/main" id="{4772861D-AAD2-92A4-4F02-BB0BF4822F1B}"/>
                </a:ext>
              </a:extLst>
            </p:cNvPr>
            <p:cNvSpPr/>
            <p:nvPr/>
          </p:nvSpPr>
          <p:spPr>
            <a:xfrm>
              <a:off x="4031947" y="4774179"/>
              <a:ext cx="467794" cy="224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AD75305B-4956-0A07-54BB-00F84779FA48}"/>
                </a:ext>
              </a:extLst>
            </p:cNvPr>
            <p:cNvSpPr txBox="1"/>
            <p:nvPr/>
          </p:nvSpPr>
          <p:spPr>
            <a:xfrm>
              <a:off x="3968693" y="4424689"/>
              <a:ext cx="58862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RG HX</a:t>
              </a:r>
              <a:endParaRPr lang="ko-KR" altLang="en-US" sz="1000" b="1" dirty="0">
                <a:latin typeface="+mj-lt"/>
              </a:endParaRPr>
            </a:p>
          </p:txBody>
        </p:sp>
      </p:grpSp>
      <p:grpSp>
        <p:nvGrpSpPr>
          <p:cNvPr id="358" name="그룹 357">
            <a:extLst>
              <a:ext uri="{FF2B5EF4-FFF2-40B4-BE49-F238E27FC236}">
                <a16:creationId xmlns:a16="http://schemas.microsoft.com/office/drawing/2014/main" id="{F65D49BA-84FB-1FC3-B95F-68641AA1A90E}"/>
              </a:ext>
            </a:extLst>
          </p:cNvPr>
          <p:cNvGrpSpPr/>
          <p:nvPr/>
        </p:nvGrpSpPr>
        <p:grpSpPr>
          <a:xfrm>
            <a:off x="7571478" y="962104"/>
            <a:ext cx="1553844" cy="3402164"/>
            <a:chOff x="5153989" y="1763949"/>
            <a:chExt cx="1553844" cy="3402164"/>
          </a:xfrm>
        </p:grpSpPr>
        <p:sp>
          <p:nvSpPr>
            <p:cNvPr id="390" name="직사각형 389">
              <a:extLst>
                <a:ext uri="{FF2B5EF4-FFF2-40B4-BE49-F238E27FC236}">
                  <a16:creationId xmlns:a16="http://schemas.microsoft.com/office/drawing/2014/main" id="{D2C95E91-07CE-AE50-E2E1-CEDF992648F8}"/>
                </a:ext>
              </a:extLst>
            </p:cNvPr>
            <p:cNvSpPr/>
            <p:nvPr/>
          </p:nvSpPr>
          <p:spPr>
            <a:xfrm>
              <a:off x="5243735" y="1781720"/>
              <a:ext cx="1398148" cy="338439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479D86E1-A175-EC93-2970-25D19450E7D2}"/>
                </a:ext>
              </a:extLst>
            </p:cNvPr>
            <p:cNvSpPr txBox="1"/>
            <p:nvPr/>
          </p:nvSpPr>
          <p:spPr>
            <a:xfrm>
              <a:off x="5645050" y="1763949"/>
              <a:ext cx="7518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+mj-lt"/>
                </a:rPr>
                <a:t>Stack</a:t>
              </a:r>
              <a:endParaRPr lang="ko-KR" altLang="en-US" sz="1200" b="1" dirty="0">
                <a:latin typeface="+mj-lt"/>
              </a:endParaRP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8DA9C73E-2CC7-DEE3-3B77-CF8430053D0F}"/>
                </a:ext>
              </a:extLst>
            </p:cNvPr>
            <p:cNvSpPr txBox="1"/>
            <p:nvPr/>
          </p:nvSpPr>
          <p:spPr>
            <a:xfrm>
              <a:off x="5250714" y="3843218"/>
              <a:ext cx="8327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ST1 </a:t>
              </a:r>
            </a:p>
            <a:p>
              <a:pPr algn="ctr"/>
              <a:r>
                <a: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Cool OUT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3825B2DF-38BE-6031-D7D5-EDF4C0E36972}"/>
                </a:ext>
              </a:extLst>
            </p:cNvPr>
            <p:cNvSpPr txBox="1"/>
            <p:nvPr/>
          </p:nvSpPr>
          <p:spPr>
            <a:xfrm>
              <a:off x="5180912" y="4543192"/>
              <a:ext cx="889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ST2 </a:t>
              </a:r>
            </a:p>
            <a:p>
              <a:pPr algn="ctr"/>
              <a:r>
                <a: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Cool OUT</a:t>
              </a:r>
            </a:p>
          </p:txBody>
        </p:sp>
        <p:sp>
          <p:nvSpPr>
            <p:cNvPr id="364" name="직사각형 363">
              <a:extLst>
                <a:ext uri="{FF2B5EF4-FFF2-40B4-BE49-F238E27FC236}">
                  <a16:creationId xmlns:a16="http://schemas.microsoft.com/office/drawing/2014/main" id="{616C7B71-31DE-19D5-8E7E-D2C50707DC4B}"/>
                </a:ext>
              </a:extLst>
            </p:cNvPr>
            <p:cNvSpPr/>
            <p:nvPr/>
          </p:nvSpPr>
          <p:spPr>
            <a:xfrm>
              <a:off x="6015782" y="3767506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66" name="직선 연결선 365">
              <a:extLst>
                <a:ext uri="{FF2B5EF4-FFF2-40B4-BE49-F238E27FC236}">
                  <a16:creationId xmlns:a16="http://schemas.microsoft.com/office/drawing/2014/main" id="{EB3AAFB6-4871-F03D-F5B4-C17FEC10C1ED}"/>
                </a:ext>
              </a:extLst>
            </p:cNvPr>
            <p:cNvCxnSpPr>
              <a:cxnSpLocks/>
            </p:cNvCxnSpPr>
            <p:nvPr/>
          </p:nvCxnSpPr>
          <p:spPr>
            <a:xfrm>
              <a:off x="5257694" y="2817015"/>
              <a:ext cx="1389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직선 연결선 366">
              <a:extLst>
                <a:ext uri="{FF2B5EF4-FFF2-40B4-BE49-F238E27FC236}">
                  <a16:creationId xmlns:a16="http://schemas.microsoft.com/office/drawing/2014/main" id="{0F0C2475-7342-D2DF-B705-6B3A6CD61D55}"/>
                </a:ext>
              </a:extLst>
            </p:cNvPr>
            <p:cNvCxnSpPr>
              <a:cxnSpLocks/>
            </p:cNvCxnSpPr>
            <p:nvPr/>
          </p:nvCxnSpPr>
          <p:spPr>
            <a:xfrm>
              <a:off x="5250714" y="3640709"/>
              <a:ext cx="13961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직사각형 368">
              <a:extLst>
                <a:ext uri="{FF2B5EF4-FFF2-40B4-BE49-F238E27FC236}">
                  <a16:creationId xmlns:a16="http://schemas.microsoft.com/office/drawing/2014/main" id="{3797E319-4BE0-2063-CA47-94A991FACE1B}"/>
                </a:ext>
              </a:extLst>
            </p:cNvPr>
            <p:cNvSpPr/>
            <p:nvPr/>
          </p:nvSpPr>
          <p:spPr>
            <a:xfrm>
              <a:off x="6015595" y="4140632"/>
              <a:ext cx="540668" cy="20067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B6562D82-0248-FF38-8D81-B4ECF1CCED45}"/>
                </a:ext>
              </a:extLst>
            </p:cNvPr>
            <p:cNvSpPr txBox="1"/>
            <p:nvPr/>
          </p:nvSpPr>
          <p:spPr>
            <a:xfrm>
              <a:off x="5997352" y="3607367"/>
              <a:ext cx="57740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D0AC0830-B12E-38CD-D4E0-6694C11742C8}"/>
                </a:ext>
              </a:extLst>
            </p:cNvPr>
            <p:cNvSpPr txBox="1"/>
            <p:nvPr/>
          </p:nvSpPr>
          <p:spPr>
            <a:xfrm>
              <a:off x="5965825" y="3955685"/>
              <a:ext cx="57419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D0B3B49A-7E04-A498-FADD-A7C8CE5122AC}"/>
                </a:ext>
              </a:extLst>
            </p:cNvPr>
            <p:cNvSpPr/>
            <p:nvPr/>
          </p:nvSpPr>
          <p:spPr>
            <a:xfrm>
              <a:off x="6025182" y="4530652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DF5CA21B-D6B9-EE30-BD6C-F7DEFCE898C1}"/>
                </a:ext>
              </a:extLst>
            </p:cNvPr>
            <p:cNvSpPr/>
            <p:nvPr/>
          </p:nvSpPr>
          <p:spPr>
            <a:xfrm>
              <a:off x="6038247" y="4903778"/>
              <a:ext cx="540668" cy="20067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15410FFB-C3C0-EB97-0BE6-DF442347B933}"/>
                </a:ext>
              </a:extLst>
            </p:cNvPr>
            <p:cNvSpPr txBox="1"/>
            <p:nvPr/>
          </p:nvSpPr>
          <p:spPr>
            <a:xfrm>
              <a:off x="6006752" y="4370513"/>
              <a:ext cx="57740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FA49243D-248A-42BE-18DF-E8355225AE04}"/>
                </a:ext>
              </a:extLst>
            </p:cNvPr>
            <p:cNvSpPr txBox="1"/>
            <p:nvPr/>
          </p:nvSpPr>
          <p:spPr>
            <a:xfrm>
              <a:off x="6008355" y="4718831"/>
              <a:ext cx="57419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8E3FEC2F-9657-3DB4-5BED-8621DA64B57E}"/>
                </a:ext>
              </a:extLst>
            </p:cNvPr>
            <p:cNvGrpSpPr/>
            <p:nvPr/>
          </p:nvGrpSpPr>
          <p:grpSpPr>
            <a:xfrm>
              <a:off x="5218177" y="1985571"/>
              <a:ext cx="1489656" cy="833375"/>
              <a:chOff x="7359560" y="2381614"/>
              <a:chExt cx="1489656" cy="833375"/>
            </a:xfrm>
          </p:grpSpPr>
          <p:sp>
            <p:nvSpPr>
              <p:cNvPr id="387" name="TextBox 386">
                <a:extLst>
                  <a:ext uri="{FF2B5EF4-FFF2-40B4-BE49-F238E27FC236}">
                    <a16:creationId xmlns:a16="http://schemas.microsoft.com/office/drawing/2014/main" id="{A5B4B8AD-31AB-9D6C-A3ED-C2C570F66E61}"/>
                  </a:ext>
                </a:extLst>
              </p:cNvPr>
              <p:cNvSpPr txBox="1"/>
              <p:nvPr/>
            </p:nvSpPr>
            <p:spPr>
              <a:xfrm>
                <a:off x="7359560" y="2447471"/>
                <a:ext cx="7611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9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Cathode</a:t>
                </a:r>
              </a:p>
              <a:p>
                <a:pPr algn="ctr"/>
                <a:r>
                  <a:rPr lang="en-US" altLang="ko-KR" sz="9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IN</a:t>
                </a:r>
                <a:endParaRPr lang="ko-KR" altLang="en-US" sz="9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819C472B-BD4E-2C2F-E99E-59EF27630612}"/>
                  </a:ext>
                </a:extLst>
              </p:cNvPr>
              <p:cNvSpPr txBox="1"/>
              <p:nvPr/>
            </p:nvSpPr>
            <p:spPr>
              <a:xfrm>
                <a:off x="7914448" y="2381614"/>
                <a:ext cx="93476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TC [</a:t>
                </a:r>
                <a:r>
                  <a:rPr lang="ko-KR" altLang="en-US" sz="700" b="1" dirty="0"/>
                  <a:t>℃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0C872554-8863-29AE-DDAC-E69924F9F297}"/>
                  </a:ext>
                </a:extLst>
              </p:cNvPr>
              <p:cNvSpPr txBox="1"/>
              <p:nvPr/>
            </p:nvSpPr>
            <p:spPr>
              <a:xfrm>
                <a:off x="7407883" y="2845657"/>
                <a:ext cx="714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9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Cathode</a:t>
                </a:r>
              </a:p>
              <a:p>
                <a:pPr algn="ctr"/>
                <a:r>
                  <a:rPr lang="en-US" altLang="ko-KR" sz="9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OUT</a:t>
                </a:r>
                <a:endParaRPr lang="ko-KR" altLang="en-US" sz="9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DA5D211D-C1F7-F153-12BC-A84BD29AC37A}"/>
                </a:ext>
              </a:extLst>
            </p:cNvPr>
            <p:cNvSpPr txBox="1"/>
            <p:nvPr/>
          </p:nvSpPr>
          <p:spPr>
            <a:xfrm>
              <a:off x="5763897" y="2353706"/>
              <a:ext cx="93476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TC[</a:t>
              </a:r>
              <a:r>
                <a:rPr lang="ko-KR" altLang="en-US" sz="700" b="1" dirty="0"/>
                <a:t>℃</a:t>
              </a:r>
              <a:r>
                <a:rPr lang="en-US" altLang="ko-KR" sz="700" b="1" dirty="0"/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D50BFFDF-F9AD-1497-832F-9AD10BF90B55}"/>
                </a:ext>
              </a:extLst>
            </p:cNvPr>
            <p:cNvSpPr/>
            <p:nvPr/>
          </p:nvSpPr>
          <p:spPr>
            <a:xfrm>
              <a:off x="5987383" y="2151762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79" name="직사각형 378">
              <a:extLst>
                <a:ext uri="{FF2B5EF4-FFF2-40B4-BE49-F238E27FC236}">
                  <a16:creationId xmlns:a16="http://schemas.microsoft.com/office/drawing/2014/main" id="{5D7CAAD6-77A1-2A24-D643-E54EAC8C73FA}"/>
                </a:ext>
              </a:extLst>
            </p:cNvPr>
            <p:cNvSpPr/>
            <p:nvPr/>
          </p:nvSpPr>
          <p:spPr>
            <a:xfrm>
              <a:off x="5984854" y="2513520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6BA560C9-4527-1A5C-877C-DB9A01074EA5}"/>
                </a:ext>
              </a:extLst>
            </p:cNvPr>
            <p:cNvSpPr txBox="1"/>
            <p:nvPr/>
          </p:nvSpPr>
          <p:spPr>
            <a:xfrm>
              <a:off x="5248260" y="2902035"/>
              <a:ext cx="7755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Anode IN</a:t>
              </a:r>
              <a:endParaRPr lang="ko-KR" altLang="en-US" sz="9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5FDEF482-278F-2070-7D46-8E052B764590}"/>
                </a:ext>
              </a:extLst>
            </p:cNvPr>
            <p:cNvSpPr txBox="1"/>
            <p:nvPr/>
          </p:nvSpPr>
          <p:spPr>
            <a:xfrm>
              <a:off x="5153989" y="3154941"/>
              <a:ext cx="93476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82" name="직사각형 381">
              <a:extLst>
                <a:ext uri="{FF2B5EF4-FFF2-40B4-BE49-F238E27FC236}">
                  <a16:creationId xmlns:a16="http://schemas.microsoft.com/office/drawing/2014/main" id="{0AFF0574-53BF-497A-C5E0-3D452FEB7134}"/>
                </a:ext>
              </a:extLst>
            </p:cNvPr>
            <p:cNvSpPr/>
            <p:nvPr/>
          </p:nvSpPr>
          <p:spPr>
            <a:xfrm>
              <a:off x="5352746" y="3335195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3" name="직사각형 382">
              <a:extLst>
                <a:ext uri="{FF2B5EF4-FFF2-40B4-BE49-F238E27FC236}">
                  <a16:creationId xmlns:a16="http://schemas.microsoft.com/office/drawing/2014/main" id="{CF9CA86D-5F7C-8511-AEDA-0CB4DAAFB5A5}"/>
                </a:ext>
              </a:extLst>
            </p:cNvPr>
            <p:cNvSpPr/>
            <p:nvPr/>
          </p:nvSpPr>
          <p:spPr>
            <a:xfrm>
              <a:off x="5988480" y="2985704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4" name="직사각형 383">
              <a:extLst>
                <a:ext uri="{FF2B5EF4-FFF2-40B4-BE49-F238E27FC236}">
                  <a16:creationId xmlns:a16="http://schemas.microsoft.com/office/drawing/2014/main" id="{6A078E7A-53E4-C4C5-2A1A-0081A13A77D8}"/>
                </a:ext>
              </a:extLst>
            </p:cNvPr>
            <p:cNvSpPr/>
            <p:nvPr/>
          </p:nvSpPr>
          <p:spPr>
            <a:xfrm>
              <a:off x="5988293" y="3358830"/>
              <a:ext cx="540668" cy="20067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F3A3DCEA-A55F-3772-03AE-41BDE538C70C}"/>
                </a:ext>
              </a:extLst>
            </p:cNvPr>
            <p:cNvSpPr txBox="1"/>
            <p:nvPr/>
          </p:nvSpPr>
          <p:spPr>
            <a:xfrm>
              <a:off x="5970050" y="2825565"/>
              <a:ext cx="57740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49464DA6-1FA9-D5C0-4C86-03DE1B8E1299}"/>
                </a:ext>
              </a:extLst>
            </p:cNvPr>
            <p:cNvSpPr txBox="1"/>
            <p:nvPr/>
          </p:nvSpPr>
          <p:spPr>
            <a:xfrm>
              <a:off x="5938523" y="3173883"/>
              <a:ext cx="57419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440" name="TextBox 439">
            <a:extLst>
              <a:ext uri="{FF2B5EF4-FFF2-40B4-BE49-F238E27FC236}">
                <a16:creationId xmlns:a16="http://schemas.microsoft.com/office/drawing/2014/main" id="{5B09CAAF-EDA9-DFFB-E36C-594F5AF7544B}"/>
              </a:ext>
            </a:extLst>
          </p:cNvPr>
          <p:cNvSpPr txBox="1"/>
          <p:nvPr/>
        </p:nvSpPr>
        <p:spPr>
          <a:xfrm>
            <a:off x="7165023" y="6437930"/>
            <a:ext cx="5084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RG HX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442" name="직선 화살표 연결선 441">
            <a:extLst>
              <a:ext uri="{FF2B5EF4-FFF2-40B4-BE49-F238E27FC236}">
                <a16:creationId xmlns:a16="http://schemas.microsoft.com/office/drawing/2014/main" id="{E9A1573D-2502-1A08-C8CB-78C471489C6D}"/>
              </a:ext>
            </a:extLst>
          </p:cNvPr>
          <p:cNvCxnSpPr>
            <a:cxnSpLocks/>
          </p:cNvCxnSpPr>
          <p:nvPr/>
        </p:nvCxnSpPr>
        <p:spPr>
          <a:xfrm flipV="1">
            <a:off x="5780976" y="3565179"/>
            <a:ext cx="0" cy="807655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TextBox 457">
            <a:extLst>
              <a:ext uri="{FF2B5EF4-FFF2-40B4-BE49-F238E27FC236}">
                <a16:creationId xmlns:a16="http://schemas.microsoft.com/office/drawing/2014/main" id="{0B65651A-66D2-2B0B-5D4D-790AB130DF82}"/>
              </a:ext>
            </a:extLst>
          </p:cNvPr>
          <p:cNvSpPr txBox="1"/>
          <p:nvPr/>
        </p:nvSpPr>
        <p:spPr>
          <a:xfrm>
            <a:off x="5901627" y="1167949"/>
            <a:ext cx="517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COIL B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9F969930-D682-6275-6800-68C07BB325B7}"/>
              </a:ext>
            </a:extLst>
          </p:cNvPr>
          <p:cNvSpPr/>
          <p:nvPr/>
        </p:nvSpPr>
        <p:spPr>
          <a:xfrm>
            <a:off x="4183010" y="5313237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468" name="직선 화살표 연결선 467">
            <a:extLst>
              <a:ext uri="{FF2B5EF4-FFF2-40B4-BE49-F238E27FC236}">
                <a16:creationId xmlns:a16="http://schemas.microsoft.com/office/drawing/2014/main" id="{794ACB70-EC76-8348-567B-E85F175A5AE8}"/>
              </a:ext>
            </a:extLst>
          </p:cNvPr>
          <p:cNvCxnSpPr>
            <a:cxnSpLocks/>
          </p:cNvCxnSpPr>
          <p:nvPr/>
        </p:nvCxnSpPr>
        <p:spPr>
          <a:xfrm flipH="1">
            <a:off x="6895862" y="5639878"/>
            <a:ext cx="777851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직선 화살표 연결선 488">
            <a:extLst>
              <a:ext uri="{FF2B5EF4-FFF2-40B4-BE49-F238E27FC236}">
                <a16:creationId xmlns:a16="http://schemas.microsoft.com/office/drawing/2014/main" id="{4FE4FE9A-72A1-3F79-20D9-97FE3DFE70BB}"/>
              </a:ext>
            </a:extLst>
          </p:cNvPr>
          <p:cNvCxnSpPr>
            <a:cxnSpLocks/>
          </p:cNvCxnSpPr>
          <p:nvPr/>
        </p:nvCxnSpPr>
        <p:spPr>
          <a:xfrm flipH="1">
            <a:off x="5878943" y="5114525"/>
            <a:ext cx="552588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0" name="그룹 469">
            <a:extLst>
              <a:ext uri="{FF2B5EF4-FFF2-40B4-BE49-F238E27FC236}">
                <a16:creationId xmlns:a16="http://schemas.microsoft.com/office/drawing/2014/main" id="{DE09662C-A729-B7EF-3211-E1FAC4E6A359}"/>
              </a:ext>
            </a:extLst>
          </p:cNvPr>
          <p:cNvGrpSpPr/>
          <p:nvPr/>
        </p:nvGrpSpPr>
        <p:grpSpPr>
          <a:xfrm>
            <a:off x="6032143" y="5839085"/>
            <a:ext cx="925253" cy="526152"/>
            <a:chOff x="6094118" y="5813603"/>
            <a:chExt cx="925253" cy="526152"/>
          </a:xfrm>
        </p:grpSpPr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3DADDF29-B409-95B7-2C22-0E0EB32D99B7}"/>
                </a:ext>
              </a:extLst>
            </p:cNvPr>
            <p:cNvSpPr/>
            <p:nvPr/>
          </p:nvSpPr>
          <p:spPr>
            <a:xfrm>
              <a:off x="6146505" y="5821116"/>
              <a:ext cx="805029" cy="518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65D6270-D8DC-FB5F-9CFA-D1C80F3427E6}"/>
                </a:ext>
              </a:extLst>
            </p:cNvPr>
            <p:cNvSpPr txBox="1"/>
            <p:nvPr/>
          </p:nvSpPr>
          <p:spPr>
            <a:xfrm>
              <a:off x="6094118" y="5813603"/>
              <a:ext cx="92525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Sys Cool Pump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463B3477-FFD5-C4CC-7EB9-0285627B92D4}"/>
                </a:ext>
              </a:extLst>
            </p:cNvPr>
            <p:cNvSpPr/>
            <p:nvPr/>
          </p:nvSpPr>
          <p:spPr>
            <a:xfrm>
              <a:off x="6306695" y="6125307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38DAD0DB-B378-52D7-D386-1116BCA0B352}"/>
                </a:ext>
              </a:extLst>
            </p:cNvPr>
            <p:cNvSpPr txBox="1"/>
            <p:nvPr/>
          </p:nvSpPr>
          <p:spPr>
            <a:xfrm>
              <a:off x="6320555" y="5960794"/>
              <a:ext cx="46679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[V]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469" name="TextBox 468">
            <a:extLst>
              <a:ext uri="{FF2B5EF4-FFF2-40B4-BE49-F238E27FC236}">
                <a16:creationId xmlns:a16="http://schemas.microsoft.com/office/drawing/2014/main" id="{EAAEB04B-3C41-C182-FE87-51F182771923}"/>
              </a:ext>
            </a:extLst>
          </p:cNvPr>
          <p:cNvSpPr txBox="1"/>
          <p:nvPr/>
        </p:nvSpPr>
        <p:spPr>
          <a:xfrm>
            <a:off x="7120481" y="6142072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AOG HX</a:t>
            </a:r>
            <a:endParaRPr lang="ko-KR" altLang="en-US" sz="800" b="1" dirty="0">
              <a:latin typeface="+mj-lt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D53B42F-F019-6F96-C22E-945782462AC8}"/>
              </a:ext>
            </a:extLst>
          </p:cNvPr>
          <p:cNvGrpSpPr/>
          <p:nvPr/>
        </p:nvGrpSpPr>
        <p:grpSpPr>
          <a:xfrm>
            <a:off x="1113808" y="1323160"/>
            <a:ext cx="614300" cy="855549"/>
            <a:chOff x="541832" y="3260015"/>
            <a:chExt cx="614300" cy="855549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36D16AE-F674-2A47-CAE0-E0654E7165F7}"/>
                </a:ext>
              </a:extLst>
            </p:cNvPr>
            <p:cNvSpPr/>
            <p:nvPr/>
          </p:nvSpPr>
          <p:spPr>
            <a:xfrm>
              <a:off x="563992" y="3260015"/>
              <a:ext cx="592140" cy="8555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8346885-8A3B-039C-9662-0E688680C085}"/>
                </a:ext>
              </a:extLst>
            </p:cNvPr>
            <p:cNvSpPr txBox="1"/>
            <p:nvPr/>
          </p:nvSpPr>
          <p:spPr>
            <a:xfrm>
              <a:off x="541832" y="3262364"/>
              <a:ext cx="59663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NG Inlet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A348ABE-7527-DD17-8E2D-488F0E98B885}"/>
                </a:ext>
              </a:extLst>
            </p:cNvPr>
            <p:cNvSpPr/>
            <p:nvPr/>
          </p:nvSpPr>
          <p:spPr>
            <a:xfrm>
              <a:off x="606752" y="356428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F10AFA4-DEA8-9EC4-19FE-2B075D42BEE0}"/>
                </a:ext>
              </a:extLst>
            </p:cNvPr>
            <p:cNvSpPr txBox="1"/>
            <p:nvPr/>
          </p:nvSpPr>
          <p:spPr>
            <a:xfrm>
              <a:off x="608296" y="3404695"/>
              <a:ext cx="51969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87C7756-5F14-AA7F-C905-405CD6113810}"/>
                </a:ext>
              </a:extLst>
            </p:cNvPr>
            <p:cNvSpPr/>
            <p:nvPr/>
          </p:nvSpPr>
          <p:spPr>
            <a:xfrm>
              <a:off x="606752" y="3878659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EE9C30-8F54-42D4-F342-BC3BC1AD2812}"/>
                </a:ext>
              </a:extLst>
            </p:cNvPr>
            <p:cNvSpPr txBox="1"/>
            <p:nvPr/>
          </p:nvSpPr>
          <p:spPr>
            <a:xfrm>
              <a:off x="639771" y="3719073"/>
              <a:ext cx="4619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86" name="연결선: 꺾임 485">
            <a:extLst>
              <a:ext uri="{FF2B5EF4-FFF2-40B4-BE49-F238E27FC236}">
                <a16:creationId xmlns:a16="http://schemas.microsoft.com/office/drawing/2014/main" id="{3563CDE6-C218-DF98-88C1-C5F74EDC628A}"/>
              </a:ext>
            </a:extLst>
          </p:cNvPr>
          <p:cNvCxnSpPr>
            <a:cxnSpLocks/>
          </p:cNvCxnSpPr>
          <p:nvPr/>
        </p:nvCxnSpPr>
        <p:spPr>
          <a:xfrm rot="5400000">
            <a:off x="1664846" y="1584153"/>
            <a:ext cx="1004848" cy="563163"/>
          </a:xfrm>
          <a:prstGeom prst="bentConnector3">
            <a:avLst>
              <a:gd name="adj1" fmla="val 68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5" name="그룹 504">
            <a:extLst>
              <a:ext uri="{FF2B5EF4-FFF2-40B4-BE49-F238E27FC236}">
                <a16:creationId xmlns:a16="http://schemas.microsoft.com/office/drawing/2014/main" id="{7BCC0CB5-1E3A-C2EC-63A0-8861EDE79530}"/>
              </a:ext>
            </a:extLst>
          </p:cNvPr>
          <p:cNvGrpSpPr/>
          <p:nvPr/>
        </p:nvGrpSpPr>
        <p:grpSpPr>
          <a:xfrm>
            <a:off x="2092921" y="954706"/>
            <a:ext cx="640195" cy="867252"/>
            <a:chOff x="1904459" y="926786"/>
            <a:chExt cx="640195" cy="867252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DC65ADFD-B59B-4550-DC33-B871C6A631BC}"/>
                </a:ext>
              </a:extLst>
            </p:cNvPr>
            <p:cNvSpPr/>
            <p:nvPr/>
          </p:nvSpPr>
          <p:spPr>
            <a:xfrm>
              <a:off x="1904459" y="958933"/>
              <a:ext cx="640195" cy="8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BBDB47B1-FAFF-962F-625A-3A79893E54CD}"/>
                </a:ext>
              </a:extLst>
            </p:cNvPr>
            <p:cNvSpPr txBox="1"/>
            <p:nvPr/>
          </p:nvSpPr>
          <p:spPr>
            <a:xfrm>
              <a:off x="1982414" y="926786"/>
              <a:ext cx="5068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B - Air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8195D636-2C65-7D6C-0E77-4A0F863D625B}"/>
                </a:ext>
              </a:extLst>
            </p:cNvPr>
            <p:cNvSpPr/>
            <p:nvPr/>
          </p:nvSpPr>
          <p:spPr>
            <a:xfrm>
              <a:off x="1967428" y="119895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6ECAC281-B4BC-FA78-2881-9046186FACC2}"/>
                </a:ext>
              </a:extLst>
            </p:cNvPr>
            <p:cNvSpPr txBox="1"/>
            <p:nvPr/>
          </p:nvSpPr>
          <p:spPr>
            <a:xfrm>
              <a:off x="1924091" y="1039365"/>
              <a:ext cx="60946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E479FDA9-8C66-73A9-EFB6-0140BFA1A5E0}"/>
                </a:ext>
              </a:extLst>
            </p:cNvPr>
            <p:cNvSpPr/>
            <p:nvPr/>
          </p:nvSpPr>
          <p:spPr>
            <a:xfrm>
              <a:off x="1977262" y="1555660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6426B8F-7696-5AE2-433C-94FEBEEB78EF}"/>
                </a:ext>
              </a:extLst>
            </p:cNvPr>
            <p:cNvSpPr txBox="1"/>
            <p:nvPr/>
          </p:nvSpPr>
          <p:spPr>
            <a:xfrm>
              <a:off x="1924091" y="1361836"/>
              <a:ext cx="6046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12A5D2D-5783-BA12-09B7-4FF86ECD433F}"/>
              </a:ext>
            </a:extLst>
          </p:cNvPr>
          <p:cNvSpPr txBox="1"/>
          <p:nvPr/>
        </p:nvSpPr>
        <p:spPr>
          <a:xfrm>
            <a:off x="4460633" y="1914675"/>
            <a:ext cx="5613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AOG IN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03738A-2931-019F-2476-F6CD4B36C44F}"/>
              </a:ext>
            </a:extLst>
          </p:cNvPr>
          <p:cNvSpPr txBox="1"/>
          <p:nvPr/>
        </p:nvSpPr>
        <p:spPr>
          <a:xfrm>
            <a:off x="6738349" y="1939443"/>
            <a:ext cx="5341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St OUT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1CDF2F-BBF7-2607-CE82-CA0BDBF9F5AE}"/>
              </a:ext>
            </a:extLst>
          </p:cNvPr>
          <p:cNvSpPr txBox="1"/>
          <p:nvPr/>
        </p:nvSpPr>
        <p:spPr>
          <a:xfrm>
            <a:off x="6807945" y="2824814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St IN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D51A289-19E5-4884-D961-BAE391CA0120}"/>
              </a:ext>
            </a:extLst>
          </p:cNvPr>
          <p:cNvSpPr txBox="1"/>
          <p:nvPr/>
        </p:nvSpPr>
        <p:spPr>
          <a:xfrm>
            <a:off x="6704822" y="2495332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BYBASS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586" name="직사각형 585">
            <a:extLst>
              <a:ext uri="{FF2B5EF4-FFF2-40B4-BE49-F238E27FC236}">
                <a16:creationId xmlns:a16="http://schemas.microsoft.com/office/drawing/2014/main" id="{34500759-EFA4-3BDC-A57E-A8A691AF30C1}"/>
              </a:ext>
            </a:extLst>
          </p:cNvPr>
          <p:cNvSpPr/>
          <p:nvPr/>
        </p:nvSpPr>
        <p:spPr>
          <a:xfrm>
            <a:off x="6496979" y="2498882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7C3B5D8-109C-EFCA-CCC3-DA545205D237}"/>
              </a:ext>
            </a:extLst>
          </p:cNvPr>
          <p:cNvGrpSpPr/>
          <p:nvPr/>
        </p:nvGrpSpPr>
        <p:grpSpPr>
          <a:xfrm>
            <a:off x="3935604" y="884810"/>
            <a:ext cx="640195" cy="867252"/>
            <a:chOff x="1904459" y="926786"/>
            <a:chExt cx="640195" cy="867252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7F0F603-E118-C10C-0F5C-2F5EBB73502C}"/>
                </a:ext>
              </a:extLst>
            </p:cNvPr>
            <p:cNvSpPr/>
            <p:nvPr/>
          </p:nvSpPr>
          <p:spPr>
            <a:xfrm>
              <a:off x="1904459" y="958933"/>
              <a:ext cx="640195" cy="8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79DCD60D-7122-7F56-792C-DC367FAEEB91}"/>
                </a:ext>
              </a:extLst>
            </p:cNvPr>
            <p:cNvSpPr txBox="1"/>
            <p:nvPr/>
          </p:nvSpPr>
          <p:spPr>
            <a:xfrm>
              <a:off x="1982414" y="926786"/>
              <a:ext cx="5068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P - Air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472" name="직사각형 471">
              <a:extLst>
                <a:ext uri="{FF2B5EF4-FFF2-40B4-BE49-F238E27FC236}">
                  <a16:creationId xmlns:a16="http://schemas.microsoft.com/office/drawing/2014/main" id="{9134C8FF-1A2B-67E4-C7F6-9D7D597903B6}"/>
                </a:ext>
              </a:extLst>
            </p:cNvPr>
            <p:cNvSpPr/>
            <p:nvPr/>
          </p:nvSpPr>
          <p:spPr>
            <a:xfrm>
              <a:off x="1967428" y="119895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819CB99F-7F2D-018F-6FB7-E91CAEB8BA8F}"/>
                </a:ext>
              </a:extLst>
            </p:cNvPr>
            <p:cNvSpPr txBox="1"/>
            <p:nvPr/>
          </p:nvSpPr>
          <p:spPr>
            <a:xfrm>
              <a:off x="1924091" y="1039365"/>
              <a:ext cx="60946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476" name="직사각형 475">
              <a:extLst>
                <a:ext uri="{FF2B5EF4-FFF2-40B4-BE49-F238E27FC236}">
                  <a16:creationId xmlns:a16="http://schemas.microsoft.com/office/drawing/2014/main" id="{4495D200-374B-F886-E466-F61BFE74DFB4}"/>
                </a:ext>
              </a:extLst>
            </p:cNvPr>
            <p:cNvSpPr/>
            <p:nvPr/>
          </p:nvSpPr>
          <p:spPr>
            <a:xfrm>
              <a:off x="1977262" y="1555660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77" name="TextBox 476">
              <a:extLst>
                <a:ext uri="{FF2B5EF4-FFF2-40B4-BE49-F238E27FC236}">
                  <a16:creationId xmlns:a16="http://schemas.microsoft.com/office/drawing/2014/main" id="{679FF63B-0DBC-B797-AED3-38FA5D97B509}"/>
                </a:ext>
              </a:extLst>
            </p:cNvPr>
            <p:cNvSpPr txBox="1"/>
            <p:nvPr/>
          </p:nvSpPr>
          <p:spPr>
            <a:xfrm>
              <a:off x="1924091" y="1361836"/>
              <a:ext cx="6046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5" name="그룹 514">
            <a:extLst>
              <a:ext uri="{FF2B5EF4-FFF2-40B4-BE49-F238E27FC236}">
                <a16:creationId xmlns:a16="http://schemas.microsoft.com/office/drawing/2014/main" id="{D291807B-D21C-7C57-7304-579C0B0EA3D3}"/>
              </a:ext>
            </a:extLst>
          </p:cNvPr>
          <p:cNvGrpSpPr/>
          <p:nvPr/>
        </p:nvGrpSpPr>
        <p:grpSpPr>
          <a:xfrm>
            <a:off x="6063109" y="4392669"/>
            <a:ext cx="946710" cy="979472"/>
            <a:chOff x="5882148" y="5092804"/>
            <a:chExt cx="946710" cy="979472"/>
          </a:xfrm>
        </p:grpSpPr>
        <p:sp>
          <p:nvSpPr>
            <p:cNvPr id="516" name="직사각형 515">
              <a:extLst>
                <a:ext uri="{FF2B5EF4-FFF2-40B4-BE49-F238E27FC236}">
                  <a16:creationId xmlns:a16="http://schemas.microsoft.com/office/drawing/2014/main" id="{E14F16F8-4C94-6169-A8F0-6E94DCA97222}"/>
                </a:ext>
              </a:extLst>
            </p:cNvPr>
            <p:cNvSpPr/>
            <p:nvPr/>
          </p:nvSpPr>
          <p:spPr>
            <a:xfrm>
              <a:off x="6016889" y="5098854"/>
              <a:ext cx="698013" cy="97342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C4D09863-A6FA-F66F-E0A1-C1DD327404A2}"/>
                </a:ext>
              </a:extLst>
            </p:cNvPr>
            <p:cNvSpPr txBox="1"/>
            <p:nvPr/>
          </p:nvSpPr>
          <p:spPr>
            <a:xfrm>
              <a:off x="6058667" y="5092804"/>
              <a:ext cx="6463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H.W</a:t>
              </a:r>
              <a:r>
                <a:rPr lang="ko-KR" altLang="en-US" sz="1000" b="1" dirty="0">
                  <a:latin typeface="+mj-lt"/>
                </a:rPr>
                <a:t> </a:t>
              </a:r>
              <a:r>
                <a:rPr lang="en-US" altLang="ko-KR" sz="1000" b="1" dirty="0">
                  <a:latin typeface="+mj-lt"/>
                </a:rPr>
                <a:t>Re</a:t>
              </a:r>
              <a:endParaRPr lang="ko-KR" altLang="en-US" sz="1000" b="1" dirty="0">
                <a:latin typeface="+mj-lt"/>
              </a:endParaRPr>
            </a:p>
          </p:txBody>
        </p:sp>
        <p:sp>
          <p:nvSpPr>
            <p:cNvPr id="521" name="직사각형 520">
              <a:extLst>
                <a:ext uri="{FF2B5EF4-FFF2-40B4-BE49-F238E27FC236}">
                  <a16:creationId xmlns:a16="http://schemas.microsoft.com/office/drawing/2014/main" id="{853158EE-F6B2-0543-B709-5477546F76CD}"/>
                </a:ext>
              </a:extLst>
            </p:cNvPr>
            <p:cNvSpPr/>
            <p:nvPr/>
          </p:nvSpPr>
          <p:spPr>
            <a:xfrm>
              <a:off x="6102551" y="5439020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56DC0EDC-C614-9F13-55D1-23B83E76D294}"/>
                </a:ext>
              </a:extLst>
            </p:cNvPr>
            <p:cNvSpPr txBox="1"/>
            <p:nvPr/>
          </p:nvSpPr>
          <p:spPr>
            <a:xfrm>
              <a:off x="5882148" y="5255402"/>
              <a:ext cx="93476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524" name="직사각형 523">
              <a:extLst>
                <a:ext uri="{FF2B5EF4-FFF2-40B4-BE49-F238E27FC236}">
                  <a16:creationId xmlns:a16="http://schemas.microsoft.com/office/drawing/2014/main" id="{0D2481B3-B16F-018F-1787-D47DD2807547}"/>
                </a:ext>
              </a:extLst>
            </p:cNvPr>
            <p:cNvSpPr/>
            <p:nvPr/>
          </p:nvSpPr>
          <p:spPr>
            <a:xfrm>
              <a:off x="6107513" y="5790598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id="{4C1DC5C5-3071-5283-6134-DE90FCFB81DE}"/>
                </a:ext>
              </a:extLst>
            </p:cNvPr>
            <p:cNvSpPr txBox="1"/>
            <p:nvPr/>
          </p:nvSpPr>
          <p:spPr>
            <a:xfrm>
              <a:off x="5894090" y="5606980"/>
              <a:ext cx="93476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FM [LPM]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29" name="직선 화살표 연결선 528">
            <a:extLst>
              <a:ext uri="{FF2B5EF4-FFF2-40B4-BE49-F238E27FC236}">
                <a16:creationId xmlns:a16="http://schemas.microsoft.com/office/drawing/2014/main" id="{9047744A-C320-E348-87FB-7AE1F7506A10}"/>
              </a:ext>
            </a:extLst>
          </p:cNvPr>
          <p:cNvCxnSpPr>
            <a:cxnSpLocks/>
          </p:cNvCxnSpPr>
          <p:nvPr/>
        </p:nvCxnSpPr>
        <p:spPr>
          <a:xfrm>
            <a:off x="5780976" y="1207519"/>
            <a:ext cx="0" cy="74981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6" name="그룹 555">
            <a:extLst>
              <a:ext uri="{FF2B5EF4-FFF2-40B4-BE49-F238E27FC236}">
                <a16:creationId xmlns:a16="http://schemas.microsoft.com/office/drawing/2014/main" id="{BA0CF9DA-885A-245A-80C2-4BA0AEEB01B4}"/>
              </a:ext>
            </a:extLst>
          </p:cNvPr>
          <p:cNvGrpSpPr/>
          <p:nvPr/>
        </p:nvGrpSpPr>
        <p:grpSpPr>
          <a:xfrm>
            <a:off x="4932511" y="6016765"/>
            <a:ext cx="580264" cy="237973"/>
            <a:chOff x="10449763" y="4934841"/>
            <a:chExt cx="584346" cy="353330"/>
          </a:xfrm>
        </p:grpSpPr>
        <p:cxnSp>
          <p:nvCxnSpPr>
            <p:cNvPr id="550" name="연결선: 꺾임 549">
              <a:extLst>
                <a:ext uri="{FF2B5EF4-FFF2-40B4-BE49-F238E27FC236}">
                  <a16:creationId xmlns:a16="http://schemas.microsoft.com/office/drawing/2014/main" id="{2CF36F78-9679-E906-2189-6D365837D7DC}"/>
                </a:ext>
              </a:extLst>
            </p:cNvPr>
            <p:cNvCxnSpPr>
              <a:cxnSpLocks/>
            </p:cNvCxnSpPr>
            <p:nvPr/>
          </p:nvCxnSpPr>
          <p:spPr>
            <a:xfrm>
              <a:off x="10449764" y="4934841"/>
              <a:ext cx="238862" cy="113437"/>
            </a:xfrm>
            <a:prstGeom prst="bentConnector3">
              <a:avLst>
                <a:gd name="adj1" fmla="val 245104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연결선: 꺾임 550">
              <a:extLst>
                <a:ext uri="{FF2B5EF4-FFF2-40B4-BE49-F238E27FC236}">
                  <a16:creationId xmlns:a16="http://schemas.microsoft.com/office/drawing/2014/main" id="{659837B9-F896-D70E-F65B-47DF365E95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88625" y="5045677"/>
              <a:ext cx="335169" cy="139325"/>
            </a:xfrm>
            <a:prstGeom prst="bentConnector3">
              <a:avLst>
                <a:gd name="adj1" fmla="val 733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연결선: 꺾임 551">
              <a:extLst>
                <a:ext uri="{FF2B5EF4-FFF2-40B4-BE49-F238E27FC236}">
                  <a16:creationId xmlns:a16="http://schemas.microsoft.com/office/drawing/2014/main" id="{44D7F6BF-1308-60B1-C75E-47A171E684A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0449763" y="5185001"/>
              <a:ext cx="584346" cy="103170"/>
            </a:xfrm>
            <a:prstGeom prst="bentConnector3">
              <a:avLst>
                <a:gd name="adj1" fmla="val 1018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5" name="그룹 574">
            <a:extLst>
              <a:ext uri="{FF2B5EF4-FFF2-40B4-BE49-F238E27FC236}">
                <a16:creationId xmlns:a16="http://schemas.microsoft.com/office/drawing/2014/main" id="{C151AF3E-C9CB-DD06-072E-D4A28AA4387B}"/>
              </a:ext>
            </a:extLst>
          </p:cNvPr>
          <p:cNvGrpSpPr/>
          <p:nvPr/>
        </p:nvGrpSpPr>
        <p:grpSpPr>
          <a:xfrm>
            <a:off x="7603686" y="5400289"/>
            <a:ext cx="580264" cy="237973"/>
            <a:chOff x="10449763" y="4934841"/>
            <a:chExt cx="584346" cy="353330"/>
          </a:xfrm>
        </p:grpSpPr>
        <p:cxnSp>
          <p:nvCxnSpPr>
            <p:cNvPr id="67" name="연결선: 꺾임 66">
              <a:extLst>
                <a:ext uri="{FF2B5EF4-FFF2-40B4-BE49-F238E27FC236}">
                  <a16:creationId xmlns:a16="http://schemas.microsoft.com/office/drawing/2014/main" id="{712E82EE-830B-9019-1AD8-3C049206710A}"/>
                </a:ext>
              </a:extLst>
            </p:cNvPr>
            <p:cNvCxnSpPr>
              <a:cxnSpLocks/>
            </p:cNvCxnSpPr>
            <p:nvPr/>
          </p:nvCxnSpPr>
          <p:spPr>
            <a:xfrm>
              <a:off x="10449764" y="4934841"/>
              <a:ext cx="238862" cy="113437"/>
            </a:xfrm>
            <a:prstGeom prst="bentConnector3">
              <a:avLst>
                <a:gd name="adj1" fmla="val 245104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연결선: 꺾임 67">
              <a:extLst>
                <a:ext uri="{FF2B5EF4-FFF2-40B4-BE49-F238E27FC236}">
                  <a16:creationId xmlns:a16="http://schemas.microsoft.com/office/drawing/2014/main" id="{F85B352B-7FCA-63F5-B359-2D9D52B9FA14}"/>
                </a:ext>
              </a:extLst>
            </p:cNvPr>
            <p:cNvCxnSpPr>
              <a:cxnSpLocks/>
            </p:cNvCxnSpPr>
            <p:nvPr/>
          </p:nvCxnSpPr>
          <p:spPr>
            <a:xfrm>
              <a:off x="10688625" y="5045677"/>
              <a:ext cx="335169" cy="139325"/>
            </a:xfrm>
            <a:prstGeom prst="bentConnector3">
              <a:avLst>
                <a:gd name="adj1" fmla="val 733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연결선: 꺾임 68">
              <a:extLst>
                <a:ext uri="{FF2B5EF4-FFF2-40B4-BE49-F238E27FC236}">
                  <a16:creationId xmlns:a16="http://schemas.microsoft.com/office/drawing/2014/main" id="{74102899-FB09-97F9-20DD-B9563E3C120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0449763" y="5185001"/>
              <a:ext cx="584346" cy="103170"/>
            </a:xfrm>
            <a:prstGeom prst="bentConnector3">
              <a:avLst>
                <a:gd name="adj1" fmla="val 1018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360F6B5B-1C3F-AF51-428A-C6373CE6A050}"/>
              </a:ext>
            </a:extLst>
          </p:cNvPr>
          <p:cNvSpPr txBox="1"/>
          <p:nvPr/>
        </p:nvSpPr>
        <p:spPr>
          <a:xfrm>
            <a:off x="4421642" y="6016698"/>
            <a:ext cx="64312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COIL A</a:t>
            </a:r>
            <a:endParaRPr lang="ko-KR" altLang="en-US" sz="10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A555B157-F1CA-C045-62CA-59CF58FCCC82}"/>
              </a:ext>
            </a:extLst>
          </p:cNvPr>
          <p:cNvSpPr/>
          <p:nvPr/>
        </p:nvSpPr>
        <p:spPr>
          <a:xfrm>
            <a:off x="4172808" y="6141005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09531DA-0B40-0BBF-3022-206DDACBA28D}"/>
              </a:ext>
            </a:extLst>
          </p:cNvPr>
          <p:cNvSpPr txBox="1"/>
          <p:nvPr/>
        </p:nvSpPr>
        <p:spPr>
          <a:xfrm>
            <a:off x="4023529" y="5119201"/>
            <a:ext cx="6319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Water IN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DE5D4C7-E9B4-38EF-5CED-51863BF60D54}"/>
              </a:ext>
            </a:extLst>
          </p:cNvPr>
          <p:cNvSpPr txBox="1"/>
          <p:nvPr/>
        </p:nvSpPr>
        <p:spPr>
          <a:xfrm>
            <a:off x="3905009" y="6360604"/>
            <a:ext cx="8050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>
                <a:latin typeface="+mj-lt"/>
              </a:rPr>
              <a:t>HR.Water</a:t>
            </a:r>
            <a:r>
              <a:rPr lang="en-US" altLang="ko-KR" sz="800" b="1" dirty="0">
                <a:latin typeface="+mj-lt"/>
              </a:rPr>
              <a:t> IN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178" name="연결선: 꺾임 177">
            <a:extLst>
              <a:ext uri="{FF2B5EF4-FFF2-40B4-BE49-F238E27FC236}">
                <a16:creationId xmlns:a16="http://schemas.microsoft.com/office/drawing/2014/main" id="{6AA59D04-EC4F-3DCD-85DE-9651C8002130}"/>
              </a:ext>
            </a:extLst>
          </p:cNvPr>
          <p:cNvCxnSpPr>
            <a:cxnSpLocks/>
          </p:cNvCxnSpPr>
          <p:nvPr/>
        </p:nvCxnSpPr>
        <p:spPr>
          <a:xfrm rot="10800000">
            <a:off x="6895863" y="5214430"/>
            <a:ext cx="896515" cy="182594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5" name="그룹 584">
            <a:extLst>
              <a:ext uri="{FF2B5EF4-FFF2-40B4-BE49-F238E27FC236}">
                <a16:creationId xmlns:a16="http://schemas.microsoft.com/office/drawing/2014/main" id="{5681D4C7-5AAF-F170-9607-B5D4ED9CE9D3}"/>
              </a:ext>
            </a:extLst>
          </p:cNvPr>
          <p:cNvGrpSpPr/>
          <p:nvPr/>
        </p:nvGrpSpPr>
        <p:grpSpPr>
          <a:xfrm>
            <a:off x="10076871" y="812969"/>
            <a:ext cx="1125105" cy="598724"/>
            <a:chOff x="9793404" y="884505"/>
            <a:chExt cx="1125105" cy="598724"/>
          </a:xfrm>
        </p:grpSpPr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6E9A38E6-5325-18ED-B4C6-BC313113B8D6}"/>
                </a:ext>
              </a:extLst>
            </p:cNvPr>
            <p:cNvSpPr txBox="1"/>
            <p:nvPr/>
          </p:nvSpPr>
          <p:spPr>
            <a:xfrm>
              <a:off x="9793404" y="884505"/>
              <a:ext cx="7136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Detector</a:t>
              </a:r>
              <a:endParaRPr lang="ko-KR" altLang="en-US" sz="1000" b="1" dirty="0">
                <a:latin typeface="+mj-lt"/>
              </a:endParaRPr>
            </a:p>
          </p:txBody>
        </p:sp>
        <p:grpSp>
          <p:nvGrpSpPr>
            <p:cNvPr id="589" name="그룹 588">
              <a:extLst>
                <a:ext uri="{FF2B5EF4-FFF2-40B4-BE49-F238E27FC236}">
                  <a16:creationId xmlns:a16="http://schemas.microsoft.com/office/drawing/2014/main" id="{290A001A-D2FC-9ABE-EC9B-2E3129D249B1}"/>
                </a:ext>
              </a:extLst>
            </p:cNvPr>
            <p:cNvGrpSpPr/>
            <p:nvPr/>
          </p:nvGrpSpPr>
          <p:grpSpPr>
            <a:xfrm>
              <a:off x="9915932" y="1073143"/>
              <a:ext cx="1002577" cy="410086"/>
              <a:chOff x="10073900" y="816268"/>
              <a:chExt cx="1002577" cy="410086"/>
            </a:xfrm>
          </p:grpSpPr>
          <p:sp>
            <p:nvSpPr>
              <p:cNvPr id="590" name="TextBox 589">
                <a:extLst>
                  <a:ext uri="{FF2B5EF4-FFF2-40B4-BE49-F238E27FC236}">
                    <a16:creationId xmlns:a16="http://schemas.microsoft.com/office/drawing/2014/main" id="{651BE299-6D05-181E-011C-44A73E46E4FA}"/>
                  </a:ext>
                </a:extLst>
              </p:cNvPr>
              <p:cNvSpPr txBox="1"/>
              <p:nvPr/>
            </p:nvSpPr>
            <p:spPr>
              <a:xfrm>
                <a:off x="10098738" y="830659"/>
                <a:ext cx="38824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cs typeface="Times New Roman" panose="02020603050405020304" pitchFamily="18" charset="0"/>
                  </a:rPr>
                  <a:t>CH4</a:t>
                </a:r>
                <a:endParaRPr lang="ko-KR" altLang="en-US" sz="800" b="1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591" name="TextBox 590">
                <a:extLst>
                  <a:ext uri="{FF2B5EF4-FFF2-40B4-BE49-F238E27FC236}">
                    <a16:creationId xmlns:a16="http://schemas.microsoft.com/office/drawing/2014/main" id="{0D7EB197-EEFF-E150-9F66-327260AAA6A4}"/>
                  </a:ext>
                </a:extLst>
              </p:cNvPr>
              <p:cNvSpPr txBox="1"/>
              <p:nvPr/>
            </p:nvSpPr>
            <p:spPr>
              <a:xfrm>
                <a:off x="10672210" y="816268"/>
                <a:ext cx="32252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cs typeface="Times New Roman" panose="02020603050405020304" pitchFamily="18" charset="0"/>
                  </a:rPr>
                  <a:t>H2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592" name="그림 591">
                <a:extLst>
                  <a:ext uri="{FF2B5EF4-FFF2-40B4-BE49-F238E27FC236}">
                    <a16:creationId xmlns:a16="http://schemas.microsoft.com/office/drawing/2014/main" id="{E45D1C4C-22AF-C21A-B867-46552F4CB8AD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10626449" y="1014756"/>
                <a:ext cx="450028" cy="211598"/>
              </a:xfrm>
              <a:prstGeom prst="rect">
                <a:avLst/>
              </a:prstGeom>
            </p:spPr>
          </p:pic>
          <p:pic>
            <p:nvPicPr>
              <p:cNvPr id="593" name="그림 592">
                <a:extLst>
                  <a:ext uri="{FF2B5EF4-FFF2-40B4-BE49-F238E27FC236}">
                    <a16:creationId xmlns:a16="http://schemas.microsoft.com/office/drawing/2014/main" id="{8DBDC1E5-6CF7-CCCA-EFE5-EF76F1D74E76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10073900" y="1014756"/>
                <a:ext cx="450028" cy="211598"/>
              </a:xfrm>
              <a:prstGeom prst="rect">
                <a:avLst/>
              </a:prstGeom>
            </p:spPr>
          </p:pic>
        </p:grpSp>
      </p:grpSp>
      <p:grpSp>
        <p:nvGrpSpPr>
          <p:cNvPr id="594" name="그룹 593">
            <a:extLst>
              <a:ext uri="{FF2B5EF4-FFF2-40B4-BE49-F238E27FC236}">
                <a16:creationId xmlns:a16="http://schemas.microsoft.com/office/drawing/2014/main" id="{472091B6-F3D1-7DF2-38F4-BE04076DC222}"/>
              </a:ext>
            </a:extLst>
          </p:cNvPr>
          <p:cNvGrpSpPr/>
          <p:nvPr/>
        </p:nvGrpSpPr>
        <p:grpSpPr>
          <a:xfrm>
            <a:off x="9179895" y="828867"/>
            <a:ext cx="821797" cy="609169"/>
            <a:chOff x="8611849" y="881819"/>
            <a:chExt cx="821797" cy="609169"/>
          </a:xfrm>
        </p:grpSpPr>
        <p:sp>
          <p:nvSpPr>
            <p:cNvPr id="595" name="TextBox 594">
              <a:extLst>
                <a:ext uri="{FF2B5EF4-FFF2-40B4-BE49-F238E27FC236}">
                  <a16:creationId xmlns:a16="http://schemas.microsoft.com/office/drawing/2014/main" id="{4DAC793A-ACBF-0124-2133-10084D7EA785}"/>
                </a:ext>
              </a:extLst>
            </p:cNvPr>
            <p:cNvSpPr txBox="1"/>
            <p:nvPr/>
          </p:nvSpPr>
          <p:spPr>
            <a:xfrm>
              <a:off x="8611849" y="881819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N2</a:t>
              </a:r>
              <a:endParaRPr lang="ko-KR" altLang="en-US" sz="1000" b="1" dirty="0">
                <a:latin typeface="+mj-lt"/>
              </a:endParaRPr>
            </a:p>
          </p:txBody>
        </p:sp>
        <p:sp>
          <p:nvSpPr>
            <p:cNvPr id="596" name="직사각형 595">
              <a:extLst>
                <a:ext uri="{FF2B5EF4-FFF2-40B4-BE49-F238E27FC236}">
                  <a16:creationId xmlns:a16="http://schemas.microsoft.com/office/drawing/2014/main" id="{01B2C2CD-5BDB-7ECA-AC00-127208C502E9}"/>
                </a:ext>
              </a:extLst>
            </p:cNvPr>
            <p:cNvSpPr/>
            <p:nvPr/>
          </p:nvSpPr>
          <p:spPr>
            <a:xfrm>
              <a:off x="8741154" y="1225890"/>
              <a:ext cx="276225" cy="26153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97" name="직사각형 596">
              <a:extLst>
                <a:ext uri="{FF2B5EF4-FFF2-40B4-BE49-F238E27FC236}">
                  <a16:creationId xmlns:a16="http://schemas.microsoft.com/office/drawing/2014/main" id="{993A4DFC-048B-41F4-8A3D-D478CE171914}"/>
                </a:ext>
              </a:extLst>
            </p:cNvPr>
            <p:cNvSpPr/>
            <p:nvPr/>
          </p:nvSpPr>
          <p:spPr>
            <a:xfrm>
              <a:off x="9150003" y="1229453"/>
              <a:ext cx="276225" cy="26153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98" name="TextBox 597">
              <a:extLst>
                <a:ext uri="{FF2B5EF4-FFF2-40B4-BE49-F238E27FC236}">
                  <a16:creationId xmlns:a16="http://schemas.microsoft.com/office/drawing/2014/main" id="{ED2AFFAC-858A-FAEF-EAE2-108FBFE71C07}"/>
                </a:ext>
              </a:extLst>
            </p:cNvPr>
            <p:cNvSpPr txBox="1"/>
            <p:nvPr/>
          </p:nvSpPr>
          <p:spPr>
            <a:xfrm>
              <a:off x="8702893" y="1054935"/>
              <a:ext cx="3465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Ref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BAD69C38-546B-A3BA-28E8-1D2DC559DFB7}"/>
                </a:ext>
              </a:extLst>
            </p:cNvPr>
            <p:cNvSpPr txBox="1"/>
            <p:nvPr/>
          </p:nvSpPr>
          <p:spPr>
            <a:xfrm>
              <a:off x="9131960" y="1054935"/>
              <a:ext cx="3016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ST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14" name="직사각형 613">
            <a:extLst>
              <a:ext uri="{FF2B5EF4-FFF2-40B4-BE49-F238E27FC236}">
                <a16:creationId xmlns:a16="http://schemas.microsoft.com/office/drawing/2014/main" id="{8510EFEC-784F-C8B1-F6A0-2A0A91A437E7}"/>
              </a:ext>
            </a:extLst>
          </p:cNvPr>
          <p:cNvSpPr/>
          <p:nvPr/>
        </p:nvSpPr>
        <p:spPr>
          <a:xfrm>
            <a:off x="11377193" y="1233776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REF.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5" name="직사각형 614">
            <a:extLst>
              <a:ext uri="{FF2B5EF4-FFF2-40B4-BE49-F238E27FC236}">
                <a16:creationId xmlns:a16="http://schemas.microsoft.com/office/drawing/2014/main" id="{5E87CB68-DF3C-AD1B-4F35-85BC61D75AFC}"/>
              </a:ext>
            </a:extLst>
          </p:cNvPr>
          <p:cNvSpPr/>
          <p:nvPr/>
        </p:nvSpPr>
        <p:spPr>
          <a:xfrm>
            <a:off x="11377193" y="1600344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Stack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6" name="직사각형 615">
            <a:extLst>
              <a:ext uri="{FF2B5EF4-FFF2-40B4-BE49-F238E27FC236}">
                <a16:creationId xmlns:a16="http://schemas.microsoft.com/office/drawing/2014/main" id="{AD94E109-A4D2-829E-2F01-821C4DA33940}"/>
              </a:ext>
            </a:extLst>
          </p:cNvPr>
          <p:cNvSpPr/>
          <p:nvPr/>
        </p:nvSpPr>
        <p:spPr>
          <a:xfrm>
            <a:off x="11377193" y="1966913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PID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7" name="직사각형 616">
            <a:extLst>
              <a:ext uri="{FF2B5EF4-FFF2-40B4-BE49-F238E27FC236}">
                <a16:creationId xmlns:a16="http://schemas.microsoft.com/office/drawing/2014/main" id="{DDA27495-7558-7088-4E8A-B071502AD897}"/>
              </a:ext>
            </a:extLst>
          </p:cNvPr>
          <p:cNvSpPr/>
          <p:nvPr/>
        </p:nvSpPr>
        <p:spPr>
          <a:xfrm>
            <a:off x="11377193" y="2333481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EHR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8" name="직사각형 617">
            <a:extLst>
              <a:ext uri="{FF2B5EF4-FFF2-40B4-BE49-F238E27FC236}">
                <a16:creationId xmlns:a16="http://schemas.microsoft.com/office/drawing/2014/main" id="{6FD0A56A-1883-3825-7394-E78EBC6BD033}"/>
              </a:ext>
            </a:extLst>
          </p:cNvPr>
          <p:cNvSpPr/>
          <p:nvPr/>
        </p:nvSpPr>
        <p:spPr>
          <a:xfrm>
            <a:off x="11377193" y="2700049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CVM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9" name="직사각형 618">
            <a:extLst>
              <a:ext uri="{FF2B5EF4-FFF2-40B4-BE49-F238E27FC236}">
                <a16:creationId xmlns:a16="http://schemas.microsoft.com/office/drawing/2014/main" id="{6668A4F9-46DE-78E8-77E4-C9D655B762A2}"/>
              </a:ext>
            </a:extLst>
          </p:cNvPr>
          <p:cNvSpPr/>
          <p:nvPr/>
        </p:nvSpPr>
        <p:spPr>
          <a:xfrm>
            <a:off x="11377193" y="306661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INV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20" name="직사각형 619">
            <a:extLst>
              <a:ext uri="{FF2B5EF4-FFF2-40B4-BE49-F238E27FC236}">
                <a16:creationId xmlns:a16="http://schemas.microsoft.com/office/drawing/2014/main" id="{B5C787EF-46C0-CC9D-E7DD-653AE4A7CFAE}"/>
              </a:ext>
            </a:extLst>
          </p:cNvPr>
          <p:cNvSpPr/>
          <p:nvPr/>
        </p:nvSpPr>
        <p:spPr>
          <a:xfrm>
            <a:off x="11377193" y="363969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AOG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21" name="직사각형 620">
            <a:extLst>
              <a:ext uri="{FF2B5EF4-FFF2-40B4-BE49-F238E27FC236}">
                <a16:creationId xmlns:a16="http://schemas.microsoft.com/office/drawing/2014/main" id="{93D80362-1CB3-38C9-1B6D-AB30D08F0EC7}"/>
              </a:ext>
            </a:extLst>
          </p:cNvPr>
          <p:cNvSpPr/>
          <p:nvPr/>
        </p:nvSpPr>
        <p:spPr>
          <a:xfrm>
            <a:off x="11377193" y="4006265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부하 운전</a:t>
            </a:r>
          </a:p>
        </p:txBody>
      </p:sp>
      <p:sp>
        <p:nvSpPr>
          <p:cNvPr id="622" name="직사각형 621">
            <a:extLst>
              <a:ext uri="{FF2B5EF4-FFF2-40B4-BE49-F238E27FC236}">
                <a16:creationId xmlns:a16="http://schemas.microsoft.com/office/drawing/2014/main" id="{190212B9-5F34-7399-0DDF-CC7F1A2050C1}"/>
              </a:ext>
            </a:extLst>
          </p:cNvPr>
          <p:cNvSpPr/>
          <p:nvPr/>
        </p:nvSpPr>
        <p:spPr>
          <a:xfrm>
            <a:off x="11377193" y="4372834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Parameter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638" name="그룹 637">
            <a:extLst>
              <a:ext uri="{FF2B5EF4-FFF2-40B4-BE49-F238E27FC236}">
                <a16:creationId xmlns:a16="http://schemas.microsoft.com/office/drawing/2014/main" id="{DA5A5BF3-26CC-012D-4438-0ED31A649436}"/>
              </a:ext>
            </a:extLst>
          </p:cNvPr>
          <p:cNvGrpSpPr/>
          <p:nvPr/>
        </p:nvGrpSpPr>
        <p:grpSpPr>
          <a:xfrm>
            <a:off x="9649948" y="3688192"/>
            <a:ext cx="1432891" cy="1131905"/>
            <a:chOff x="9609742" y="3495873"/>
            <a:chExt cx="1432891" cy="1131905"/>
          </a:xfrm>
        </p:grpSpPr>
        <p:pic>
          <p:nvPicPr>
            <p:cNvPr id="639" name="그림 638">
              <a:extLst>
                <a:ext uri="{FF2B5EF4-FFF2-40B4-BE49-F238E27FC236}">
                  <a16:creationId xmlns:a16="http://schemas.microsoft.com/office/drawing/2014/main" id="{CE24E458-9509-DA41-F9F6-5EB32AE81998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/>
            <a:srcRect l="38789" t="34972" r="56421" b="56197"/>
            <a:stretch/>
          </p:blipFill>
          <p:spPr>
            <a:xfrm>
              <a:off x="10433662" y="3857989"/>
              <a:ext cx="557178" cy="237975"/>
            </a:xfrm>
            <a:prstGeom prst="rect">
              <a:avLst/>
            </a:prstGeom>
          </p:spPr>
        </p:pic>
        <p:grpSp>
          <p:nvGrpSpPr>
            <p:cNvPr id="640" name="그룹 639">
              <a:extLst>
                <a:ext uri="{FF2B5EF4-FFF2-40B4-BE49-F238E27FC236}">
                  <a16:creationId xmlns:a16="http://schemas.microsoft.com/office/drawing/2014/main" id="{90650E01-238B-56FF-B824-EB1CEEFDB3D5}"/>
                </a:ext>
              </a:extLst>
            </p:cNvPr>
            <p:cNvGrpSpPr/>
            <p:nvPr/>
          </p:nvGrpSpPr>
          <p:grpSpPr>
            <a:xfrm>
              <a:off x="9609742" y="3495873"/>
              <a:ext cx="1432891" cy="1131905"/>
              <a:chOff x="9609742" y="3495873"/>
              <a:chExt cx="1432891" cy="1131905"/>
            </a:xfrm>
          </p:grpSpPr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FEAA800E-49E1-0DDF-E775-F8A3CADE4757}"/>
                  </a:ext>
                </a:extLst>
              </p:cNvPr>
              <p:cNvSpPr txBox="1"/>
              <p:nvPr/>
            </p:nvSpPr>
            <p:spPr>
              <a:xfrm>
                <a:off x="9722740" y="3851610"/>
                <a:ext cx="63991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9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비상정지</a:t>
                </a:r>
                <a:endPara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2" name="직사각형 641">
                <a:extLst>
                  <a:ext uri="{FF2B5EF4-FFF2-40B4-BE49-F238E27FC236}">
                    <a16:creationId xmlns:a16="http://schemas.microsoft.com/office/drawing/2014/main" id="{096B311C-6789-6650-A89C-2546D69D0FF8}"/>
                  </a:ext>
                </a:extLst>
              </p:cNvPr>
              <p:cNvSpPr/>
              <p:nvPr/>
            </p:nvSpPr>
            <p:spPr>
              <a:xfrm>
                <a:off x="9609742" y="3502417"/>
                <a:ext cx="642898" cy="256598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START</a:t>
                </a:r>
                <a:endParaRPr lang="ko-KR" altLang="en-US" sz="800" b="1" dirty="0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직사각형 642">
                <a:extLst>
                  <a:ext uri="{FF2B5EF4-FFF2-40B4-BE49-F238E27FC236}">
                    <a16:creationId xmlns:a16="http://schemas.microsoft.com/office/drawing/2014/main" id="{2069DD60-BF3A-B639-87BD-0E27A85D5E96}"/>
                  </a:ext>
                </a:extLst>
              </p:cNvPr>
              <p:cNvSpPr/>
              <p:nvPr/>
            </p:nvSpPr>
            <p:spPr>
              <a:xfrm>
                <a:off x="10399735" y="3495873"/>
                <a:ext cx="642898" cy="256598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STOP</a:t>
                </a:r>
                <a:endParaRPr lang="ko-KR" altLang="en-US" sz="800" b="1" dirty="0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44" name="그림 643">
                <a:extLst>
                  <a:ext uri="{FF2B5EF4-FFF2-40B4-BE49-F238E27FC236}">
                    <a16:creationId xmlns:a16="http://schemas.microsoft.com/office/drawing/2014/main" id="{61CDF3A7-D198-5956-1B80-43EA10D4EEF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38789" t="34972" r="56421" b="56197"/>
              <a:stretch/>
            </p:blipFill>
            <p:spPr>
              <a:xfrm>
                <a:off x="10474754" y="4425377"/>
                <a:ext cx="450028" cy="168621"/>
              </a:xfrm>
              <a:prstGeom prst="rect">
                <a:avLst/>
              </a:prstGeom>
            </p:spPr>
          </p:pic>
          <p:sp>
            <p:nvSpPr>
              <p:cNvPr id="645" name="TextBox 644">
                <a:extLst>
                  <a:ext uri="{FF2B5EF4-FFF2-40B4-BE49-F238E27FC236}">
                    <a16:creationId xmlns:a16="http://schemas.microsoft.com/office/drawing/2014/main" id="{AB03A04C-46F7-4944-EFB2-FBDDD2B5C295}"/>
                  </a:ext>
                </a:extLst>
              </p:cNvPr>
              <p:cNvSpPr txBox="1"/>
              <p:nvPr/>
            </p:nvSpPr>
            <p:spPr>
              <a:xfrm>
                <a:off x="9796182" y="4412334"/>
                <a:ext cx="7441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cs typeface="Times New Roman" panose="02020603050405020304" pitchFamily="18" charset="0"/>
                  </a:rPr>
                  <a:t>Auto Mode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6" name="직사각형 645">
                <a:extLst>
                  <a:ext uri="{FF2B5EF4-FFF2-40B4-BE49-F238E27FC236}">
                    <a16:creationId xmlns:a16="http://schemas.microsoft.com/office/drawing/2014/main" id="{408AEA77-DCA3-35D9-05F4-DC9F8E21A82A}"/>
                  </a:ext>
                </a:extLst>
              </p:cNvPr>
              <p:cNvSpPr/>
              <p:nvPr/>
            </p:nvSpPr>
            <p:spPr>
              <a:xfrm>
                <a:off x="10475908" y="4206871"/>
                <a:ext cx="448874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47" name="TextBox 646">
                <a:extLst>
                  <a:ext uri="{FF2B5EF4-FFF2-40B4-BE49-F238E27FC236}">
                    <a16:creationId xmlns:a16="http://schemas.microsoft.com/office/drawing/2014/main" id="{C1A2B4BE-201E-6108-E532-F31C0B3920C5}"/>
                  </a:ext>
                </a:extLst>
              </p:cNvPr>
              <p:cNvSpPr txBox="1"/>
              <p:nvPr/>
            </p:nvSpPr>
            <p:spPr>
              <a:xfrm>
                <a:off x="9807328" y="4190614"/>
                <a:ext cx="7104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Auto Code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48" name="직사각형 647">
            <a:extLst>
              <a:ext uri="{FF2B5EF4-FFF2-40B4-BE49-F238E27FC236}">
                <a16:creationId xmlns:a16="http://schemas.microsoft.com/office/drawing/2014/main" id="{FE847F05-CB65-5EA0-976F-B34171CE4D22}"/>
              </a:ext>
            </a:extLst>
          </p:cNvPr>
          <p:cNvSpPr/>
          <p:nvPr/>
        </p:nvSpPr>
        <p:spPr>
          <a:xfrm>
            <a:off x="9987881" y="4879128"/>
            <a:ext cx="2120354" cy="1915354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649" name="직사각형 648">
            <a:extLst>
              <a:ext uri="{FF2B5EF4-FFF2-40B4-BE49-F238E27FC236}">
                <a16:creationId xmlns:a16="http://schemas.microsoft.com/office/drawing/2014/main" id="{915960A5-A913-CA0F-045A-AA0E352FBCF8}"/>
              </a:ext>
            </a:extLst>
          </p:cNvPr>
          <p:cNvSpPr/>
          <p:nvPr/>
        </p:nvSpPr>
        <p:spPr>
          <a:xfrm>
            <a:off x="11270043" y="977179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+mj-lt"/>
              </a:rPr>
              <a:t>Graph</a:t>
            </a:r>
            <a:endParaRPr lang="ko-KR" altLang="en-US" sz="9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50" name="직사각형 649">
            <a:extLst>
              <a:ext uri="{FF2B5EF4-FFF2-40B4-BE49-F238E27FC236}">
                <a16:creationId xmlns:a16="http://schemas.microsoft.com/office/drawing/2014/main" id="{9267EF07-7B87-0CDE-6CA8-A5EA3C193861}"/>
              </a:ext>
            </a:extLst>
          </p:cNvPr>
          <p:cNvSpPr/>
          <p:nvPr/>
        </p:nvSpPr>
        <p:spPr>
          <a:xfrm>
            <a:off x="11270043" y="3383100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lt"/>
              </a:rPr>
              <a:t>변수 설정</a:t>
            </a:r>
          </a:p>
        </p:txBody>
      </p:sp>
      <p:grpSp>
        <p:nvGrpSpPr>
          <p:cNvPr id="661" name="그룹 660">
            <a:extLst>
              <a:ext uri="{FF2B5EF4-FFF2-40B4-BE49-F238E27FC236}">
                <a16:creationId xmlns:a16="http://schemas.microsoft.com/office/drawing/2014/main" id="{9FBFB053-2AD4-8390-A4A4-1E141560CD32}"/>
              </a:ext>
            </a:extLst>
          </p:cNvPr>
          <p:cNvGrpSpPr/>
          <p:nvPr/>
        </p:nvGrpSpPr>
        <p:grpSpPr>
          <a:xfrm>
            <a:off x="5896634" y="197093"/>
            <a:ext cx="1786818" cy="376758"/>
            <a:chOff x="8022536" y="225221"/>
            <a:chExt cx="1786818" cy="376758"/>
          </a:xfrm>
        </p:grpSpPr>
        <p:pic>
          <p:nvPicPr>
            <p:cNvPr id="662" name="그림 661">
              <a:extLst>
                <a:ext uri="{FF2B5EF4-FFF2-40B4-BE49-F238E27FC236}">
                  <a16:creationId xmlns:a16="http://schemas.microsoft.com/office/drawing/2014/main" id="{2556C25E-0EF0-35FF-061C-A8B945968D6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/>
            <a:srcRect l="29075" t="34902" r="65924" b="55922"/>
            <a:stretch/>
          </p:blipFill>
          <p:spPr>
            <a:xfrm>
              <a:off x="8649917" y="433358"/>
              <a:ext cx="250016" cy="168621"/>
            </a:xfrm>
            <a:prstGeom prst="rect">
              <a:avLst/>
            </a:prstGeom>
          </p:spPr>
        </p:pic>
        <p:grpSp>
          <p:nvGrpSpPr>
            <p:cNvPr id="663" name="그룹 662">
              <a:extLst>
                <a:ext uri="{FF2B5EF4-FFF2-40B4-BE49-F238E27FC236}">
                  <a16:creationId xmlns:a16="http://schemas.microsoft.com/office/drawing/2014/main" id="{F37056F3-431E-4513-FF15-81821BF2143B}"/>
                </a:ext>
              </a:extLst>
            </p:cNvPr>
            <p:cNvGrpSpPr/>
            <p:nvPr/>
          </p:nvGrpSpPr>
          <p:grpSpPr>
            <a:xfrm>
              <a:off x="8022536" y="225221"/>
              <a:ext cx="1786818" cy="376758"/>
              <a:chOff x="8022536" y="225221"/>
              <a:chExt cx="1786818" cy="376758"/>
            </a:xfrm>
          </p:grpSpPr>
          <p:pic>
            <p:nvPicPr>
              <p:cNvPr id="664" name="그림 663">
                <a:extLst>
                  <a:ext uri="{FF2B5EF4-FFF2-40B4-BE49-F238E27FC236}">
                    <a16:creationId xmlns:a16="http://schemas.microsoft.com/office/drawing/2014/main" id="{27A96C20-257A-E463-06CB-883715FF4F54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8372993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665" name="TextBox 664">
                <a:extLst>
                  <a:ext uri="{FF2B5EF4-FFF2-40B4-BE49-F238E27FC236}">
                    <a16:creationId xmlns:a16="http://schemas.microsoft.com/office/drawing/2014/main" id="{835CC7EF-9ED0-4997-800A-07C6020EE738}"/>
                  </a:ext>
                </a:extLst>
              </p:cNvPr>
              <p:cNvSpPr txBox="1"/>
              <p:nvPr/>
            </p:nvSpPr>
            <p:spPr>
              <a:xfrm>
                <a:off x="8323915" y="241708"/>
                <a:ext cx="34817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INV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6" name="TextBox 665">
                <a:extLst>
                  <a:ext uri="{FF2B5EF4-FFF2-40B4-BE49-F238E27FC236}">
                    <a16:creationId xmlns:a16="http://schemas.microsoft.com/office/drawing/2014/main" id="{2FDF8C34-1AAD-54D3-0F79-41427C6A1F65}"/>
                  </a:ext>
                </a:extLst>
              </p:cNvPr>
              <p:cNvSpPr txBox="1"/>
              <p:nvPr/>
            </p:nvSpPr>
            <p:spPr>
              <a:xfrm>
                <a:off x="8554338" y="225221"/>
                <a:ext cx="44114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CVM1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67" name="그림 666">
                <a:extLst>
                  <a:ext uri="{FF2B5EF4-FFF2-40B4-BE49-F238E27FC236}">
                    <a16:creationId xmlns:a16="http://schemas.microsoft.com/office/drawing/2014/main" id="{DF7505DA-5907-C97E-7F98-001C13C85113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8926911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668" name="TextBox 667">
                <a:extLst>
                  <a:ext uri="{FF2B5EF4-FFF2-40B4-BE49-F238E27FC236}">
                    <a16:creationId xmlns:a16="http://schemas.microsoft.com/office/drawing/2014/main" id="{7AF6CE91-78EF-0303-6513-7FDE66C29B7F}"/>
                  </a:ext>
                </a:extLst>
              </p:cNvPr>
              <p:cNvSpPr txBox="1"/>
              <p:nvPr/>
            </p:nvSpPr>
            <p:spPr>
              <a:xfrm>
                <a:off x="8849435" y="225221"/>
                <a:ext cx="44114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CVM2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69" name="그림 668">
                <a:extLst>
                  <a:ext uri="{FF2B5EF4-FFF2-40B4-BE49-F238E27FC236}">
                    <a16:creationId xmlns:a16="http://schemas.microsoft.com/office/drawing/2014/main" id="{DF934A07-D9AE-DCA4-3168-EDBD6BF5B2D6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9201657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670" name="TextBox 669">
                <a:extLst>
                  <a:ext uri="{FF2B5EF4-FFF2-40B4-BE49-F238E27FC236}">
                    <a16:creationId xmlns:a16="http://schemas.microsoft.com/office/drawing/2014/main" id="{20D5BCCA-9C42-221D-5ABD-997379EFD29A}"/>
                  </a:ext>
                </a:extLst>
              </p:cNvPr>
              <p:cNvSpPr txBox="1"/>
              <p:nvPr/>
            </p:nvSpPr>
            <p:spPr>
              <a:xfrm>
                <a:off x="9165877" y="241708"/>
                <a:ext cx="321576" cy="203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FM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71" name="그림 670">
                <a:extLst>
                  <a:ext uri="{FF2B5EF4-FFF2-40B4-BE49-F238E27FC236}">
                    <a16:creationId xmlns:a16="http://schemas.microsoft.com/office/drawing/2014/main" id="{03397B43-1B6E-6A8B-59E5-BC189210A215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9511082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672" name="TextBox 671">
                <a:extLst>
                  <a:ext uri="{FF2B5EF4-FFF2-40B4-BE49-F238E27FC236}">
                    <a16:creationId xmlns:a16="http://schemas.microsoft.com/office/drawing/2014/main" id="{58678E30-E747-C8F4-2D36-E3693F59799E}"/>
                  </a:ext>
                </a:extLst>
              </p:cNvPr>
              <p:cNvSpPr txBox="1"/>
              <p:nvPr/>
            </p:nvSpPr>
            <p:spPr>
              <a:xfrm>
                <a:off x="9436886" y="241708"/>
                <a:ext cx="372468" cy="203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HMI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73" name="그림 672">
                <a:extLst>
                  <a:ext uri="{FF2B5EF4-FFF2-40B4-BE49-F238E27FC236}">
                    <a16:creationId xmlns:a16="http://schemas.microsoft.com/office/drawing/2014/main" id="{24596327-DCE6-94B5-C9DE-B83D4EC20A2A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8088060" y="428196"/>
                <a:ext cx="250016" cy="168621"/>
              </a:xfrm>
              <a:prstGeom prst="rect">
                <a:avLst/>
              </a:prstGeom>
            </p:spPr>
          </p:pic>
          <p:sp>
            <p:nvSpPr>
              <p:cNvPr id="674" name="TextBox 673">
                <a:extLst>
                  <a:ext uri="{FF2B5EF4-FFF2-40B4-BE49-F238E27FC236}">
                    <a16:creationId xmlns:a16="http://schemas.microsoft.com/office/drawing/2014/main" id="{7B027718-A10F-D02E-C7D6-02B90AE1FFB8}"/>
                  </a:ext>
                </a:extLst>
              </p:cNvPr>
              <p:cNvSpPr txBox="1"/>
              <p:nvPr/>
            </p:nvSpPr>
            <p:spPr>
              <a:xfrm>
                <a:off x="8022536" y="241708"/>
                <a:ext cx="36740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FAN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6E0991C8-3086-4B9B-D2F4-6C51DCD4FC47}"/>
              </a:ext>
            </a:extLst>
          </p:cNvPr>
          <p:cNvGrpSpPr/>
          <p:nvPr/>
        </p:nvGrpSpPr>
        <p:grpSpPr>
          <a:xfrm>
            <a:off x="7764415" y="187464"/>
            <a:ext cx="1673464" cy="449648"/>
            <a:chOff x="10205309" y="206789"/>
            <a:chExt cx="1673464" cy="449648"/>
          </a:xfrm>
        </p:grpSpPr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416529C5-F1DD-0127-AD01-CA3F8B912330}"/>
                </a:ext>
              </a:extLst>
            </p:cNvPr>
            <p:cNvGrpSpPr/>
            <p:nvPr/>
          </p:nvGrpSpPr>
          <p:grpSpPr>
            <a:xfrm>
              <a:off x="11328650" y="206789"/>
              <a:ext cx="550123" cy="443976"/>
              <a:chOff x="3636569" y="697634"/>
              <a:chExt cx="550123" cy="443976"/>
            </a:xfrm>
          </p:grpSpPr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D2174CC2-0B73-444F-BA49-FC0249399470}"/>
                  </a:ext>
                </a:extLst>
              </p:cNvPr>
              <p:cNvSpPr txBox="1"/>
              <p:nvPr/>
            </p:nvSpPr>
            <p:spPr>
              <a:xfrm>
                <a:off x="3636569" y="697634"/>
                <a:ext cx="550123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en-US" altLang="ko-KR" sz="1100">
                    <a:latin typeface="+mj-lt"/>
                  </a:rPr>
                  <a:t>MC_SW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496DEC68-6BD0-7E9C-ACF0-934D6364163C}"/>
                  </a:ext>
                </a:extLst>
              </p:cNvPr>
              <p:cNvSpPr/>
              <p:nvPr/>
            </p:nvSpPr>
            <p:spPr>
              <a:xfrm>
                <a:off x="3792478" y="919041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EABB9F73-EEEB-76A0-3915-8E79AF582B0F}"/>
                </a:ext>
              </a:extLst>
            </p:cNvPr>
            <p:cNvGrpSpPr/>
            <p:nvPr/>
          </p:nvGrpSpPr>
          <p:grpSpPr>
            <a:xfrm>
              <a:off x="10656198" y="227596"/>
              <a:ext cx="802591" cy="424457"/>
              <a:chOff x="3870809" y="728184"/>
              <a:chExt cx="802591" cy="424457"/>
            </a:xfrm>
          </p:grpSpPr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73AC9723-6042-2043-3C98-B7CF2D4B395E}"/>
                  </a:ext>
                </a:extLst>
              </p:cNvPr>
              <p:cNvSpPr txBox="1"/>
              <p:nvPr/>
            </p:nvSpPr>
            <p:spPr>
              <a:xfrm>
                <a:off x="3870809" y="728184"/>
                <a:ext cx="802591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ko-KR" altLang="en-US" sz="1100">
                    <a:latin typeface="+mj-lt"/>
                  </a:rPr>
                  <a:t>저장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7DEF98C5-3565-CD3F-B0A9-B39D016B2AC2}"/>
                  </a:ext>
                </a:extLst>
              </p:cNvPr>
              <p:cNvSpPr/>
              <p:nvPr/>
            </p:nvSpPr>
            <p:spPr>
              <a:xfrm>
                <a:off x="4150555" y="930072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5CE1BC70-D7A4-52BA-2DD5-66E172E638D6}"/>
                </a:ext>
              </a:extLst>
            </p:cNvPr>
            <p:cNvGrpSpPr/>
            <p:nvPr/>
          </p:nvGrpSpPr>
          <p:grpSpPr>
            <a:xfrm>
              <a:off x="10205309" y="216418"/>
              <a:ext cx="573691" cy="440019"/>
              <a:chOff x="3899714" y="717006"/>
              <a:chExt cx="573691" cy="440019"/>
            </a:xfrm>
          </p:grpSpPr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F628E2E-6B4A-6792-28BF-1EE28D2A7A72}"/>
                  </a:ext>
                </a:extLst>
              </p:cNvPr>
              <p:cNvSpPr txBox="1"/>
              <p:nvPr/>
            </p:nvSpPr>
            <p:spPr>
              <a:xfrm>
                <a:off x="3899714" y="717006"/>
                <a:ext cx="573691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ko-KR" altLang="en-US" sz="1100">
                    <a:latin typeface="+mj-lt"/>
                  </a:rPr>
                  <a:t>모니터링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9BBD943A-E230-A8B8-E7FE-E84272752315}"/>
                  </a:ext>
                </a:extLst>
              </p:cNvPr>
              <p:cNvSpPr/>
              <p:nvPr/>
            </p:nvSpPr>
            <p:spPr>
              <a:xfrm>
                <a:off x="4062270" y="934456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</p:grp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20DF97C-D447-BB5C-5B33-24ACFA22EB30}"/>
              </a:ext>
            </a:extLst>
          </p:cNvPr>
          <p:cNvSpPr/>
          <p:nvPr/>
        </p:nvSpPr>
        <p:spPr>
          <a:xfrm>
            <a:off x="10466420" y="540875"/>
            <a:ext cx="642898" cy="1832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8F92F5B3-8937-779F-FB60-525ED837EC56}"/>
              </a:ext>
            </a:extLst>
          </p:cNvPr>
          <p:cNvSpPr/>
          <p:nvPr/>
        </p:nvSpPr>
        <p:spPr>
          <a:xfrm>
            <a:off x="10367659" y="-25192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lt"/>
              </a:rPr>
              <a:t>비상정지 테스트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5478F999-CB69-22BB-D204-4FE49F43AF99}"/>
              </a:ext>
            </a:extLst>
          </p:cNvPr>
          <p:cNvSpPr/>
          <p:nvPr/>
        </p:nvSpPr>
        <p:spPr>
          <a:xfrm>
            <a:off x="9640843" y="199185"/>
            <a:ext cx="572914" cy="3006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Automatic</a:t>
            </a:r>
          </a:p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Code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840E16E0-CB80-112E-260B-98AA98B51577}"/>
              </a:ext>
            </a:extLst>
          </p:cNvPr>
          <p:cNvSpPr/>
          <p:nvPr/>
        </p:nvSpPr>
        <p:spPr>
          <a:xfrm>
            <a:off x="9598038" y="547519"/>
            <a:ext cx="642898" cy="1832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2F5AC776-64F5-A51E-BAEE-2A4D15E0BDA2}"/>
              </a:ext>
            </a:extLst>
          </p:cNvPr>
          <p:cNvGrpSpPr/>
          <p:nvPr/>
        </p:nvGrpSpPr>
        <p:grpSpPr>
          <a:xfrm>
            <a:off x="5193845" y="176295"/>
            <a:ext cx="694422" cy="395953"/>
            <a:chOff x="7634739" y="195620"/>
            <a:chExt cx="694422" cy="395953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5D9DDE19-CF79-4B1E-6FE1-A22E96B34849}"/>
                </a:ext>
              </a:extLst>
            </p:cNvPr>
            <p:cNvSpPr/>
            <p:nvPr/>
          </p:nvSpPr>
          <p:spPr>
            <a:xfrm>
              <a:off x="7757512" y="421844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662CEC83-0A1A-727D-C477-8F927D30D369}"/>
                </a:ext>
              </a:extLst>
            </p:cNvPr>
            <p:cNvSpPr txBox="1"/>
            <p:nvPr/>
          </p:nvSpPr>
          <p:spPr>
            <a:xfrm>
              <a:off x="7634739" y="195620"/>
              <a:ext cx="6944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cs typeface="Times New Roman" panose="02020603050405020304" pitchFamily="18" charset="0"/>
                </a:rPr>
                <a:t>Sys T </a:t>
              </a:r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</a:t>
              </a:r>
              <a:r>
                <a:rPr lang="ko-KR" altLang="en-US" sz="8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℃</a:t>
              </a:r>
              <a:r>
                <a:rPr lang="en-US" altLang="ko-KR" sz="8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EF6AD7B6-A1CD-EB61-21A7-48E4F2C3B9B2}"/>
              </a:ext>
            </a:extLst>
          </p:cNvPr>
          <p:cNvCxnSpPr>
            <a:cxnSpLocks/>
          </p:cNvCxnSpPr>
          <p:nvPr/>
        </p:nvCxnSpPr>
        <p:spPr>
          <a:xfrm rot="5400000">
            <a:off x="8171796" y="6075087"/>
            <a:ext cx="553531" cy="423438"/>
          </a:xfrm>
          <a:prstGeom prst="bentConnector3">
            <a:avLst>
              <a:gd name="adj1" fmla="val 97919"/>
            </a:avLst>
          </a:prstGeom>
          <a:ln>
            <a:solidFill>
              <a:srgbClr val="00B050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TextBox 447">
            <a:extLst>
              <a:ext uri="{FF2B5EF4-FFF2-40B4-BE49-F238E27FC236}">
                <a16:creationId xmlns:a16="http://schemas.microsoft.com/office/drawing/2014/main" id="{897E1356-2C0F-2F19-B4A6-623CE0BD3491}"/>
              </a:ext>
            </a:extLst>
          </p:cNvPr>
          <p:cNvSpPr txBox="1"/>
          <p:nvPr/>
        </p:nvSpPr>
        <p:spPr>
          <a:xfrm>
            <a:off x="7767851" y="6430047"/>
            <a:ext cx="517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EG HX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2E153C-EFBE-E0C2-E280-29AFD3F7CA7A}"/>
              </a:ext>
            </a:extLst>
          </p:cNvPr>
          <p:cNvSpPr txBox="1"/>
          <p:nvPr/>
        </p:nvSpPr>
        <p:spPr>
          <a:xfrm>
            <a:off x="1836513" y="6492964"/>
            <a:ext cx="43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Vent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506" name="직선 화살표 연결선 505">
            <a:extLst>
              <a:ext uri="{FF2B5EF4-FFF2-40B4-BE49-F238E27FC236}">
                <a16:creationId xmlns:a16="http://schemas.microsoft.com/office/drawing/2014/main" id="{9AFB3998-8618-9811-E421-F258667FEE1B}"/>
              </a:ext>
            </a:extLst>
          </p:cNvPr>
          <p:cNvCxnSpPr>
            <a:cxnSpLocks/>
          </p:cNvCxnSpPr>
          <p:nvPr/>
        </p:nvCxnSpPr>
        <p:spPr>
          <a:xfrm>
            <a:off x="2400148" y="5752956"/>
            <a:ext cx="913744" cy="2521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직선 화살표 연결선 536">
            <a:extLst>
              <a:ext uri="{FF2B5EF4-FFF2-40B4-BE49-F238E27FC236}">
                <a16:creationId xmlns:a16="http://schemas.microsoft.com/office/drawing/2014/main" id="{D64CDD2A-FADC-15D0-AAE4-13BB97AFF4BC}"/>
              </a:ext>
            </a:extLst>
          </p:cNvPr>
          <p:cNvCxnSpPr>
            <a:cxnSpLocks/>
          </p:cNvCxnSpPr>
          <p:nvPr/>
        </p:nvCxnSpPr>
        <p:spPr>
          <a:xfrm>
            <a:off x="5146184" y="3584165"/>
            <a:ext cx="0" cy="788669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35306E8-898F-A04C-620C-CC42C4D0E970}"/>
              </a:ext>
            </a:extLst>
          </p:cNvPr>
          <p:cNvSpPr txBox="1"/>
          <p:nvPr/>
        </p:nvSpPr>
        <p:spPr>
          <a:xfrm>
            <a:off x="2968757" y="5075151"/>
            <a:ext cx="517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err="1">
                <a:latin typeface="+mj-lt"/>
              </a:rPr>
              <a:t>Prox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76540FEB-C38F-250E-50BF-D9A664E8AD02}"/>
              </a:ext>
            </a:extLst>
          </p:cNvPr>
          <p:cNvCxnSpPr>
            <a:cxnSpLocks/>
            <a:endCxn id="520" idx="0"/>
          </p:cNvCxnSpPr>
          <p:nvPr/>
        </p:nvCxnSpPr>
        <p:spPr>
          <a:xfrm rot="16200000" flipH="1">
            <a:off x="5947886" y="3777761"/>
            <a:ext cx="822258" cy="407558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>
            <a:extLst>
              <a:ext uri="{FF2B5EF4-FFF2-40B4-BE49-F238E27FC236}">
                <a16:creationId xmlns:a16="http://schemas.microsoft.com/office/drawing/2014/main" id="{DA0326EB-0413-8992-9934-431E632182B9}"/>
              </a:ext>
            </a:extLst>
          </p:cNvPr>
          <p:cNvSpPr txBox="1"/>
          <p:nvPr/>
        </p:nvSpPr>
        <p:spPr>
          <a:xfrm>
            <a:off x="4294782" y="5700780"/>
            <a:ext cx="6912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 err="1">
                <a:latin typeface="+mj-lt"/>
              </a:rPr>
              <a:t>HR.Water</a:t>
            </a:r>
            <a:r>
              <a:rPr lang="en-US" altLang="ko-KR" sz="800" b="1" dirty="0">
                <a:latin typeface="+mj-lt"/>
              </a:rPr>
              <a:t> </a:t>
            </a:r>
          </a:p>
          <a:p>
            <a:pPr algn="ctr"/>
            <a:r>
              <a:rPr lang="en-US" altLang="ko-KR" sz="800" b="1" dirty="0">
                <a:latin typeface="+mj-lt"/>
              </a:rPr>
              <a:t>OUT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8A03751B-F5F2-0B18-DA62-A5A47B41570E}"/>
              </a:ext>
            </a:extLst>
          </p:cNvPr>
          <p:cNvSpPr txBox="1"/>
          <p:nvPr/>
        </p:nvSpPr>
        <p:spPr>
          <a:xfrm>
            <a:off x="6123923" y="3716238"/>
            <a:ext cx="10054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 err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RG.Re</a:t>
            </a:r>
            <a:r>
              <a:rPr lang="en-US" altLang="ko-KR" sz="8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 Temp [℃]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81" name="직사각형 480">
            <a:extLst>
              <a:ext uri="{FF2B5EF4-FFF2-40B4-BE49-F238E27FC236}">
                <a16:creationId xmlns:a16="http://schemas.microsoft.com/office/drawing/2014/main" id="{3692A1A0-663F-8364-0D25-E6FBFD45AE29}"/>
              </a:ext>
            </a:extLst>
          </p:cNvPr>
          <p:cNvSpPr/>
          <p:nvPr/>
        </p:nvSpPr>
        <p:spPr>
          <a:xfrm>
            <a:off x="6336317" y="3914117"/>
            <a:ext cx="448875" cy="1600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449" name="그룹 448">
            <a:extLst>
              <a:ext uri="{FF2B5EF4-FFF2-40B4-BE49-F238E27FC236}">
                <a16:creationId xmlns:a16="http://schemas.microsoft.com/office/drawing/2014/main" id="{7DEAD707-C619-EE7B-C467-0943938AB719}"/>
              </a:ext>
            </a:extLst>
          </p:cNvPr>
          <p:cNvGrpSpPr/>
          <p:nvPr/>
        </p:nvGrpSpPr>
        <p:grpSpPr>
          <a:xfrm>
            <a:off x="1689606" y="4857794"/>
            <a:ext cx="814402" cy="1158904"/>
            <a:chOff x="2381867" y="5216518"/>
            <a:chExt cx="814402" cy="1158904"/>
          </a:xfrm>
        </p:grpSpPr>
        <p:grpSp>
          <p:nvGrpSpPr>
            <p:cNvPr id="452" name="그룹 451">
              <a:extLst>
                <a:ext uri="{FF2B5EF4-FFF2-40B4-BE49-F238E27FC236}">
                  <a16:creationId xmlns:a16="http://schemas.microsoft.com/office/drawing/2014/main" id="{19654E21-A3AD-4044-861F-CFF3E28EC4B6}"/>
                </a:ext>
              </a:extLst>
            </p:cNvPr>
            <p:cNvGrpSpPr/>
            <p:nvPr/>
          </p:nvGrpSpPr>
          <p:grpSpPr>
            <a:xfrm>
              <a:off x="2381867" y="5238298"/>
              <a:ext cx="814402" cy="1137124"/>
              <a:chOff x="4446869" y="1219517"/>
              <a:chExt cx="917821" cy="1137124"/>
            </a:xfrm>
          </p:grpSpPr>
          <p:cxnSp>
            <p:nvCxnSpPr>
              <p:cNvPr id="483" name="직선 화살표 연결선 482">
                <a:extLst>
                  <a:ext uri="{FF2B5EF4-FFF2-40B4-BE49-F238E27FC236}">
                    <a16:creationId xmlns:a16="http://schemas.microsoft.com/office/drawing/2014/main" id="{CDC7ADF9-14CF-D811-B296-8A56BD417B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495" y="2283051"/>
                <a:ext cx="290654" cy="0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E3EB4DD-A222-B0D2-9893-F125ADD598DA}"/>
                  </a:ext>
                </a:extLst>
              </p:cNvPr>
              <p:cNvSpPr/>
              <p:nvPr/>
            </p:nvSpPr>
            <p:spPr>
              <a:xfrm>
                <a:off x="4476011" y="1219517"/>
                <a:ext cx="775835" cy="1137124"/>
              </a:xfrm>
              <a:prstGeom prst="rect">
                <a:avLst/>
              </a:prstGeom>
              <a:solidFill>
                <a:srgbClr val="FED2D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87" name="TextBox 486">
                <a:extLst>
                  <a:ext uri="{FF2B5EF4-FFF2-40B4-BE49-F238E27FC236}">
                    <a16:creationId xmlns:a16="http://schemas.microsoft.com/office/drawing/2014/main" id="{43586EA6-E251-4D53-C269-A208F03ED8DF}"/>
                  </a:ext>
                </a:extLst>
              </p:cNvPr>
              <p:cNvSpPr txBox="1"/>
              <p:nvPr/>
            </p:nvSpPr>
            <p:spPr>
              <a:xfrm>
                <a:off x="4446869" y="1383444"/>
                <a:ext cx="917821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AHX_TC  [</a:t>
                </a:r>
                <a:r>
                  <a:rPr lang="ko-KR" altLang="en-US" sz="700" b="1" dirty="0">
                    <a:latin typeface="+mj-lt"/>
                  </a:rPr>
                  <a:t>℃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1DA41863-64FA-AB5B-5B02-542A6FE014BC}"/>
                  </a:ext>
                </a:extLst>
              </p:cNvPr>
              <p:cNvSpPr/>
              <p:nvPr/>
            </p:nvSpPr>
            <p:spPr>
              <a:xfrm>
                <a:off x="4630492" y="1579537"/>
                <a:ext cx="467795" cy="2248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90" name="TextBox 489">
                <a:extLst>
                  <a:ext uri="{FF2B5EF4-FFF2-40B4-BE49-F238E27FC236}">
                    <a16:creationId xmlns:a16="http://schemas.microsoft.com/office/drawing/2014/main" id="{5E3F0EDE-0336-6D70-9CD9-8C394872FAF6}"/>
                  </a:ext>
                </a:extLst>
              </p:cNvPr>
              <p:cNvSpPr txBox="1"/>
              <p:nvPr/>
            </p:nvSpPr>
            <p:spPr>
              <a:xfrm>
                <a:off x="4500428" y="1801953"/>
                <a:ext cx="721951" cy="237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PT  [kPa]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7" name="직사각형 506">
                <a:extLst>
                  <a:ext uri="{FF2B5EF4-FFF2-40B4-BE49-F238E27FC236}">
                    <a16:creationId xmlns:a16="http://schemas.microsoft.com/office/drawing/2014/main" id="{BD21AF93-08CC-4725-12EB-44C7B1C1A54C}"/>
                  </a:ext>
                </a:extLst>
              </p:cNvPr>
              <p:cNvSpPr/>
              <p:nvPr/>
            </p:nvSpPr>
            <p:spPr>
              <a:xfrm>
                <a:off x="4636857" y="2002756"/>
                <a:ext cx="467793" cy="2248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</p:grp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4BDFB4D1-1094-DD46-148E-CB34BCEC8D7E}"/>
                </a:ext>
              </a:extLst>
            </p:cNvPr>
            <p:cNvSpPr txBox="1"/>
            <p:nvPr/>
          </p:nvSpPr>
          <p:spPr>
            <a:xfrm>
              <a:off x="2483582" y="5216518"/>
              <a:ext cx="5741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EG HX</a:t>
              </a:r>
              <a:endParaRPr lang="ko-KR" altLang="en-US" sz="1000" b="1" dirty="0">
                <a:latin typeface="+mj-lt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2A21D8D-A3C9-8E21-316C-302AAF292C6B}"/>
              </a:ext>
            </a:extLst>
          </p:cNvPr>
          <p:cNvSpPr txBox="1"/>
          <p:nvPr/>
        </p:nvSpPr>
        <p:spPr>
          <a:xfrm>
            <a:off x="10040" y="222581"/>
            <a:ext cx="5205277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제어기 통신 상태</a:t>
            </a:r>
            <a:r>
              <a:rPr lang="en-US" altLang="ko-KR" dirty="0"/>
              <a:t>(</a:t>
            </a:r>
            <a:r>
              <a:rPr lang="ko-KR" altLang="en-US" dirty="0" err="1"/>
              <a:t>퍼니일렉스</a:t>
            </a:r>
            <a:r>
              <a:rPr lang="ko-KR" altLang="en-US" dirty="0"/>
              <a:t> 측과 상의 후 구성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75A5463-E0FB-50D2-F0A1-B3F3626831C8}"/>
              </a:ext>
            </a:extLst>
          </p:cNvPr>
          <p:cNvGrpSpPr/>
          <p:nvPr/>
        </p:nvGrpSpPr>
        <p:grpSpPr>
          <a:xfrm>
            <a:off x="4494089" y="2541033"/>
            <a:ext cx="848891" cy="1031589"/>
            <a:chOff x="4072087" y="3446650"/>
            <a:chExt cx="848891" cy="1031589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A626BA09-5D57-C6A4-FBCD-691C8EBA23EF}"/>
                </a:ext>
              </a:extLst>
            </p:cNvPr>
            <p:cNvSpPr/>
            <p:nvPr/>
          </p:nvSpPr>
          <p:spPr>
            <a:xfrm>
              <a:off x="4072087" y="3470175"/>
              <a:ext cx="848891" cy="10080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E73D32A9-8C97-AD49-2775-599BAB08422B}"/>
                </a:ext>
              </a:extLst>
            </p:cNvPr>
            <p:cNvGrpSpPr/>
            <p:nvPr/>
          </p:nvGrpSpPr>
          <p:grpSpPr>
            <a:xfrm>
              <a:off x="4100634" y="3446650"/>
              <a:ext cx="770463" cy="963495"/>
              <a:chOff x="3957845" y="3523954"/>
              <a:chExt cx="984586" cy="1037508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F6720388-06F3-B97C-836F-50675DE96B17}"/>
                  </a:ext>
                </a:extLst>
              </p:cNvPr>
              <p:cNvGrpSpPr/>
              <p:nvPr/>
            </p:nvGrpSpPr>
            <p:grpSpPr>
              <a:xfrm>
                <a:off x="3957845" y="3785793"/>
                <a:ext cx="984586" cy="775669"/>
                <a:chOff x="41407" y="4432696"/>
                <a:chExt cx="984586" cy="775669"/>
              </a:xfrm>
            </p:grpSpPr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A04EEB4-C988-F254-B31B-271A6F89398C}"/>
                    </a:ext>
                  </a:extLst>
                </p:cNvPr>
                <p:cNvSpPr txBox="1"/>
                <p:nvPr/>
              </p:nvSpPr>
              <p:spPr>
                <a:xfrm>
                  <a:off x="41453" y="4432696"/>
                  <a:ext cx="47160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H [</a:t>
                  </a:r>
                  <a:r>
                    <a:rPr lang="ko-KR" altLang="en-US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7" name="직사각형 456">
                  <a:extLst>
                    <a:ext uri="{FF2B5EF4-FFF2-40B4-BE49-F238E27FC236}">
                      <a16:creationId xmlns:a16="http://schemas.microsoft.com/office/drawing/2014/main" id="{165C3BEC-46C4-F3E9-CEAE-E5FAC4B2D053}"/>
                    </a:ext>
                  </a:extLst>
                </p:cNvPr>
                <p:cNvSpPr/>
                <p:nvPr/>
              </p:nvSpPr>
              <p:spPr>
                <a:xfrm>
                  <a:off x="539882" y="4732582"/>
                  <a:ext cx="486111" cy="200944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  <p:sp>
              <p:nvSpPr>
                <p:cNvPr id="459" name="TextBox 458">
                  <a:extLst>
                    <a:ext uri="{FF2B5EF4-FFF2-40B4-BE49-F238E27FC236}">
                      <a16:creationId xmlns:a16="http://schemas.microsoft.com/office/drawing/2014/main" id="{22EDFC6E-2183-AC28-591C-61565BED3288}"/>
                    </a:ext>
                  </a:extLst>
                </p:cNvPr>
                <p:cNvSpPr txBox="1"/>
                <p:nvPr/>
              </p:nvSpPr>
              <p:spPr>
                <a:xfrm>
                  <a:off x="41407" y="4718784"/>
                  <a:ext cx="49244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M [</a:t>
                  </a:r>
                  <a:r>
                    <a:rPr lang="ko-KR" altLang="en-US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1" name="TextBox 460">
                  <a:extLst>
                    <a:ext uri="{FF2B5EF4-FFF2-40B4-BE49-F238E27FC236}">
                      <a16:creationId xmlns:a16="http://schemas.microsoft.com/office/drawing/2014/main" id="{A6FB5C99-49AA-EB4A-593F-69AAB8D3297C}"/>
                    </a:ext>
                  </a:extLst>
                </p:cNvPr>
                <p:cNvSpPr txBox="1"/>
                <p:nvPr/>
              </p:nvSpPr>
              <p:spPr>
                <a:xfrm>
                  <a:off x="66096" y="4992921"/>
                  <a:ext cx="44595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L 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</a:t>
                  </a:r>
                  <a:r>
                    <a:rPr lang="ko-KR" altLang="en-US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1" name="직사각형 470">
                  <a:extLst>
                    <a:ext uri="{FF2B5EF4-FFF2-40B4-BE49-F238E27FC236}">
                      <a16:creationId xmlns:a16="http://schemas.microsoft.com/office/drawing/2014/main" id="{8D87F480-8284-DA67-3DFB-499C07FAEA91}"/>
                    </a:ext>
                  </a:extLst>
                </p:cNvPr>
                <p:cNvSpPr/>
                <p:nvPr/>
              </p:nvSpPr>
              <p:spPr>
                <a:xfrm>
                  <a:off x="537092" y="4461186"/>
                  <a:ext cx="486111" cy="200944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  <p:sp>
              <p:nvSpPr>
                <p:cNvPr id="475" name="직사각형 474">
                  <a:extLst>
                    <a:ext uri="{FF2B5EF4-FFF2-40B4-BE49-F238E27FC236}">
                      <a16:creationId xmlns:a16="http://schemas.microsoft.com/office/drawing/2014/main" id="{3B96E8FA-9C76-96D2-6EF9-4F28DDFEE271}"/>
                    </a:ext>
                  </a:extLst>
                </p:cNvPr>
                <p:cNvSpPr/>
                <p:nvPr/>
              </p:nvSpPr>
              <p:spPr>
                <a:xfrm>
                  <a:off x="537179" y="5007304"/>
                  <a:ext cx="486111" cy="200944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70AF2BB-3F2F-6339-98E9-7090258C474D}"/>
                  </a:ext>
                </a:extLst>
              </p:cNvPr>
              <p:cNvSpPr txBox="1"/>
              <p:nvPr/>
            </p:nvSpPr>
            <p:spPr>
              <a:xfrm>
                <a:off x="4180602" y="3523954"/>
                <a:ext cx="5142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 err="1">
                    <a:latin typeface="+mj-lt"/>
                  </a:rPr>
                  <a:t>Prox</a:t>
                </a:r>
                <a:endParaRPr lang="ko-KR" altLang="en-US" sz="1200" b="1" dirty="0">
                  <a:latin typeface="+mj-lt"/>
                </a:endParaRPr>
              </a:p>
            </p:txBody>
          </p:sp>
        </p:grpSp>
      </p:grpSp>
      <p:sp>
        <p:nvSpPr>
          <p:cNvPr id="511" name="직사각형 510">
            <a:extLst>
              <a:ext uri="{FF2B5EF4-FFF2-40B4-BE49-F238E27FC236}">
                <a16:creationId xmlns:a16="http://schemas.microsoft.com/office/drawing/2014/main" id="{10E57078-0CF2-1552-2092-FBFB66442FF6}"/>
              </a:ext>
            </a:extLst>
          </p:cNvPr>
          <p:cNvSpPr/>
          <p:nvPr/>
        </p:nvSpPr>
        <p:spPr>
          <a:xfrm>
            <a:off x="11400341" y="207119"/>
            <a:ext cx="489447" cy="3120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LCD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12" name="직사각형 511">
            <a:extLst>
              <a:ext uri="{FF2B5EF4-FFF2-40B4-BE49-F238E27FC236}">
                <a16:creationId xmlns:a16="http://schemas.microsoft.com/office/drawing/2014/main" id="{62F1E595-17EA-5413-80A7-70CD7E3FB622}"/>
              </a:ext>
            </a:extLst>
          </p:cNvPr>
          <p:cNvSpPr/>
          <p:nvPr/>
        </p:nvSpPr>
        <p:spPr>
          <a:xfrm>
            <a:off x="10543144" y="187750"/>
            <a:ext cx="489447" cy="3120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On/Off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866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92BA6-2DC2-E2AE-9B9C-F947C4AEF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직사각형 529">
            <a:extLst>
              <a:ext uri="{FF2B5EF4-FFF2-40B4-BE49-F238E27FC236}">
                <a16:creationId xmlns:a16="http://schemas.microsoft.com/office/drawing/2014/main" id="{EBEBA278-8F5E-234A-6357-89126C39A264}"/>
              </a:ext>
            </a:extLst>
          </p:cNvPr>
          <p:cNvSpPr/>
          <p:nvPr/>
        </p:nvSpPr>
        <p:spPr>
          <a:xfrm>
            <a:off x="0" y="-4252"/>
            <a:ext cx="12192000" cy="6862252"/>
          </a:xfrm>
          <a:prstGeom prst="rect">
            <a:avLst/>
          </a:prstGeom>
          <a:solidFill>
            <a:srgbClr val="D5DB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7" name="연결선: 꺾임 196">
            <a:extLst>
              <a:ext uri="{FF2B5EF4-FFF2-40B4-BE49-F238E27FC236}">
                <a16:creationId xmlns:a16="http://schemas.microsoft.com/office/drawing/2014/main" id="{9F1EDDDE-AF6A-6D48-F7E7-144BE6AB98E5}"/>
              </a:ext>
            </a:extLst>
          </p:cNvPr>
          <p:cNvCxnSpPr>
            <a:cxnSpLocks/>
          </p:cNvCxnSpPr>
          <p:nvPr/>
        </p:nvCxnSpPr>
        <p:spPr>
          <a:xfrm flipV="1">
            <a:off x="3981904" y="2537462"/>
            <a:ext cx="3704089" cy="611093"/>
          </a:xfrm>
          <a:prstGeom prst="bentConnector3">
            <a:avLst>
              <a:gd name="adj1" fmla="val 9145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D95DEC06-D501-72F1-8474-B709D0616825}"/>
              </a:ext>
            </a:extLst>
          </p:cNvPr>
          <p:cNvCxnSpPr>
            <a:cxnSpLocks/>
          </p:cNvCxnSpPr>
          <p:nvPr/>
        </p:nvCxnSpPr>
        <p:spPr>
          <a:xfrm rot="5400000">
            <a:off x="8171796" y="6040187"/>
            <a:ext cx="553531" cy="423438"/>
          </a:xfrm>
          <a:prstGeom prst="bentConnector3">
            <a:avLst>
              <a:gd name="adj1" fmla="val 99180"/>
            </a:avLst>
          </a:prstGeom>
          <a:ln>
            <a:solidFill>
              <a:srgbClr val="00B050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직선 연결선 448">
            <a:extLst>
              <a:ext uri="{FF2B5EF4-FFF2-40B4-BE49-F238E27FC236}">
                <a16:creationId xmlns:a16="http://schemas.microsoft.com/office/drawing/2014/main" id="{B6FEBDF4-28D5-6883-BDFC-48BB726A6EA9}"/>
              </a:ext>
            </a:extLst>
          </p:cNvPr>
          <p:cNvCxnSpPr>
            <a:cxnSpLocks/>
          </p:cNvCxnSpPr>
          <p:nvPr/>
        </p:nvCxnSpPr>
        <p:spPr>
          <a:xfrm flipV="1">
            <a:off x="8876082" y="4206862"/>
            <a:ext cx="0" cy="436564"/>
          </a:xfrm>
          <a:prstGeom prst="line">
            <a:avLst/>
          </a:prstGeom>
          <a:ln>
            <a:solidFill>
              <a:srgbClr val="00B05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직선 연결선 451">
            <a:extLst>
              <a:ext uri="{FF2B5EF4-FFF2-40B4-BE49-F238E27FC236}">
                <a16:creationId xmlns:a16="http://schemas.microsoft.com/office/drawing/2014/main" id="{0336B5E7-E4B7-4277-D98D-024487B40B8E}"/>
              </a:ext>
            </a:extLst>
          </p:cNvPr>
          <p:cNvCxnSpPr>
            <a:cxnSpLocks/>
          </p:cNvCxnSpPr>
          <p:nvPr/>
        </p:nvCxnSpPr>
        <p:spPr>
          <a:xfrm flipV="1">
            <a:off x="8610268" y="4206862"/>
            <a:ext cx="0" cy="436564"/>
          </a:xfrm>
          <a:prstGeom prst="line">
            <a:avLst/>
          </a:prstGeom>
          <a:ln>
            <a:solidFill>
              <a:srgbClr val="00B05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직선 화살표 연결선 455">
            <a:extLst>
              <a:ext uri="{FF2B5EF4-FFF2-40B4-BE49-F238E27FC236}">
                <a16:creationId xmlns:a16="http://schemas.microsoft.com/office/drawing/2014/main" id="{69F19F98-3801-F323-4E67-539F37AFE31E}"/>
              </a:ext>
            </a:extLst>
          </p:cNvPr>
          <p:cNvCxnSpPr>
            <a:cxnSpLocks/>
          </p:cNvCxnSpPr>
          <p:nvPr/>
        </p:nvCxnSpPr>
        <p:spPr>
          <a:xfrm flipV="1">
            <a:off x="6129982" y="1373984"/>
            <a:ext cx="0" cy="93235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직선 화살표 연결선 507">
            <a:extLst>
              <a:ext uri="{FF2B5EF4-FFF2-40B4-BE49-F238E27FC236}">
                <a16:creationId xmlns:a16="http://schemas.microsoft.com/office/drawing/2014/main" id="{B3CB664A-24E6-75AC-F168-9ECD19AF0015}"/>
              </a:ext>
            </a:extLst>
          </p:cNvPr>
          <p:cNvCxnSpPr>
            <a:cxnSpLocks/>
          </p:cNvCxnSpPr>
          <p:nvPr/>
        </p:nvCxnSpPr>
        <p:spPr>
          <a:xfrm>
            <a:off x="2080087" y="5178571"/>
            <a:ext cx="920418" cy="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직선 화살표 연결선 404">
            <a:extLst>
              <a:ext uri="{FF2B5EF4-FFF2-40B4-BE49-F238E27FC236}">
                <a16:creationId xmlns:a16="http://schemas.microsoft.com/office/drawing/2014/main" id="{ED6CBB56-A529-5D4E-B80B-0DC1D4445D1D}"/>
              </a:ext>
            </a:extLst>
          </p:cNvPr>
          <p:cNvCxnSpPr>
            <a:cxnSpLocks/>
            <a:endCxn id="440" idx="1"/>
          </p:cNvCxnSpPr>
          <p:nvPr/>
        </p:nvCxnSpPr>
        <p:spPr>
          <a:xfrm>
            <a:off x="5780976" y="6545652"/>
            <a:ext cx="1384047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연결선: 꺾임 181">
            <a:extLst>
              <a:ext uri="{FF2B5EF4-FFF2-40B4-BE49-F238E27FC236}">
                <a16:creationId xmlns:a16="http://schemas.microsoft.com/office/drawing/2014/main" id="{910390A2-F465-5EB3-3561-058B024648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67819" y="4217395"/>
            <a:ext cx="711474" cy="140592"/>
          </a:xfrm>
          <a:prstGeom prst="bentConnector3">
            <a:avLst>
              <a:gd name="adj1" fmla="val -1016"/>
            </a:avLst>
          </a:prstGeom>
          <a:ln>
            <a:solidFill>
              <a:srgbClr val="00B05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연결선: 꺾임 579">
            <a:extLst>
              <a:ext uri="{FF2B5EF4-FFF2-40B4-BE49-F238E27FC236}">
                <a16:creationId xmlns:a16="http://schemas.microsoft.com/office/drawing/2014/main" id="{2C7F06C8-B9DE-F329-A132-8EA1877B59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09072" y="3785701"/>
            <a:ext cx="1389012" cy="304033"/>
          </a:xfrm>
          <a:prstGeom prst="bentConnector3">
            <a:avLst>
              <a:gd name="adj1" fmla="val -253"/>
            </a:avLst>
          </a:prstGeom>
          <a:ln>
            <a:solidFill>
              <a:srgbClr val="00B05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직선 연결선 349">
            <a:extLst>
              <a:ext uri="{FF2B5EF4-FFF2-40B4-BE49-F238E27FC236}">
                <a16:creationId xmlns:a16="http://schemas.microsoft.com/office/drawing/2014/main" id="{1E4E9E9B-3A4A-AA10-A3B7-60A3EADD861C}"/>
              </a:ext>
            </a:extLst>
          </p:cNvPr>
          <p:cNvCxnSpPr>
            <a:cxnSpLocks/>
          </p:cNvCxnSpPr>
          <p:nvPr/>
        </p:nvCxnSpPr>
        <p:spPr>
          <a:xfrm>
            <a:off x="9177453" y="5053631"/>
            <a:ext cx="0" cy="1469140"/>
          </a:xfrm>
          <a:prstGeom prst="line">
            <a:avLst/>
          </a:prstGeom>
          <a:ln>
            <a:solidFill>
              <a:srgbClr val="00B050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연결선: 꺾임 556">
            <a:extLst>
              <a:ext uri="{FF2B5EF4-FFF2-40B4-BE49-F238E27FC236}">
                <a16:creationId xmlns:a16="http://schemas.microsoft.com/office/drawing/2014/main" id="{DDAE73F9-E93B-37F2-F80C-D3554B76C487}"/>
              </a:ext>
            </a:extLst>
          </p:cNvPr>
          <p:cNvCxnSpPr>
            <a:cxnSpLocks/>
          </p:cNvCxnSpPr>
          <p:nvPr/>
        </p:nvCxnSpPr>
        <p:spPr>
          <a:xfrm rot="5400000">
            <a:off x="1426179" y="5120561"/>
            <a:ext cx="1990763" cy="754043"/>
          </a:xfrm>
          <a:prstGeom prst="bentConnector3">
            <a:avLst>
              <a:gd name="adj1" fmla="val 912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연결선: 꺾임 538">
            <a:extLst>
              <a:ext uri="{FF2B5EF4-FFF2-40B4-BE49-F238E27FC236}">
                <a16:creationId xmlns:a16="http://schemas.microsoft.com/office/drawing/2014/main" id="{E714EB67-1719-0D3A-BB58-3866BDC13CF7}"/>
              </a:ext>
            </a:extLst>
          </p:cNvPr>
          <p:cNvCxnSpPr>
            <a:cxnSpLocks/>
          </p:cNvCxnSpPr>
          <p:nvPr/>
        </p:nvCxnSpPr>
        <p:spPr>
          <a:xfrm flipV="1">
            <a:off x="4020247" y="3444819"/>
            <a:ext cx="728826" cy="491337"/>
          </a:xfrm>
          <a:prstGeom prst="bentConnector3">
            <a:avLst>
              <a:gd name="adj1" fmla="val 94055"/>
            </a:avLst>
          </a:prstGeom>
          <a:ln>
            <a:solidFill>
              <a:srgbClr val="00B050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직선 화살표 연결선 466">
            <a:extLst>
              <a:ext uri="{FF2B5EF4-FFF2-40B4-BE49-F238E27FC236}">
                <a16:creationId xmlns:a16="http://schemas.microsoft.com/office/drawing/2014/main" id="{36169084-18C0-E778-D70A-7B17FD311F0B}"/>
              </a:ext>
            </a:extLst>
          </p:cNvPr>
          <p:cNvCxnSpPr>
            <a:cxnSpLocks/>
          </p:cNvCxnSpPr>
          <p:nvPr/>
        </p:nvCxnSpPr>
        <p:spPr>
          <a:xfrm flipV="1">
            <a:off x="5781221" y="6249441"/>
            <a:ext cx="1369420" cy="1347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직선 연결선 518">
            <a:extLst>
              <a:ext uri="{FF2B5EF4-FFF2-40B4-BE49-F238E27FC236}">
                <a16:creationId xmlns:a16="http://schemas.microsoft.com/office/drawing/2014/main" id="{1270F268-B253-C18F-3913-8FBD4ACBC588}"/>
              </a:ext>
            </a:extLst>
          </p:cNvPr>
          <p:cNvCxnSpPr>
            <a:cxnSpLocks/>
            <a:endCxn id="517" idx="0"/>
          </p:cNvCxnSpPr>
          <p:nvPr/>
        </p:nvCxnSpPr>
        <p:spPr>
          <a:xfrm>
            <a:off x="4238448" y="1521831"/>
            <a:ext cx="0" cy="57354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8" name="그룹 437">
            <a:extLst>
              <a:ext uri="{FF2B5EF4-FFF2-40B4-BE49-F238E27FC236}">
                <a16:creationId xmlns:a16="http://schemas.microsoft.com/office/drawing/2014/main" id="{E5E25B92-A7D7-B454-25F3-8C17214DBE39}"/>
              </a:ext>
            </a:extLst>
          </p:cNvPr>
          <p:cNvGrpSpPr/>
          <p:nvPr/>
        </p:nvGrpSpPr>
        <p:grpSpPr>
          <a:xfrm>
            <a:off x="267729" y="4238133"/>
            <a:ext cx="1197020" cy="2413252"/>
            <a:chOff x="1517831" y="4139887"/>
            <a:chExt cx="1197020" cy="2413252"/>
          </a:xfrm>
        </p:grpSpPr>
        <p:sp>
          <p:nvSpPr>
            <p:cNvPr id="419" name="직사각형 418">
              <a:extLst>
                <a:ext uri="{FF2B5EF4-FFF2-40B4-BE49-F238E27FC236}">
                  <a16:creationId xmlns:a16="http://schemas.microsoft.com/office/drawing/2014/main" id="{15F8737E-8D38-B36C-DF95-8D86A96964E8}"/>
                </a:ext>
              </a:extLst>
            </p:cNvPr>
            <p:cNvSpPr/>
            <p:nvPr/>
          </p:nvSpPr>
          <p:spPr>
            <a:xfrm>
              <a:off x="1517831" y="4166627"/>
              <a:ext cx="1197020" cy="23865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726C0B13-FEE6-2B18-4904-0A0B74F3F47D}"/>
                </a:ext>
              </a:extLst>
            </p:cNvPr>
            <p:cNvGrpSpPr/>
            <p:nvPr/>
          </p:nvGrpSpPr>
          <p:grpSpPr>
            <a:xfrm>
              <a:off x="1555369" y="4429102"/>
              <a:ext cx="1080969" cy="2062159"/>
              <a:chOff x="793638" y="2303413"/>
              <a:chExt cx="1080969" cy="2062159"/>
            </a:xfrm>
          </p:grpSpPr>
          <p:pic>
            <p:nvPicPr>
              <p:cNvPr id="413" name="그림 412">
                <a:extLst>
                  <a:ext uri="{FF2B5EF4-FFF2-40B4-BE49-F238E27FC236}">
                    <a16:creationId xmlns:a16="http://schemas.microsoft.com/office/drawing/2014/main" id="{D6BC28CE-8926-A3FD-58C2-A5094317F101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38789" t="34972" r="56421" b="56197"/>
              <a:stretch/>
            </p:blipFill>
            <p:spPr>
              <a:xfrm>
                <a:off x="1417341" y="2365317"/>
                <a:ext cx="450028" cy="168621"/>
              </a:xfrm>
              <a:prstGeom prst="rect">
                <a:avLst/>
              </a:prstGeom>
            </p:spPr>
          </p:pic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BACD3B27-D6A8-F07F-3E8B-6A8EB1C676A7}"/>
                  </a:ext>
                </a:extLst>
              </p:cNvPr>
              <p:cNvSpPr/>
              <p:nvPr/>
            </p:nvSpPr>
            <p:spPr>
              <a:xfrm>
                <a:off x="1425732" y="259910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1FA1B7B9-CE25-03F5-9FC7-5D710A192FC4}"/>
                  </a:ext>
                </a:extLst>
              </p:cNvPr>
              <p:cNvSpPr txBox="1"/>
              <p:nvPr/>
            </p:nvSpPr>
            <p:spPr>
              <a:xfrm>
                <a:off x="858416" y="2303413"/>
                <a:ext cx="453576" cy="219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LTS 1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694AA41E-793E-A05C-92FE-BA824FB6AF56}"/>
                  </a:ext>
                </a:extLst>
              </p:cNvPr>
              <p:cNvSpPr/>
              <p:nvPr/>
            </p:nvSpPr>
            <p:spPr>
              <a:xfrm>
                <a:off x="854697" y="2591918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27D57068-3750-DB16-3FC2-EECA0379E7F1}"/>
                  </a:ext>
                </a:extLst>
              </p:cNvPr>
              <p:cNvSpPr txBox="1"/>
              <p:nvPr/>
            </p:nvSpPr>
            <p:spPr>
              <a:xfrm>
                <a:off x="793638" y="2441042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56" name="그림 55">
                <a:extLst>
                  <a:ext uri="{FF2B5EF4-FFF2-40B4-BE49-F238E27FC236}">
                    <a16:creationId xmlns:a16="http://schemas.microsoft.com/office/drawing/2014/main" id="{A1EC94AB-500B-D584-8A29-AAE7E5D63E6E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38789" t="34972" r="56421" b="56197"/>
              <a:stretch/>
            </p:blipFill>
            <p:spPr>
              <a:xfrm>
                <a:off x="1410464" y="2873048"/>
                <a:ext cx="450028" cy="168621"/>
              </a:xfrm>
              <a:prstGeom prst="rect">
                <a:avLst/>
              </a:prstGeom>
            </p:spPr>
          </p:pic>
          <p:sp>
            <p:nvSpPr>
              <p:cNvPr id="450" name="직사각형 449">
                <a:extLst>
                  <a:ext uri="{FF2B5EF4-FFF2-40B4-BE49-F238E27FC236}">
                    <a16:creationId xmlns:a16="http://schemas.microsoft.com/office/drawing/2014/main" id="{60212F50-AF80-9FF5-B4FB-D0E011922C20}"/>
                  </a:ext>
                </a:extLst>
              </p:cNvPr>
              <p:cNvSpPr/>
              <p:nvPr/>
            </p:nvSpPr>
            <p:spPr>
              <a:xfrm>
                <a:off x="1404895" y="3106832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53" name="그림 452">
                <a:extLst>
                  <a:ext uri="{FF2B5EF4-FFF2-40B4-BE49-F238E27FC236}">
                    <a16:creationId xmlns:a16="http://schemas.microsoft.com/office/drawing/2014/main" id="{9A647073-48AC-DB5F-3573-C6E6E9BE49DE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38789" t="34972" r="56421" b="56197"/>
              <a:stretch/>
            </p:blipFill>
            <p:spPr>
              <a:xfrm>
                <a:off x="1414770" y="3410747"/>
                <a:ext cx="450028" cy="168621"/>
              </a:xfrm>
              <a:prstGeom prst="rect">
                <a:avLst/>
              </a:prstGeom>
            </p:spPr>
          </p:pic>
          <p:sp>
            <p:nvSpPr>
              <p:cNvPr id="454" name="직사각형 453">
                <a:extLst>
                  <a:ext uri="{FF2B5EF4-FFF2-40B4-BE49-F238E27FC236}">
                    <a16:creationId xmlns:a16="http://schemas.microsoft.com/office/drawing/2014/main" id="{8326F4DF-AFA7-309E-4032-1F7D2DF74094}"/>
                  </a:ext>
                </a:extLst>
              </p:cNvPr>
              <p:cNvSpPr/>
              <p:nvPr/>
            </p:nvSpPr>
            <p:spPr>
              <a:xfrm>
                <a:off x="1409201" y="364453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60" name="그림 459">
                <a:extLst>
                  <a:ext uri="{FF2B5EF4-FFF2-40B4-BE49-F238E27FC236}">
                    <a16:creationId xmlns:a16="http://schemas.microsoft.com/office/drawing/2014/main" id="{4E2F20E7-7101-05EA-E7DC-0897FFF65339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38789" t="34972" r="56421" b="56197"/>
              <a:stretch/>
            </p:blipFill>
            <p:spPr>
              <a:xfrm>
                <a:off x="1400810" y="3962059"/>
                <a:ext cx="450028" cy="168621"/>
              </a:xfrm>
              <a:prstGeom prst="rect">
                <a:avLst/>
              </a:prstGeom>
            </p:spPr>
          </p:pic>
          <p:sp>
            <p:nvSpPr>
              <p:cNvPr id="463" name="직사각형 462">
                <a:extLst>
                  <a:ext uri="{FF2B5EF4-FFF2-40B4-BE49-F238E27FC236}">
                    <a16:creationId xmlns:a16="http://schemas.microsoft.com/office/drawing/2014/main" id="{DB55AA43-4EE6-6C36-FFFD-4C848329AA6F}"/>
                  </a:ext>
                </a:extLst>
              </p:cNvPr>
              <p:cNvSpPr/>
              <p:nvPr/>
            </p:nvSpPr>
            <p:spPr>
              <a:xfrm>
                <a:off x="1395241" y="4195843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B704FB2E-1176-8DC3-B80D-B5780EBF9EDE}"/>
                </a:ext>
              </a:extLst>
            </p:cNvPr>
            <p:cNvSpPr txBox="1"/>
            <p:nvPr/>
          </p:nvSpPr>
          <p:spPr>
            <a:xfrm>
              <a:off x="1761216" y="4139887"/>
              <a:ext cx="7577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+mj-lt"/>
                  <a:cs typeface="Times New Roman" panose="02020603050405020304" pitchFamily="18" charset="0"/>
                </a:rPr>
                <a:t>Heater</a:t>
              </a:r>
              <a:endParaRPr lang="ko-KR" altLang="en-US" sz="1400" b="1" dirty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420" name="그룹 419">
              <a:extLst>
                <a:ext uri="{FF2B5EF4-FFF2-40B4-BE49-F238E27FC236}">
                  <a16:creationId xmlns:a16="http://schemas.microsoft.com/office/drawing/2014/main" id="{C6319AF6-E15D-DE63-8708-E52B7AB0AC62}"/>
                </a:ext>
              </a:extLst>
            </p:cNvPr>
            <p:cNvGrpSpPr/>
            <p:nvPr/>
          </p:nvGrpSpPr>
          <p:grpSpPr>
            <a:xfrm>
              <a:off x="1549995" y="4909840"/>
              <a:ext cx="598241" cy="486154"/>
              <a:chOff x="800618" y="2226633"/>
              <a:chExt cx="598241" cy="486154"/>
            </a:xfrm>
          </p:grpSpPr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B4653747-80A1-EFDA-5A4F-1B3A4E44B01C}"/>
                  </a:ext>
                </a:extLst>
              </p:cNvPr>
              <p:cNvSpPr txBox="1"/>
              <p:nvPr/>
            </p:nvSpPr>
            <p:spPr>
              <a:xfrm>
                <a:off x="859822" y="2226633"/>
                <a:ext cx="45076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LTS 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3CC08AF5-1C51-B03B-8871-A04C1B607058}"/>
                  </a:ext>
                </a:extLst>
              </p:cNvPr>
              <p:cNvSpPr/>
              <p:nvPr/>
            </p:nvSpPr>
            <p:spPr>
              <a:xfrm>
                <a:off x="861677" y="2543058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3E7BB0A8-EE59-29BC-E199-4C8CBF71EE7D}"/>
                  </a:ext>
                </a:extLst>
              </p:cNvPr>
              <p:cNvSpPr txBox="1"/>
              <p:nvPr/>
            </p:nvSpPr>
            <p:spPr>
              <a:xfrm>
                <a:off x="800618" y="2392182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26" name="그룹 425">
              <a:extLst>
                <a:ext uri="{FF2B5EF4-FFF2-40B4-BE49-F238E27FC236}">
                  <a16:creationId xmlns:a16="http://schemas.microsoft.com/office/drawing/2014/main" id="{3DDF7CF4-822B-EAEE-091F-702357417008}"/>
                </a:ext>
              </a:extLst>
            </p:cNvPr>
            <p:cNvGrpSpPr/>
            <p:nvPr/>
          </p:nvGrpSpPr>
          <p:grpSpPr>
            <a:xfrm>
              <a:off x="1556458" y="5446890"/>
              <a:ext cx="598241" cy="486154"/>
              <a:chOff x="779678" y="2177773"/>
              <a:chExt cx="598241" cy="486154"/>
            </a:xfrm>
          </p:grpSpPr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3D752007-70DC-6D1D-BC96-52EAC3C00EC6}"/>
                  </a:ext>
                </a:extLst>
              </p:cNvPr>
              <p:cNvSpPr txBox="1"/>
              <p:nvPr/>
            </p:nvSpPr>
            <p:spPr>
              <a:xfrm>
                <a:off x="834172" y="2177773"/>
                <a:ext cx="5020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Prox</a:t>
                </a:r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 1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F4B4E752-C8D7-1892-ACED-1B2F3C862C5A}"/>
                  </a:ext>
                </a:extLst>
              </p:cNvPr>
              <p:cNvSpPr/>
              <p:nvPr/>
            </p:nvSpPr>
            <p:spPr>
              <a:xfrm>
                <a:off x="833757" y="2494198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488A8BED-1A6F-C6BD-910D-13035048DEC9}"/>
                  </a:ext>
                </a:extLst>
              </p:cNvPr>
              <p:cNvSpPr txBox="1"/>
              <p:nvPr/>
            </p:nvSpPr>
            <p:spPr>
              <a:xfrm>
                <a:off x="779678" y="2343322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2" name="그룹 431">
              <a:extLst>
                <a:ext uri="{FF2B5EF4-FFF2-40B4-BE49-F238E27FC236}">
                  <a16:creationId xmlns:a16="http://schemas.microsoft.com/office/drawing/2014/main" id="{C169CB80-66D7-ECDF-8BF6-62C549906B2D}"/>
                </a:ext>
              </a:extLst>
            </p:cNvPr>
            <p:cNvGrpSpPr/>
            <p:nvPr/>
          </p:nvGrpSpPr>
          <p:grpSpPr>
            <a:xfrm>
              <a:off x="1553165" y="6009462"/>
              <a:ext cx="598241" cy="486154"/>
              <a:chOff x="821558" y="2177773"/>
              <a:chExt cx="598241" cy="486154"/>
            </a:xfrm>
          </p:grpSpPr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80E1FCF8-5700-EB8C-3001-8FC0BFA9CE8E}"/>
                  </a:ext>
                </a:extLst>
              </p:cNvPr>
              <p:cNvSpPr txBox="1"/>
              <p:nvPr/>
            </p:nvSpPr>
            <p:spPr>
              <a:xfrm>
                <a:off x="834172" y="2177773"/>
                <a:ext cx="5020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Prox</a:t>
                </a:r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 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F16F3F1A-DBB1-D2C2-CD37-A28393E3D908}"/>
                  </a:ext>
                </a:extLst>
              </p:cNvPr>
              <p:cNvSpPr/>
              <p:nvPr/>
            </p:nvSpPr>
            <p:spPr>
              <a:xfrm>
                <a:off x="875637" y="2494198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12BF0880-7D0F-AFBC-D97F-EA298104D2A5}"/>
                  </a:ext>
                </a:extLst>
              </p:cNvPr>
              <p:cNvSpPr txBox="1"/>
              <p:nvPr/>
            </p:nvSpPr>
            <p:spPr>
              <a:xfrm>
                <a:off x="821558" y="2343322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269" name="직선 화살표 연결선 268">
            <a:extLst>
              <a:ext uri="{FF2B5EF4-FFF2-40B4-BE49-F238E27FC236}">
                <a16:creationId xmlns:a16="http://schemas.microsoft.com/office/drawing/2014/main" id="{5A6D8546-DEC1-F69E-3755-64A49880CE10}"/>
              </a:ext>
            </a:extLst>
          </p:cNvPr>
          <p:cNvCxnSpPr>
            <a:cxnSpLocks/>
          </p:cNvCxnSpPr>
          <p:nvPr/>
        </p:nvCxnSpPr>
        <p:spPr>
          <a:xfrm flipH="1">
            <a:off x="830830" y="1801736"/>
            <a:ext cx="3171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FFF5C89A-6820-2E65-4C55-727FFEFFC0FE}"/>
              </a:ext>
            </a:extLst>
          </p:cNvPr>
          <p:cNvCxnSpPr>
            <a:cxnSpLocks/>
          </p:cNvCxnSpPr>
          <p:nvPr/>
        </p:nvCxnSpPr>
        <p:spPr>
          <a:xfrm flipH="1">
            <a:off x="4020247" y="2210480"/>
            <a:ext cx="3862074" cy="226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1" name="그룹 440">
            <a:extLst>
              <a:ext uri="{FF2B5EF4-FFF2-40B4-BE49-F238E27FC236}">
                <a16:creationId xmlns:a16="http://schemas.microsoft.com/office/drawing/2014/main" id="{4B35A0C6-74C4-206A-7A67-C815A9F0325A}"/>
              </a:ext>
            </a:extLst>
          </p:cNvPr>
          <p:cNvGrpSpPr/>
          <p:nvPr/>
        </p:nvGrpSpPr>
        <p:grpSpPr>
          <a:xfrm>
            <a:off x="2745502" y="1998846"/>
            <a:ext cx="1270943" cy="2733998"/>
            <a:chOff x="2591133" y="2107521"/>
            <a:chExt cx="1270943" cy="273399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5AF7FDE-631D-B8EE-A251-21F280A998F2}"/>
                </a:ext>
              </a:extLst>
            </p:cNvPr>
            <p:cNvSpPr/>
            <p:nvPr/>
          </p:nvSpPr>
          <p:spPr>
            <a:xfrm>
              <a:off x="2592349" y="2107521"/>
              <a:ext cx="1269727" cy="273399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99F6065-34B5-4626-7141-F79076664ECA}"/>
                </a:ext>
              </a:extLst>
            </p:cNvPr>
            <p:cNvGrpSpPr/>
            <p:nvPr/>
          </p:nvGrpSpPr>
          <p:grpSpPr>
            <a:xfrm>
              <a:off x="2591133" y="2129234"/>
              <a:ext cx="1146546" cy="2609620"/>
              <a:chOff x="2237737" y="2223792"/>
              <a:chExt cx="1146546" cy="2609620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752607DD-A705-B719-51CB-5401C4604DE4}"/>
                  </a:ext>
                </a:extLst>
              </p:cNvPr>
              <p:cNvGrpSpPr/>
              <p:nvPr/>
            </p:nvGrpSpPr>
            <p:grpSpPr>
              <a:xfrm>
                <a:off x="2237737" y="2510076"/>
                <a:ext cx="1146546" cy="2323336"/>
                <a:chOff x="124794" y="2631677"/>
                <a:chExt cx="1146546" cy="2323336"/>
              </a:xfrm>
            </p:grpSpPr>
            <p:grpSp>
              <p:nvGrpSpPr>
                <p:cNvPr id="8" name="그룹 7">
                  <a:extLst>
                    <a:ext uri="{FF2B5EF4-FFF2-40B4-BE49-F238E27FC236}">
                      <a16:creationId xmlns:a16="http://schemas.microsoft.com/office/drawing/2014/main" id="{7491300C-3E9C-405D-9FFF-160A1ACA110B}"/>
                    </a:ext>
                  </a:extLst>
                </p:cNvPr>
                <p:cNvGrpSpPr/>
                <p:nvPr/>
              </p:nvGrpSpPr>
              <p:grpSpPr>
                <a:xfrm>
                  <a:off x="124794" y="2631677"/>
                  <a:ext cx="1146546" cy="2323336"/>
                  <a:chOff x="124794" y="2631677"/>
                  <a:chExt cx="1146546" cy="2323336"/>
                </a:xfrm>
              </p:grpSpPr>
              <p:sp>
                <p:nvSpPr>
                  <p:cNvPr id="10" name="직사각형 9">
                    <a:extLst>
                      <a:ext uri="{FF2B5EF4-FFF2-40B4-BE49-F238E27FC236}">
                        <a16:creationId xmlns:a16="http://schemas.microsoft.com/office/drawing/2014/main" id="{A83E8057-7BA1-14D7-BAC5-C64428373CA3}"/>
                      </a:ext>
                    </a:extLst>
                  </p:cNvPr>
                  <p:cNvSpPr/>
                  <p:nvPr/>
                </p:nvSpPr>
                <p:spPr>
                  <a:xfrm>
                    <a:off x="816612" y="2663889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lt"/>
                    </a:endParaRPr>
                  </a:p>
                </p:txBody>
              </p: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585CAB3-2751-2EA1-E082-BFD42DEC0DEE}"/>
                      </a:ext>
                    </a:extLst>
                  </p:cNvPr>
                  <p:cNvSpPr txBox="1"/>
                  <p:nvPr/>
                </p:nvSpPr>
                <p:spPr>
                  <a:xfrm>
                    <a:off x="124794" y="2631677"/>
                    <a:ext cx="57740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 BN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" name="직사각형 11">
                    <a:extLst>
                      <a:ext uri="{FF2B5EF4-FFF2-40B4-BE49-F238E27FC236}">
                        <a16:creationId xmlns:a16="http://schemas.microsoft.com/office/drawing/2014/main" id="{3DF0C032-FEFE-955D-B5EE-4ACDB8A9E39A}"/>
                      </a:ext>
                    </a:extLst>
                  </p:cNvPr>
                  <p:cNvSpPr/>
                  <p:nvPr/>
                </p:nvSpPr>
                <p:spPr>
                  <a:xfrm>
                    <a:off x="816612" y="2917086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C88837EA-A5B6-6C45-62DE-A8163E314BFA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2894229"/>
                    <a:ext cx="61427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1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4FC4895E-7DB0-1535-925D-38CFD6297B7B}"/>
                      </a:ext>
                    </a:extLst>
                  </p:cNvPr>
                  <p:cNvSpPr/>
                  <p:nvPr/>
                </p:nvSpPr>
                <p:spPr>
                  <a:xfrm>
                    <a:off x="816612" y="3182234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7BDDCE35-77A3-C598-F4D2-A2EE571075C3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3158197"/>
                    <a:ext cx="61427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2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55D1CE6-0C31-173C-CE71-E94BA09FF6D4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3420401"/>
                    <a:ext cx="61427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3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" name="직사각형 16">
                    <a:extLst>
                      <a:ext uri="{FF2B5EF4-FFF2-40B4-BE49-F238E27FC236}">
                        <a16:creationId xmlns:a16="http://schemas.microsoft.com/office/drawing/2014/main" id="{34674A39-0502-599A-860B-710979E2B236}"/>
                      </a:ext>
                    </a:extLst>
                  </p:cNvPr>
                  <p:cNvSpPr/>
                  <p:nvPr/>
                </p:nvSpPr>
                <p:spPr>
                  <a:xfrm>
                    <a:off x="816612" y="3727642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EA253B7-45AB-A4FA-08D1-C836EB780FAE}"/>
                      </a:ext>
                    </a:extLst>
                  </p:cNvPr>
                  <p:cNvSpPr txBox="1"/>
                  <p:nvPr/>
                </p:nvSpPr>
                <p:spPr>
                  <a:xfrm>
                    <a:off x="147563" y="3694749"/>
                    <a:ext cx="659155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LTS 1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" name="직사각형 18">
                    <a:extLst>
                      <a:ext uri="{FF2B5EF4-FFF2-40B4-BE49-F238E27FC236}">
                        <a16:creationId xmlns:a16="http://schemas.microsoft.com/office/drawing/2014/main" id="{E2D11FAD-0243-80D2-A225-10E3E9309EF5}"/>
                      </a:ext>
                    </a:extLst>
                  </p:cNvPr>
                  <p:cNvSpPr/>
                  <p:nvPr/>
                </p:nvSpPr>
                <p:spPr>
                  <a:xfrm>
                    <a:off x="816612" y="3984879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45A1CE9-98FC-3539-97F5-77984930E43F}"/>
                      </a:ext>
                    </a:extLst>
                  </p:cNvPr>
                  <p:cNvSpPr txBox="1"/>
                  <p:nvPr/>
                </p:nvSpPr>
                <p:spPr>
                  <a:xfrm>
                    <a:off x="147563" y="3955359"/>
                    <a:ext cx="659155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LTS 2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7E1B6B01-89D0-9FCC-3AAD-68DCE10D6CC4}"/>
                      </a:ext>
                    </a:extLst>
                  </p:cNvPr>
                  <p:cNvSpPr/>
                  <p:nvPr/>
                </p:nvSpPr>
                <p:spPr>
                  <a:xfrm>
                    <a:off x="820455" y="4264650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D438C60-D01E-A11F-A2F8-57EC8B062021}"/>
                      </a:ext>
                    </a:extLst>
                  </p:cNvPr>
                  <p:cNvSpPr txBox="1"/>
                  <p:nvPr/>
                </p:nvSpPr>
                <p:spPr>
                  <a:xfrm>
                    <a:off x="155764" y="4235130"/>
                    <a:ext cx="633507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FEED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B24284C5-7860-86A1-959B-E5943E048B82}"/>
                      </a:ext>
                    </a:extLst>
                  </p:cNvPr>
                  <p:cNvSpPr/>
                  <p:nvPr/>
                </p:nvSpPr>
                <p:spPr>
                  <a:xfrm>
                    <a:off x="822270" y="4520371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3557ABA7-FC2B-686B-2818-0F896A9A3A2A}"/>
                      </a:ext>
                    </a:extLst>
                  </p:cNvPr>
                  <p:cNvSpPr txBox="1"/>
                  <p:nvPr/>
                </p:nvSpPr>
                <p:spPr>
                  <a:xfrm>
                    <a:off x="165392" y="4490851"/>
                    <a:ext cx="53412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RG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5" name="직사각형 24">
                    <a:extLst>
                      <a:ext uri="{FF2B5EF4-FFF2-40B4-BE49-F238E27FC236}">
                        <a16:creationId xmlns:a16="http://schemas.microsoft.com/office/drawing/2014/main" id="{A8F5A3E8-B0E8-6F30-68CB-FA2C8C3CE061}"/>
                      </a:ext>
                    </a:extLst>
                  </p:cNvPr>
                  <p:cNvSpPr/>
                  <p:nvPr/>
                </p:nvSpPr>
                <p:spPr>
                  <a:xfrm>
                    <a:off x="822465" y="4769089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F989A58F-3F74-CB44-A332-A382E78E0878}"/>
                      </a:ext>
                    </a:extLst>
                  </p:cNvPr>
                  <p:cNvSpPr txBox="1"/>
                  <p:nvPr/>
                </p:nvSpPr>
                <p:spPr>
                  <a:xfrm>
                    <a:off x="165474" y="4739569"/>
                    <a:ext cx="521297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EG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82314631-5B22-1F85-9EA1-0D948530403E}"/>
                    </a:ext>
                  </a:extLst>
                </p:cNvPr>
                <p:cNvSpPr/>
                <p:nvPr/>
              </p:nvSpPr>
              <p:spPr>
                <a:xfrm>
                  <a:off x="816612" y="3453801"/>
                  <a:ext cx="448875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93656-C316-A662-7BBC-F86329CA5750}"/>
                  </a:ext>
                </a:extLst>
              </p:cNvPr>
              <p:cNvSpPr txBox="1"/>
              <p:nvPr/>
            </p:nvSpPr>
            <p:spPr>
              <a:xfrm>
                <a:off x="2297576" y="2223792"/>
                <a:ext cx="8685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>
                    <a:latin typeface="+mj-lt"/>
                  </a:rPr>
                  <a:t>Reformer</a:t>
                </a:r>
                <a:endParaRPr lang="ko-KR" altLang="en-US" sz="1200" b="1" dirty="0">
                  <a:latin typeface="+mj-lt"/>
                </a:endParaRPr>
              </a:p>
            </p:txBody>
          </p:sp>
        </p:grpSp>
      </p:grp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C43000D-EC74-B14F-3D2E-16DEE5C7A0F7}"/>
              </a:ext>
            </a:extLst>
          </p:cNvPr>
          <p:cNvCxnSpPr>
            <a:cxnSpLocks/>
          </p:cNvCxnSpPr>
          <p:nvPr/>
        </p:nvCxnSpPr>
        <p:spPr>
          <a:xfrm>
            <a:off x="314292" y="2009809"/>
            <a:ext cx="0" cy="19221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862CEE8-1038-6E06-8CE8-753831BDA301}"/>
              </a:ext>
            </a:extLst>
          </p:cNvPr>
          <p:cNvCxnSpPr>
            <a:cxnSpLocks/>
          </p:cNvCxnSpPr>
          <p:nvPr/>
        </p:nvCxnSpPr>
        <p:spPr>
          <a:xfrm>
            <a:off x="314292" y="2537462"/>
            <a:ext cx="242844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74DBEE1-CE1E-EB37-C2DA-6B8782F6BD99}"/>
              </a:ext>
            </a:extLst>
          </p:cNvPr>
          <p:cNvGrpSpPr/>
          <p:nvPr/>
        </p:nvGrpSpPr>
        <p:grpSpPr>
          <a:xfrm>
            <a:off x="2148903" y="2360349"/>
            <a:ext cx="475986" cy="563320"/>
            <a:chOff x="1665298" y="3323215"/>
            <a:chExt cx="475986" cy="563320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4A4D82B-779F-5803-99E7-FEECC1365E0A}"/>
                </a:ext>
              </a:extLst>
            </p:cNvPr>
            <p:cNvGrpSpPr/>
            <p:nvPr/>
          </p:nvGrpSpPr>
          <p:grpSpPr>
            <a:xfrm>
              <a:off x="1681815" y="3323215"/>
              <a:ext cx="416422" cy="563320"/>
              <a:chOff x="1718093" y="3546574"/>
              <a:chExt cx="416422" cy="56332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82F1FCF7-EBA2-644A-6349-4BEED8F18410}"/>
                  </a:ext>
                </a:extLst>
              </p:cNvPr>
              <p:cNvSpPr/>
              <p:nvPr/>
            </p:nvSpPr>
            <p:spPr>
              <a:xfrm>
                <a:off x="1718093" y="3546574"/>
                <a:ext cx="416422" cy="5633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0004B8E-3B26-0972-472A-6822E003E104}"/>
                  </a:ext>
                </a:extLst>
              </p:cNvPr>
              <p:cNvSpPr txBox="1"/>
              <p:nvPr/>
            </p:nvSpPr>
            <p:spPr>
              <a:xfrm>
                <a:off x="1771884" y="3552724"/>
                <a:ext cx="3048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BF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3FBBC477-ED5F-934A-3595-5A2EE5F6F747}"/>
                  </a:ext>
                </a:extLst>
              </p:cNvPr>
              <p:cNvSpPr/>
              <p:nvPr/>
            </p:nvSpPr>
            <p:spPr>
              <a:xfrm>
                <a:off x="1768205" y="3864583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02D7975-BD10-8EF6-06CB-FE8A9A7F8A62}"/>
                </a:ext>
              </a:extLst>
            </p:cNvPr>
            <p:cNvSpPr txBox="1"/>
            <p:nvPr/>
          </p:nvSpPr>
          <p:spPr>
            <a:xfrm>
              <a:off x="1665298" y="3498287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3224328-95B5-E91B-775A-5588D875C623}"/>
              </a:ext>
            </a:extLst>
          </p:cNvPr>
          <p:cNvSpPr/>
          <p:nvPr/>
        </p:nvSpPr>
        <p:spPr>
          <a:xfrm>
            <a:off x="3010771" y="1619702"/>
            <a:ext cx="276225" cy="2615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2A3C9C-EDEE-E031-721A-8EEB31D7F9F2}"/>
              </a:ext>
            </a:extLst>
          </p:cNvPr>
          <p:cNvSpPr txBox="1"/>
          <p:nvPr/>
        </p:nvSpPr>
        <p:spPr>
          <a:xfrm>
            <a:off x="2977294" y="1422818"/>
            <a:ext cx="3722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IGN</a:t>
            </a:r>
            <a:endParaRPr lang="ko-KR" altLang="en-US" sz="800" b="1" dirty="0">
              <a:latin typeface="+mj-lt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13DC9538-A776-171C-2ED3-5B09F021540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29075" t="34902" r="65924" b="55922"/>
          <a:stretch/>
        </p:blipFill>
        <p:spPr>
          <a:xfrm>
            <a:off x="3385437" y="1677637"/>
            <a:ext cx="372217" cy="211596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829038EF-A262-5851-217E-32444789DABF}"/>
              </a:ext>
            </a:extLst>
          </p:cNvPr>
          <p:cNvGrpSpPr/>
          <p:nvPr/>
        </p:nvGrpSpPr>
        <p:grpSpPr>
          <a:xfrm>
            <a:off x="9518021" y="1599378"/>
            <a:ext cx="1669775" cy="1899049"/>
            <a:chOff x="9483121" y="1571458"/>
            <a:chExt cx="1669775" cy="1899049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8C154C3-606D-603E-D1E3-B5780A64C729}"/>
                </a:ext>
              </a:extLst>
            </p:cNvPr>
            <p:cNvSpPr/>
            <p:nvPr/>
          </p:nvSpPr>
          <p:spPr>
            <a:xfrm>
              <a:off x="9483121" y="1577765"/>
              <a:ext cx="1669775" cy="189274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E85580C1-90BF-0B76-9DF0-8EFB9B747D55}"/>
                </a:ext>
              </a:extLst>
            </p:cNvPr>
            <p:cNvGrpSpPr/>
            <p:nvPr/>
          </p:nvGrpSpPr>
          <p:grpSpPr>
            <a:xfrm>
              <a:off x="9528031" y="1571458"/>
              <a:ext cx="1585232" cy="1785654"/>
              <a:chOff x="9528031" y="1571458"/>
              <a:chExt cx="1585232" cy="1785654"/>
            </a:xfrm>
          </p:grpSpPr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27A0AAED-1AA1-0E79-6EBB-D400CCDD3802}"/>
                  </a:ext>
                </a:extLst>
              </p:cNvPr>
              <p:cNvGrpSpPr/>
              <p:nvPr/>
            </p:nvGrpSpPr>
            <p:grpSpPr>
              <a:xfrm>
                <a:off x="9528031" y="1628806"/>
                <a:ext cx="1585232" cy="1728306"/>
                <a:chOff x="9609050" y="1488397"/>
                <a:chExt cx="1585232" cy="1728306"/>
              </a:xfrm>
            </p:grpSpPr>
            <p:grpSp>
              <p:nvGrpSpPr>
                <p:cNvPr id="105" name="그룹 104">
                  <a:extLst>
                    <a:ext uri="{FF2B5EF4-FFF2-40B4-BE49-F238E27FC236}">
                      <a16:creationId xmlns:a16="http://schemas.microsoft.com/office/drawing/2014/main" id="{76966458-FA1E-C290-010F-7BED9AA56520}"/>
                    </a:ext>
                  </a:extLst>
                </p:cNvPr>
                <p:cNvGrpSpPr/>
                <p:nvPr/>
              </p:nvGrpSpPr>
              <p:grpSpPr>
                <a:xfrm>
                  <a:off x="9609050" y="1488397"/>
                  <a:ext cx="1585232" cy="1728306"/>
                  <a:chOff x="9579364" y="983778"/>
                  <a:chExt cx="1585232" cy="1728306"/>
                </a:xfrm>
              </p:grpSpPr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A9555905-2723-5B95-FA4C-F507D3D40F7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4686" y="983778"/>
                    <a:ext cx="85754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1400" b="1" dirty="0">
                        <a:latin typeface="+mj-lt"/>
                        <a:cs typeface="Times New Roman" panose="02020603050405020304" pitchFamily="18" charset="0"/>
                      </a:rPr>
                      <a:t>Inverter</a:t>
                    </a:r>
                    <a:endParaRPr lang="ko-KR" altLang="en-US" sz="14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08" name="그룹 107">
                    <a:extLst>
                      <a:ext uri="{FF2B5EF4-FFF2-40B4-BE49-F238E27FC236}">
                        <a16:creationId xmlns:a16="http://schemas.microsoft.com/office/drawing/2014/main" id="{54FDAF56-43CB-52B0-F89B-CEFAD73C95F8}"/>
                      </a:ext>
                    </a:extLst>
                  </p:cNvPr>
                  <p:cNvGrpSpPr/>
                  <p:nvPr/>
                </p:nvGrpSpPr>
                <p:grpSpPr>
                  <a:xfrm>
                    <a:off x="9579364" y="1328345"/>
                    <a:ext cx="1585232" cy="1383739"/>
                    <a:chOff x="9567794" y="1566848"/>
                    <a:chExt cx="1585232" cy="1383739"/>
                  </a:xfrm>
                </p:grpSpPr>
                <p:sp>
                  <p:nvSpPr>
                    <p:cNvPr id="109" name="TextBox 108">
                      <a:extLst>
                        <a:ext uri="{FF2B5EF4-FFF2-40B4-BE49-F238E27FC236}">
                          <a16:creationId xmlns:a16="http://schemas.microsoft.com/office/drawing/2014/main" id="{26475C77-134A-DBA9-54FA-86E1A0BE2E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46804" y="1568495"/>
                      <a:ext cx="574195" cy="20005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altLang="ko-KR" sz="700" b="1">
                          <a:latin typeface="+mj-lt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AC  [kW]</a:t>
                      </a:r>
                      <a:endParaRPr lang="ko-KR" altLang="en-US" sz="700" b="1" dirty="0">
                        <a:latin typeface="+mj-lt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110" name="그룹 109">
                      <a:extLst>
                        <a:ext uri="{FF2B5EF4-FFF2-40B4-BE49-F238E27FC236}">
                          <a16:creationId xmlns:a16="http://schemas.microsoft.com/office/drawing/2014/main" id="{FC4D9174-A1D4-8FB2-9FB0-0F6C13690D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567794" y="1566848"/>
                      <a:ext cx="1585232" cy="1383739"/>
                      <a:chOff x="9637935" y="1330218"/>
                      <a:chExt cx="1585232" cy="1383739"/>
                    </a:xfrm>
                  </p:grpSpPr>
                  <p:sp>
                    <p:nvSpPr>
                      <p:cNvPr id="111" name="직사각형 110">
                        <a:extLst>
                          <a:ext uri="{FF2B5EF4-FFF2-40B4-BE49-F238E27FC236}">
                            <a16:creationId xmlns:a16="http://schemas.microsoft.com/office/drawing/2014/main" id="{FA931492-BD88-8D97-4A07-3062811BF0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03962" y="2544228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grpSp>
                    <p:nvGrpSpPr>
                      <p:cNvPr id="112" name="그룹 111">
                        <a:extLst>
                          <a:ext uri="{FF2B5EF4-FFF2-40B4-BE49-F238E27FC236}">
                            <a16:creationId xmlns:a16="http://schemas.microsoft.com/office/drawing/2014/main" id="{4AD75CB3-E161-1BA6-739C-0C23665FFC9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637935" y="1330218"/>
                        <a:ext cx="1585232" cy="1383739"/>
                        <a:chOff x="9637935" y="1330218"/>
                        <a:chExt cx="1585232" cy="1383739"/>
                      </a:xfrm>
                    </p:grpSpPr>
                    <p:sp>
                      <p:nvSpPr>
                        <p:cNvPr id="119" name="직사각형 118">
                          <a:extLst>
                            <a:ext uri="{FF2B5EF4-FFF2-40B4-BE49-F238E27FC236}">
                              <a16:creationId xmlns:a16="http://schemas.microsoft.com/office/drawing/2014/main" id="{26465976-2E0C-EC8F-8E68-F6EC93F71F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671011" y="1498662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20" name="TextBox 119">
                          <a:extLst>
                            <a:ext uri="{FF2B5EF4-FFF2-40B4-BE49-F238E27FC236}">
                              <a16:creationId xmlns:a16="http://schemas.microsoft.com/office/drawing/2014/main" id="{4DD04FF3-CC13-9FA4-DEA8-0BDEE9C0DBC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637935" y="1338704"/>
                          <a:ext cx="530915" cy="2000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7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DC   [V]</a:t>
                          </a:r>
                          <a:endParaRPr lang="ko-KR" altLang="en-US" sz="7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1" name="직사각형 120">
                          <a:extLst>
                            <a:ext uri="{FF2B5EF4-FFF2-40B4-BE49-F238E27FC236}">
                              <a16:creationId xmlns:a16="http://schemas.microsoft.com/office/drawing/2014/main" id="{C2489423-8F2E-70CB-C9AE-588B8615F56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28727" y="2535761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22" name="TextBox 121">
                          <a:extLst>
                            <a:ext uri="{FF2B5EF4-FFF2-40B4-BE49-F238E27FC236}">
                              <a16:creationId xmlns:a16="http://schemas.microsoft.com/office/drawing/2014/main" id="{B447DE5F-863F-A49F-7A47-71E608DF2B2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722710" y="2377102"/>
                          <a:ext cx="500457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T</a:t>
                          </a:r>
                          <a:r>
                            <a:rPr lang="ko-KR" altLang="en-US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  [A]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3" name="TextBox 122">
                          <a:extLst>
                            <a:ext uri="{FF2B5EF4-FFF2-40B4-BE49-F238E27FC236}">
                              <a16:creationId xmlns:a16="http://schemas.microsoft.com/office/drawing/2014/main" id="{DC836800-DB75-E935-0DB4-ADC0B948548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221820" y="2377723"/>
                          <a:ext cx="498855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S   [A]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4" name="직사각형 123">
                          <a:extLst>
                            <a:ext uri="{FF2B5EF4-FFF2-40B4-BE49-F238E27FC236}">
                              <a16:creationId xmlns:a16="http://schemas.microsoft.com/office/drawing/2014/main" id="{5E89CCDE-A000-878C-4ED5-225FF0E6FB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687132" y="2544228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25" name="TextBox 124">
                          <a:extLst>
                            <a:ext uri="{FF2B5EF4-FFF2-40B4-BE49-F238E27FC236}">
                              <a16:creationId xmlns:a16="http://schemas.microsoft.com/office/drawing/2014/main" id="{8B4D0E03-771D-D3E2-A727-481442AEE05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704836" y="2375668"/>
                          <a:ext cx="508473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R   [A]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6" name="직사각형 125">
                          <a:extLst>
                            <a:ext uri="{FF2B5EF4-FFF2-40B4-BE49-F238E27FC236}">
                              <a16:creationId xmlns:a16="http://schemas.microsoft.com/office/drawing/2014/main" id="{12298374-83FC-B36E-2575-514F6D8F8CE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182121" y="1497809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27" name="직사각형 126">
                          <a:extLst>
                            <a:ext uri="{FF2B5EF4-FFF2-40B4-BE49-F238E27FC236}">
                              <a16:creationId xmlns:a16="http://schemas.microsoft.com/office/drawing/2014/main" id="{A1BFCDE5-9755-49D9-025E-A5AFED4A1B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5797" y="1491682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28" name="TextBox 127">
                          <a:extLst>
                            <a:ext uri="{FF2B5EF4-FFF2-40B4-BE49-F238E27FC236}">
                              <a16:creationId xmlns:a16="http://schemas.microsoft.com/office/drawing/2014/main" id="{52B78611-950A-AB9A-39BB-681D3E255F8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663220" y="1330218"/>
                          <a:ext cx="540533" cy="2000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7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PV  [Hz]</a:t>
                          </a:r>
                          <a:endParaRPr lang="ko-KR" altLang="en-US" sz="7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9" name="직사각형 128">
                          <a:extLst>
                            <a:ext uri="{FF2B5EF4-FFF2-40B4-BE49-F238E27FC236}">
                              <a16:creationId xmlns:a16="http://schemas.microsoft.com/office/drawing/2014/main" id="{564DDFF6-0E58-8EBA-ED90-856AF75387D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186539" y="1844230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rgbClr val="FEDB43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30" name="TextBox 129">
                          <a:extLst>
                            <a:ext uri="{FF2B5EF4-FFF2-40B4-BE49-F238E27FC236}">
                              <a16:creationId xmlns:a16="http://schemas.microsoft.com/office/drawing/2014/main" id="{F8CB60DB-3BDB-FD39-8551-9C65C8DE8E9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151130" y="1689339"/>
                          <a:ext cx="519693" cy="2000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7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SV   [A]</a:t>
                          </a:r>
                          <a:endParaRPr lang="ko-KR" altLang="en-US" sz="7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31" name="직사각형 130">
                          <a:extLst>
                            <a:ext uri="{FF2B5EF4-FFF2-40B4-BE49-F238E27FC236}">
                              <a16:creationId xmlns:a16="http://schemas.microsoft.com/office/drawing/2014/main" id="{D495FEBE-F15F-8E8B-29E0-86C18CD77D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94685" y="1843402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132" name="TextBox 131">
                          <a:extLst>
                            <a:ext uri="{FF2B5EF4-FFF2-40B4-BE49-F238E27FC236}">
                              <a16:creationId xmlns:a16="http://schemas.microsoft.com/office/drawing/2014/main" id="{CC7A8E48-1799-377B-1877-96ED5310D55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662923" y="1680895"/>
                          <a:ext cx="490839" cy="2000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7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PV  [A]</a:t>
                          </a:r>
                          <a:endParaRPr lang="ko-KR" altLang="en-US" sz="7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33" name="직사각형 132">
                          <a:extLst>
                            <a:ext uri="{FF2B5EF4-FFF2-40B4-BE49-F238E27FC236}">
                              <a16:creationId xmlns:a16="http://schemas.microsoft.com/office/drawing/2014/main" id="{59672A8D-8F23-B8FB-4DE2-C576622BB2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676023" y="1843171"/>
                          <a:ext cx="448875" cy="169729"/>
                        </a:xfrm>
                        <a:prstGeom prst="rect">
                          <a:avLst/>
                        </a:prstGeom>
                        <a:ln/>
                      </p:spPr>
                      <p:style>
                        <a:lnRef idx="1">
                          <a:schemeClr val="dk1"/>
                        </a:lnRef>
                        <a:fillRef idx="2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lIns="36000" rIns="36000" rtlCol="0" anchor="ctr"/>
                        <a:lstStyle/>
                        <a:p>
                          <a:pPr algn="ctr"/>
                          <a:r>
                            <a:rPr lang="en-US" altLang="ko-KR" sz="600" b="1" dirty="0">
                              <a:solidFill>
                                <a:schemeClr val="dk1"/>
                              </a:solidFill>
                              <a:latin typeface="+mj-lt"/>
                              <a:cs typeface="Times New Roman" panose="02020603050405020304" pitchFamily="18" charset="0"/>
                            </a:rPr>
                            <a:t>SET</a:t>
                          </a:r>
                          <a:endParaRPr lang="ko-KR" altLang="en-US" sz="600" b="1" dirty="0">
                            <a:solidFill>
                              <a:schemeClr val="dk1"/>
                            </a:solidFill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623" name="TextBox 622">
                          <a:extLst>
                            <a:ext uri="{FF2B5EF4-FFF2-40B4-BE49-F238E27FC236}">
                              <a16:creationId xmlns:a16="http://schemas.microsoft.com/office/drawing/2014/main" id="{84205D4F-80B8-F4EB-A181-7F6EDE929B5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712414" y="2007943"/>
                          <a:ext cx="497251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T</a:t>
                          </a:r>
                          <a:r>
                            <a:rPr lang="ko-KR" altLang="en-US" sz="800" b="1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800" b="1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altLang="ko-KR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[V]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624" name="직사각형 623">
                          <a:extLst>
                            <a:ext uri="{FF2B5EF4-FFF2-40B4-BE49-F238E27FC236}">
                              <a16:creationId xmlns:a16="http://schemas.microsoft.com/office/drawing/2014/main" id="{EADDD921-1AEF-034F-1E84-7223EF1015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194211" y="2188194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625" name="TextBox 624">
                          <a:extLst>
                            <a:ext uri="{FF2B5EF4-FFF2-40B4-BE49-F238E27FC236}">
                              <a16:creationId xmlns:a16="http://schemas.microsoft.com/office/drawing/2014/main" id="{E1F58690-B07D-9DE3-5357-E56C8BF80DE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197343" y="2007943"/>
                          <a:ext cx="495649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S   [V]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626" name="직사각형 625">
                          <a:extLst>
                            <a:ext uri="{FF2B5EF4-FFF2-40B4-BE49-F238E27FC236}">
                              <a16:creationId xmlns:a16="http://schemas.microsoft.com/office/drawing/2014/main" id="{63C87C2F-DAED-C760-1FB0-1950F80D01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677381" y="2188194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  <p:sp>
                      <p:nvSpPr>
                        <p:cNvPr id="627" name="TextBox 626">
                          <a:extLst>
                            <a:ext uri="{FF2B5EF4-FFF2-40B4-BE49-F238E27FC236}">
                              <a16:creationId xmlns:a16="http://schemas.microsoft.com/office/drawing/2014/main" id="{4F211268-3D96-3E94-EB46-10333EBD4BB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702312" y="2010985"/>
                          <a:ext cx="505267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+mj-lt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a:t>R   [V]</a:t>
                          </a:r>
                          <a:endParaRPr lang="ko-KR" altLang="en-US" sz="800" b="1" dirty="0">
                            <a:latin typeface="+mj-lt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628" name="직사각형 627">
                          <a:extLst>
                            <a:ext uri="{FF2B5EF4-FFF2-40B4-BE49-F238E27FC236}">
                              <a16:creationId xmlns:a16="http://schemas.microsoft.com/office/drawing/2014/main" id="{5D88B087-6AED-AE21-F038-F5DC6EAE1FC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11371" y="2182826"/>
                          <a:ext cx="448875" cy="16972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7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p:txBody>
                    </p:sp>
                  </p:grpSp>
                </p:grpSp>
              </p:grpSp>
            </p:grpSp>
            <p:pic>
              <p:nvPicPr>
                <p:cNvPr id="106" name="그림 105">
                  <a:extLst>
                    <a:ext uri="{FF2B5EF4-FFF2-40B4-BE49-F238E27FC236}">
                      <a16:creationId xmlns:a16="http://schemas.microsoft.com/office/drawing/2014/main" id="{7FAD3636-9146-0E7A-CB81-0F921964F0A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 rotWithShape="1">
                <a:blip r:embed="rId3"/>
                <a:srcRect l="38789" t="34972" r="56421" b="56197"/>
                <a:stretch/>
              </p:blipFill>
              <p:spPr>
                <a:xfrm>
                  <a:off x="10664768" y="1620705"/>
                  <a:ext cx="450028" cy="16862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</p:pic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61C11C2-97D6-0B10-78EB-54D63B854500}"/>
                  </a:ext>
                </a:extLst>
              </p:cNvPr>
              <p:cNvSpPr txBox="1"/>
              <p:nvPr/>
            </p:nvSpPr>
            <p:spPr>
              <a:xfrm>
                <a:off x="10586925" y="1571458"/>
                <a:ext cx="42672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cs typeface="Times New Roman" panose="02020603050405020304" pitchFamily="18" charset="0"/>
                  </a:rPr>
                  <a:t>Fault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1BB00BBE-EA0A-2523-147C-3F08E9BB6E34}"/>
              </a:ext>
            </a:extLst>
          </p:cNvPr>
          <p:cNvCxnSpPr>
            <a:cxnSpLocks/>
          </p:cNvCxnSpPr>
          <p:nvPr/>
        </p:nvCxnSpPr>
        <p:spPr>
          <a:xfrm>
            <a:off x="314292" y="3931952"/>
            <a:ext cx="242844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81166952-1DE9-BF8B-3A50-26E657C41F5D}"/>
              </a:ext>
            </a:extLst>
          </p:cNvPr>
          <p:cNvCxnSpPr/>
          <p:nvPr/>
        </p:nvCxnSpPr>
        <p:spPr>
          <a:xfrm>
            <a:off x="10040" y="780680"/>
            <a:ext cx="12168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E41C8CCC-BF5D-8D6A-03DB-B2E1EA650CD5}"/>
              </a:ext>
            </a:extLst>
          </p:cNvPr>
          <p:cNvGrpSpPr/>
          <p:nvPr/>
        </p:nvGrpSpPr>
        <p:grpSpPr>
          <a:xfrm>
            <a:off x="172130" y="1302105"/>
            <a:ext cx="667063" cy="882587"/>
            <a:chOff x="136498" y="1449131"/>
            <a:chExt cx="667063" cy="882587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3059390D-9F89-B151-5585-AD4BD9969E98}"/>
                </a:ext>
              </a:extLst>
            </p:cNvPr>
            <p:cNvSpPr/>
            <p:nvPr/>
          </p:nvSpPr>
          <p:spPr>
            <a:xfrm>
              <a:off x="166569" y="1456643"/>
              <a:ext cx="636992" cy="8750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7116BD07-38F0-2D6C-B500-D89ABF30C4D9}"/>
                </a:ext>
              </a:extLst>
            </p:cNvPr>
            <p:cNvSpPr txBox="1"/>
            <p:nvPr/>
          </p:nvSpPr>
          <p:spPr>
            <a:xfrm>
              <a:off x="136498" y="1449131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NG Pump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85E0B252-7D58-7AE8-A465-4966DE4712DC}"/>
                </a:ext>
              </a:extLst>
            </p:cNvPr>
            <p:cNvSpPr/>
            <p:nvPr/>
          </p:nvSpPr>
          <p:spPr>
            <a:xfrm>
              <a:off x="248494" y="1769935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86E8F9B-618E-065D-26E6-5FCA1DF39405}"/>
                </a:ext>
              </a:extLst>
            </p:cNvPr>
            <p:cNvSpPr txBox="1"/>
            <p:nvPr/>
          </p:nvSpPr>
          <p:spPr>
            <a:xfrm>
              <a:off x="172517" y="1610349"/>
              <a:ext cx="58060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D2980F0F-F8E5-C147-F364-B968CF8246B3}"/>
                </a:ext>
              </a:extLst>
            </p:cNvPr>
            <p:cNvSpPr/>
            <p:nvPr/>
          </p:nvSpPr>
          <p:spPr>
            <a:xfrm>
              <a:off x="245374" y="2092949"/>
              <a:ext cx="484612" cy="144454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9335E384-F1E3-F25B-E623-E80B84B17AE2}"/>
                </a:ext>
              </a:extLst>
            </p:cNvPr>
            <p:cNvSpPr txBox="1"/>
            <p:nvPr/>
          </p:nvSpPr>
          <p:spPr>
            <a:xfrm>
              <a:off x="163614" y="1949999"/>
              <a:ext cx="57580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691812CA-6D81-8C2B-D0E6-9F19C254A381}"/>
              </a:ext>
            </a:extLst>
          </p:cNvPr>
          <p:cNvCxnSpPr>
            <a:cxnSpLocks/>
          </p:cNvCxnSpPr>
          <p:nvPr/>
        </p:nvCxnSpPr>
        <p:spPr>
          <a:xfrm flipV="1">
            <a:off x="7160068" y="1434249"/>
            <a:ext cx="517933" cy="78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56C3DA0E-CF59-D668-8970-49EAEFCD543B}"/>
              </a:ext>
            </a:extLst>
          </p:cNvPr>
          <p:cNvCxnSpPr>
            <a:cxnSpLocks/>
          </p:cNvCxnSpPr>
          <p:nvPr/>
        </p:nvCxnSpPr>
        <p:spPr>
          <a:xfrm>
            <a:off x="3908193" y="6261833"/>
            <a:ext cx="1036103" cy="373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6" name="그룹 285">
            <a:extLst>
              <a:ext uri="{FF2B5EF4-FFF2-40B4-BE49-F238E27FC236}">
                <a16:creationId xmlns:a16="http://schemas.microsoft.com/office/drawing/2014/main" id="{92F115E9-A567-9D15-4965-D85074745E49}"/>
              </a:ext>
            </a:extLst>
          </p:cNvPr>
          <p:cNvGrpSpPr/>
          <p:nvPr/>
        </p:nvGrpSpPr>
        <p:grpSpPr>
          <a:xfrm>
            <a:off x="1270063" y="2361134"/>
            <a:ext cx="784879" cy="1309548"/>
            <a:chOff x="1444412" y="3301997"/>
            <a:chExt cx="784879" cy="1309548"/>
          </a:xfrm>
        </p:grpSpPr>
        <p:grpSp>
          <p:nvGrpSpPr>
            <p:cNvPr id="285" name="그룹 284">
              <a:extLst>
                <a:ext uri="{FF2B5EF4-FFF2-40B4-BE49-F238E27FC236}">
                  <a16:creationId xmlns:a16="http://schemas.microsoft.com/office/drawing/2014/main" id="{5751BE51-CC6F-7A64-F35C-8168F7DA3B7C}"/>
                </a:ext>
              </a:extLst>
            </p:cNvPr>
            <p:cNvGrpSpPr/>
            <p:nvPr/>
          </p:nvGrpSpPr>
          <p:grpSpPr>
            <a:xfrm>
              <a:off x="1571395" y="3301997"/>
              <a:ext cx="613618" cy="1309548"/>
              <a:chOff x="466615" y="2601821"/>
              <a:chExt cx="613618" cy="1309548"/>
            </a:xfrm>
          </p:grpSpPr>
          <p:grpSp>
            <p:nvGrpSpPr>
              <p:cNvPr id="283" name="그룹 282">
                <a:extLst>
                  <a:ext uri="{FF2B5EF4-FFF2-40B4-BE49-F238E27FC236}">
                    <a16:creationId xmlns:a16="http://schemas.microsoft.com/office/drawing/2014/main" id="{3AF1D0C8-FC75-0C98-0B7F-0D893F5A2C8B}"/>
                  </a:ext>
                </a:extLst>
              </p:cNvPr>
              <p:cNvGrpSpPr/>
              <p:nvPr/>
            </p:nvGrpSpPr>
            <p:grpSpPr>
              <a:xfrm>
                <a:off x="466615" y="2601821"/>
                <a:ext cx="613618" cy="1309548"/>
                <a:chOff x="435410" y="2524495"/>
                <a:chExt cx="613618" cy="1309548"/>
              </a:xfrm>
            </p:grpSpPr>
            <p:sp>
              <p:nvSpPr>
                <p:cNvPr id="208" name="직사각형 207">
                  <a:extLst>
                    <a:ext uri="{FF2B5EF4-FFF2-40B4-BE49-F238E27FC236}">
                      <a16:creationId xmlns:a16="http://schemas.microsoft.com/office/drawing/2014/main" id="{DD867A27-A606-9A5C-B4A3-2049C684F755}"/>
                    </a:ext>
                  </a:extLst>
                </p:cNvPr>
                <p:cNvSpPr/>
                <p:nvPr/>
              </p:nvSpPr>
              <p:spPr>
                <a:xfrm>
                  <a:off x="435410" y="2524495"/>
                  <a:ext cx="602668" cy="130954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210" name="직사각형 209">
                  <a:extLst>
                    <a:ext uri="{FF2B5EF4-FFF2-40B4-BE49-F238E27FC236}">
                      <a16:creationId xmlns:a16="http://schemas.microsoft.com/office/drawing/2014/main" id="{27D27C98-6133-3366-6DE6-195CBF1CD25A}"/>
                    </a:ext>
                  </a:extLst>
                </p:cNvPr>
                <p:cNvSpPr/>
                <p:nvPr/>
              </p:nvSpPr>
              <p:spPr>
                <a:xfrm>
                  <a:off x="478170" y="2864315"/>
                  <a:ext cx="484612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B6A5769F-D8C4-772E-ED92-639F61253FE7}"/>
                    </a:ext>
                  </a:extLst>
                </p:cNvPr>
                <p:cNvSpPr txBox="1"/>
                <p:nvPr/>
              </p:nvSpPr>
              <p:spPr>
                <a:xfrm>
                  <a:off x="448458" y="2704729"/>
                  <a:ext cx="58221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PV   </a:t>
                  </a:r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2" name="직사각형 211">
                  <a:extLst>
                    <a:ext uri="{FF2B5EF4-FFF2-40B4-BE49-F238E27FC236}">
                      <a16:creationId xmlns:a16="http://schemas.microsoft.com/office/drawing/2014/main" id="{78BE41F0-3BC2-34E2-C7AE-284C06B75B90}"/>
                    </a:ext>
                  </a:extLst>
                </p:cNvPr>
                <p:cNvSpPr/>
                <p:nvPr/>
              </p:nvSpPr>
              <p:spPr>
                <a:xfrm>
                  <a:off x="478170" y="3216445"/>
                  <a:ext cx="484612" cy="169729"/>
                </a:xfrm>
                <a:prstGeom prst="rect">
                  <a:avLst/>
                </a:prstGeom>
                <a:solidFill>
                  <a:srgbClr val="FEDB43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1F2AAD2E-8C24-5ECE-21EE-4560328BB546}"/>
                    </a:ext>
                  </a:extLst>
                </p:cNvPr>
                <p:cNvSpPr txBox="1"/>
                <p:nvPr/>
              </p:nvSpPr>
              <p:spPr>
                <a:xfrm>
                  <a:off x="471626" y="3017032"/>
                  <a:ext cx="57740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SV   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5" name="직사각형 214">
                  <a:extLst>
                    <a:ext uri="{FF2B5EF4-FFF2-40B4-BE49-F238E27FC236}">
                      <a16:creationId xmlns:a16="http://schemas.microsoft.com/office/drawing/2014/main" id="{F4C40C42-835C-267E-059E-511B248395CC}"/>
                    </a:ext>
                  </a:extLst>
                </p:cNvPr>
                <p:cNvSpPr/>
                <p:nvPr/>
              </p:nvSpPr>
              <p:spPr>
                <a:xfrm>
                  <a:off x="484077" y="3582733"/>
                  <a:ext cx="472798" cy="18466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</p:grp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7FE86529-CDAC-6D92-1CC3-CB7C897FDDE8}"/>
                  </a:ext>
                </a:extLst>
              </p:cNvPr>
              <p:cNvSpPr txBox="1"/>
              <p:nvPr/>
            </p:nvSpPr>
            <p:spPr>
              <a:xfrm>
                <a:off x="528850" y="2610097"/>
                <a:ext cx="40588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>
                    <a:latin typeface="+mj-lt"/>
                  </a:rPr>
                  <a:t>BNG</a:t>
                </a:r>
                <a:endParaRPr lang="ko-KR" altLang="en-US" sz="800" b="1" dirty="0">
                  <a:latin typeface="+mj-lt"/>
                </a:endParaRPr>
              </a:p>
            </p:txBody>
          </p:sp>
        </p:grp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6FE87C2F-2C88-FDE8-93EE-1FBB6DFB92F4}"/>
                </a:ext>
              </a:extLst>
            </p:cNvPr>
            <p:cNvSpPr txBox="1"/>
            <p:nvPr/>
          </p:nvSpPr>
          <p:spPr>
            <a:xfrm>
              <a:off x="1444412" y="4166949"/>
              <a:ext cx="784879" cy="173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6745ADD2-85E4-653F-0DC9-0541643369D3}"/>
              </a:ext>
            </a:extLst>
          </p:cNvPr>
          <p:cNvGrpSpPr/>
          <p:nvPr/>
        </p:nvGrpSpPr>
        <p:grpSpPr>
          <a:xfrm>
            <a:off x="435887" y="2748439"/>
            <a:ext cx="784879" cy="1333880"/>
            <a:chOff x="1458372" y="3301997"/>
            <a:chExt cx="784879" cy="1333880"/>
          </a:xfrm>
        </p:grpSpPr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53F4EFE5-C455-4606-2445-5B251387A8C5}"/>
                </a:ext>
              </a:extLst>
            </p:cNvPr>
            <p:cNvGrpSpPr/>
            <p:nvPr/>
          </p:nvGrpSpPr>
          <p:grpSpPr>
            <a:xfrm>
              <a:off x="1571395" y="3301997"/>
              <a:ext cx="613618" cy="1333880"/>
              <a:chOff x="466615" y="2601821"/>
              <a:chExt cx="613618" cy="1333880"/>
            </a:xfrm>
          </p:grpSpPr>
          <p:grpSp>
            <p:nvGrpSpPr>
              <p:cNvPr id="296" name="그룹 295">
                <a:extLst>
                  <a:ext uri="{FF2B5EF4-FFF2-40B4-BE49-F238E27FC236}">
                    <a16:creationId xmlns:a16="http://schemas.microsoft.com/office/drawing/2014/main" id="{8B7F942D-5077-DD0E-8CBB-C8AF5782546A}"/>
                  </a:ext>
                </a:extLst>
              </p:cNvPr>
              <p:cNvGrpSpPr/>
              <p:nvPr/>
            </p:nvGrpSpPr>
            <p:grpSpPr>
              <a:xfrm>
                <a:off x="466615" y="2601821"/>
                <a:ext cx="613618" cy="1333880"/>
                <a:chOff x="435410" y="2524495"/>
                <a:chExt cx="613618" cy="1333880"/>
              </a:xfrm>
            </p:grpSpPr>
            <p:sp>
              <p:nvSpPr>
                <p:cNvPr id="298" name="직사각형 297">
                  <a:extLst>
                    <a:ext uri="{FF2B5EF4-FFF2-40B4-BE49-F238E27FC236}">
                      <a16:creationId xmlns:a16="http://schemas.microsoft.com/office/drawing/2014/main" id="{1EA0629C-2188-F0C6-56B2-0F99FE01C87D}"/>
                    </a:ext>
                  </a:extLst>
                </p:cNvPr>
                <p:cNvSpPr/>
                <p:nvPr/>
              </p:nvSpPr>
              <p:spPr>
                <a:xfrm>
                  <a:off x="435410" y="2524495"/>
                  <a:ext cx="602668" cy="133388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id="{78A0C05D-B307-F814-F8DE-99C1D9B9EAF5}"/>
                    </a:ext>
                  </a:extLst>
                </p:cNvPr>
                <p:cNvSpPr/>
                <p:nvPr/>
              </p:nvSpPr>
              <p:spPr>
                <a:xfrm>
                  <a:off x="478170" y="2864315"/>
                  <a:ext cx="484612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300" name="TextBox 299">
                  <a:extLst>
                    <a:ext uri="{FF2B5EF4-FFF2-40B4-BE49-F238E27FC236}">
                      <a16:creationId xmlns:a16="http://schemas.microsoft.com/office/drawing/2014/main" id="{19A1FAFB-E49B-48A4-AAE3-9604D466B25D}"/>
                    </a:ext>
                  </a:extLst>
                </p:cNvPr>
                <p:cNvSpPr txBox="1"/>
                <p:nvPr/>
              </p:nvSpPr>
              <p:spPr>
                <a:xfrm>
                  <a:off x="448458" y="2704729"/>
                  <a:ext cx="58221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PV   </a:t>
                  </a:r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1" name="직사각형 300">
                  <a:extLst>
                    <a:ext uri="{FF2B5EF4-FFF2-40B4-BE49-F238E27FC236}">
                      <a16:creationId xmlns:a16="http://schemas.microsoft.com/office/drawing/2014/main" id="{3248DA62-263C-A457-F72A-F6430F5B67B4}"/>
                    </a:ext>
                  </a:extLst>
                </p:cNvPr>
                <p:cNvSpPr/>
                <p:nvPr/>
              </p:nvSpPr>
              <p:spPr>
                <a:xfrm>
                  <a:off x="478170" y="3216445"/>
                  <a:ext cx="484612" cy="169729"/>
                </a:xfrm>
                <a:prstGeom prst="rect">
                  <a:avLst/>
                </a:prstGeom>
                <a:solidFill>
                  <a:srgbClr val="FEDB43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302" name="TextBox 301">
                  <a:extLst>
                    <a:ext uri="{FF2B5EF4-FFF2-40B4-BE49-F238E27FC236}">
                      <a16:creationId xmlns:a16="http://schemas.microsoft.com/office/drawing/2014/main" id="{04B148B6-2812-9E3C-D3E7-D2D7EE1D45B7}"/>
                    </a:ext>
                  </a:extLst>
                </p:cNvPr>
                <p:cNvSpPr txBox="1"/>
                <p:nvPr/>
              </p:nvSpPr>
              <p:spPr>
                <a:xfrm>
                  <a:off x="471626" y="3017032"/>
                  <a:ext cx="57740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SV   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3" name="직사각형 302">
                  <a:extLst>
                    <a:ext uri="{FF2B5EF4-FFF2-40B4-BE49-F238E27FC236}">
                      <a16:creationId xmlns:a16="http://schemas.microsoft.com/office/drawing/2014/main" id="{293D0AE2-870A-9672-A4F3-842461B17ADE}"/>
                    </a:ext>
                  </a:extLst>
                </p:cNvPr>
                <p:cNvSpPr/>
                <p:nvPr/>
              </p:nvSpPr>
              <p:spPr>
                <a:xfrm>
                  <a:off x="484077" y="3582733"/>
                  <a:ext cx="472798" cy="18466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</p:grp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980DB44-9621-D742-0146-06BAE13BE509}"/>
                  </a:ext>
                </a:extLst>
              </p:cNvPr>
              <p:cNvSpPr txBox="1"/>
              <p:nvPr/>
            </p:nvSpPr>
            <p:spPr>
              <a:xfrm>
                <a:off x="528850" y="2610097"/>
                <a:ext cx="4026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>
                    <a:latin typeface="+mj-lt"/>
                  </a:rPr>
                  <a:t>PNG</a:t>
                </a:r>
                <a:endParaRPr lang="ko-KR" altLang="en-US" sz="800" b="1" dirty="0">
                  <a:latin typeface="+mj-lt"/>
                </a:endParaRPr>
              </a:p>
            </p:txBody>
          </p:sp>
        </p:grp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F73B055C-EF33-B4BB-1EE8-6533E72E0E8D}"/>
                </a:ext>
              </a:extLst>
            </p:cNvPr>
            <p:cNvSpPr txBox="1"/>
            <p:nvPr/>
          </p:nvSpPr>
          <p:spPr>
            <a:xfrm>
              <a:off x="1458372" y="4187889"/>
              <a:ext cx="784879" cy="173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9" name="그룹 478">
            <a:extLst>
              <a:ext uri="{FF2B5EF4-FFF2-40B4-BE49-F238E27FC236}">
                <a16:creationId xmlns:a16="http://schemas.microsoft.com/office/drawing/2014/main" id="{1FB6BE8F-5529-089E-5EE6-8FDBDF53F3FF}"/>
              </a:ext>
            </a:extLst>
          </p:cNvPr>
          <p:cNvGrpSpPr/>
          <p:nvPr/>
        </p:nvGrpSpPr>
        <p:grpSpPr>
          <a:xfrm>
            <a:off x="84757" y="970452"/>
            <a:ext cx="1380972" cy="415245"/>
            <a:chOff x="84757" y="970452"/>
            <a:chExt cx="1380972" cy="415245"/>
          </a:xfrm>
        </p:grpSpPr>
        <p:cxnSp>
          <p:nvCxnSpPr>
            <p:cNvPr id="317" name="직선 연결선 316">
              <a:extLst>
                <a:ext uri="{FF2B5EF4-FFF2-40B4-BE49-F238E27FC236}">
                  <a16:creationId xmlns:a16="http://schemas.microsoft.com/office/drawing/2014/main" id="{FB5A937F-23C8-259B-46AD-AC703E2F34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5729" y="1100228"/>
              <a:ext cx="0" cy="28546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6C422003-04AC-CAD4-B1FE-37AD9ADAF6E9}"/>
                </a:ext>
              </a:extLst>
            </p:cNvPr>
            <p:cNvCxnSpPr>
              <a:cxnSpLocks/>
            </p:cNvCxnSpPr>
            <p:nvPr/>
          </p:nvCxnSpPr>
          <p:spPr>
            <a:xfrm>
              <a:off x="370780" y="1091761"/>
              <a:ext cx="24022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09519AE-DB93-431D-6CBF-895F111B9C85}"/>
                </a:ext>
              </a:extLst>
            </p:cNvPr>
            <p:cNvCxnSpPr>
              <a:cxnSpLocks/>
            </p:cNvCxnSpPr>
            <p:nvPr/>
          </p:nvCxnSpPr>
          <p:spPr>
            <a:xfrm>
              <a:off x="770319" y="1096467"/>
              <a:ext cx="695410" cy="925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DB23EF8-1786-8105-B7F5-5B49D174B86E}"/>
                </a:ext>
              </a:extLst>
            </p:cNvPr>
            <p:cNvSpPr/>
            <p:nvPr/>
          </p:nvSpPr>
          <p:spPr>
            <a:xfrm>
              <a:off x="610827" y="971781"/>
              <a:ext cx="276225" cy="2379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F03C821-D078-1E2E-3C74-7025F9007CE0}"/>
                </a:ext>
              </a:extLst>
            </p:cNvPr>
            <p:cNvSpPr/>
            <p:nvPr/>
          </p:nvSpPr>
          <p:spPr>
            <a:xfrm>
              <a:off x="1037150" y="970452"/>
              <a:ext cx="276225" cy="2379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153F3066-08C1-39E7-8E8B-F5C279467EA2}"/>
                </a:ext>
              </a:extLst>
            </p:cNvPr>
            <p:cNvSpPr txBox="1"/>
            <p:nvPr/>
          </p:nvSpPr>
          <p:spPr>
            <a:xfrm>
              <a:off x="84757" y="1009216"/>
              <a:ext cx="3401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NG</a:t>
              </a:r>
              <a:endParaRPr lang="ko-KR" altLang="en-US" sz="800" b="1" dirty="0">
                <a:latin typeface="+mj-lt"/>
              </a:endParaRPr>
            </a:p>
          </p:txBody>
        </p:sp>
      </p:grpSp>
      <p:cxnSp>
        <p:nvCxnSpPr>
          <p:cNvPr id="484" name="직선 화살표 연결선 483">
            <a:extLst>
              <a:ext uri="{FF2B5EF4-FFF2-40B4-BE49-F238E27FC236}">
                <a16:creationId xmlns:a16="http://schemas.microsoft.com/office/drawing/2014/main" id="{2811D751-307B-897D-1C46-1A3E99101152}"/>
              </a:ext>
            </a:extLst>
          </p:cNvPr>
          <p:cNvCxnSpPr>
            <a:cxnSpLocks/>
          </p:cNvCxnSpPr>
          <p:nvPr/>
        </p:nvCxnSpPr>
        <p:spPr>
          <a:xfrm flipV="1">
            <a:off x="5215316" y="1414356"/>
            <a:ext cx="0" cy="8082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TextBox 490">
            <a:extLst>
              <a:ext uri="{FF2B5EF4-FFF2-40B4-BE49-F238E27FC236}">
                <a16:creationId xmlns:a16="http://schemas.microsoft.com/office/drawing/2014/main" id="{7A10BEE0-BB0F-185F-4B17-BC8C7F850A12}"/>
              </a:ext>
            </a:extLst>
          </p:cNvPr>
          <p:cNvSpPr txBox="1"/>
          <p:nvPr/>
        </p:nvSpPr>
        <p:spPr>
          <a:xfrm>
            <a:off x="5009170" y="1212416"/>
            <a:ext cx="4122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Vent</a:t>
            </a:r>
            <a:endParaRPr lang="ko-KR" altLang="en-US" sz="800" b="1" dirty="0">
              <a:latin typeface="+mj-lt"/>
            </a:endParaRPr>
          </a:p>
        </p:txBody>
      </p:sp>
      <p:grpSp>
        <p:nvGrpSpPr>
          <p:cNvPr id="492" name="그룹 491">
            <a:extLst>
              <a:ext uri="{FF2B5EF4-FFF2-40B4-BE49-F238E27FC236}">
                <a16:creationId xmlns:a16="http://schemas.microsoft.com/office/drawing/2014/main" id="{398FA2FC-F339-CE36-D799-787D88DB7BF6}"/>
              </a:ext>
            </a:extLst>
          </p:cNvPr>
          <p:cNvGrpSpPr/>
          <p:nvPr/>
        </p:nvGrpSpPr>
        <p:grpSpPr>
          <a:xfrm>
            <a:off x="4494089" y="2541033"/>
            <a:ext cx="848891" cy="1031589"/>
            <a:chOff x="4072087" y="3446650"/>
            <a:chExt cx="848891" cy="1031589"/>
          </a:xfrm>
        </p:grpSpPr>
        <p:sp>
          <p:nvSpPr>
            <p:cNvPr id="493" name="직사각형 492">
              <a:extLst>
                <a:ext uri="{FF2B5EF4-FFF2-40B4-BE49-F238E27FC236}">
                  <a16:creationId xmlns:a16="http://schemas.microsoft.com/office/drawing/2014/main" id="{B50015C9-3431-3D5A-474A-198648DBE02F}"/>
                </a:ext>
              </a:extLst>
            </p:cNvPr>
            <p:cNvSpPr/>
            <p:nvPr/>
          </p:nvSpPr>
          <p:spPr>
            <a:xfrm>
              <a:off x="4072087" y="3470175"/>
              <a:ext cx="848891" cy="10080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494" name="그룹 493">
              <a:extLst>
                <a:ext uri="{FF2B5EF4-FFF2-40B4-BE49-F238E27FC236}">
                  <a16:creationId xmlns:a16="http://schemas.microsoft.com/office/drawing/2014/main" id="{4F684661-FCFB-FD64-6A41-A363654D80E9}"/>
                </a:ext>
              </a:extLst>
            </p:cNvPr>
            <p:cNvGrpSpPr/>
            <p:nvPr/>
          </p:nvGrpSpPr>
          <p:grpSpPr>
            <a:xfrm>
              <a:off x="4100634" y="3446650"/>
              <a:ext cx="770463" cy="963495"/>
              <a:chOff x="3957845" y="3523954"/>
              <a:chExt cx="984586" cy="1037508"/>
            </a:xfrm>
          </p:grpSpPr>
          <p:grpSp>
            <p:nvGrpSpPr>
              <p:cNvPr id="495" name="그룹 494">
                <a:extLst>
                  <a:ext uri="{FF2B5EF4-FFF2-40B4-BE49-F238E27FC236}">
                    <a16:creationId xmlns:a16="http://schemas.microsoft.com/office/drawing/2014/main" id="{38EEBD90-189A-CF56-B34B-3C8EE0341C5B}"/>
                  </a:ext>
                </a:extLst>
              </p:cNvPr>
              <p:cNvGrpSpPr/>
              <p:nvPr/>
            </p:nvGrpSpPr>
            <p:grpSpPr>
              <a:xfrm>
                <a:off x="3957845" y="3785793"/>
                <a:ext cx="984586" cy="775669"/>
                <a:chOff x="41407" y="4432696"/>
                <a:chExt cx="984586" cy="775669"/>
              </a:xfrm>
            </p:grpSpPr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93973530-FA71-5E9B-5FF2-3FFBA755C3DD}"/>
                    </a:ext>
                  </a:extLst>
                </p:cNvPr>
                <p:cNvSpPr txBox="1"/>
                <p:nvPr/>
              </p:nvSpPr>
              <p:spPr>
                <a:xfrm>
                  <a:off x="41453" y="4432696"/>
                  <a:ext cx="47160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H [</a:t>
                  </a:r>
                  <a:r>
                    <a:rPr lang="ko-KR" altLang="en-US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9" name="직사각형 498">
                  <a:extLst>
                    <a:ext uri="{FF2B5EF4-FFF2-40B4-BE49-F238E27FC236}">
                      <a16:creationId xmlns:a16="http://schemas.microsoft.com/office/drawing/2014/main" id="{EF1DDFAB-3CD4-88DD-D00A-2E5D686F4C67}"/>
                    </a:ext>
                  </a:extLst>
                </p:cNvPr>
                <p:cNvSpPr/>
                <p:nvPr/>
              </p:nvSpPr>
              <p:spPr>
                <a:xfrm>
                  <a:off x="539882" y="4732582"/>
                  <a:ext cx="486111" cy="200944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31FD4926-440D-CFED-179E-E42F7DCE67DA}"/>
                    </a:ext>
                  </a:extLst>
                </p:cNvPr>
                <p:cNvSpPr txBox="1"/>
                <p:nvPr/>
              </p:nvSpPr>
              <p:spPr>
                <a:xfrm>
                  <a:off x="41407" y="4718784"/>
                  <a:ext cx="49244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M [</a:t>
                  </a:r>
                  <a:r>
                    <a:rPr lang="ko-KR" altLang="en-US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6117FA03-8A11-9153-E147-EBBA3853CDF9}"/>
                    </a:ext>
                  </a:extLst>
                </p:cNvPr>
                <p:cNvSpPr txBox="1"/>
                <p:nvPr/>
              </p:nvSpPr>
              <p:spPr>
                <a:xfrm>
                  <a:off x="66096" y="4992921"/>
                  <a:ext cx="44595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L 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</a:t>
                  </a:r>
                  <a:r>
                    <a:rPr lang="ko-KR" altLang="en-US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1" name="직사각형 480">
                  <a:extLst>
                    <a:ext uri="{FF2B5EF4-FFF2-40B4-BE49-F238E27FC236}">
                      <a16:creationId xmlns:a16="http://schemas.microsoft.com/office/drawing/2014/main" id="{CD9A150A-6C98-9B03-524F-1C8AAB969FB8}"/>
                    </a:ext>
                  </a:extLst>
                </p:cNvPr>
                <p:cNvSpPr/>
                <p:nvPr/>
              </p:nvSpPr>
              <p:spPr>
                <a:xfrm>
                  <a:off x="537092" y="4461186"/>
                  <a:ext cx="486111" cy="200944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  <p:sp>
              <p:nvSpPr>
                <p:cNvPr id="482" name="직사각형 481">
                  <a:extLst>
                    <a:ext uri="{FF2B5EF4-FFF2-40B4-BE49-F238E27FC236}">
                      <a16:creationId xmlns:a16="http://schemas.microsoft.com/office/drawing/2014/main" id="{FB8AFED0-0180-A1E4-0A4A-4E182941B5B8}"/>
                    </a:ext>
                  </a:extLst>
                </p:cNvPr>
                <p:cNvSpPr/>
                <p:nvPr/>
              </p:nvSpPr>
              <p:spPr>
                <a:xfrm>
                  <a:off x="537179" y="5007304"/>
                  <a:ext cx="486111" cy="200944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</p:grpSp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3AC140D3-BAD8-05A7-6F94-A780940F41A5}"/>
                  </a:ext>
                </a:extLst>
              </p:cNvPr>
              <p:cNvSpPr txBox="1"/>
              <p:nvPr/>
            </p:nvSpPr>
            <p:spPr>
              <a:xfrm>
                <a:off x="4180602" y="3523954"/>
                <a:ext cx="5142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 err="1">
                    <a:latin typeface="+mj-lt"/>
                  </a:rPr>
                  <a:t>Prox</a:t>
                </a:r>
                <a:endParaRPr lang="ko-KR" altLang="en-US" sz="1200" b="1" dirty="0">
                  <a:latin typeface="+mj-lt"/>
                </a:endParaRPr>
              </a:p>
            </p:txBody>
          </p:sp>
        </p:grpSp>
      </p:grpSp>
      <p:sp>
        <p:nvSpPr>
          <p:cNvPr id="517" name="원호 516">
            <a:extLst>
              <a:ext uri="{FF2B5EF4-FFF2-40B4-BE49-F238E27FC236}">
                <a16:creationId xmlns:a16="http://schemas.microsoft.com/office/drawing/2014/main" id="{7ACC0DF2-E15F-B6DC-B374-564A356F0946}"/>
              </a:ext>
            </a:extLst>
          </p:cNvPr>
          <p:cNvSpPr/>
          <p:nvPr/>
        </p:nvSpPr>
        <p:spPr>
          <a:xfrm>
            <a:off x="4099413" y="2095379"/>
            <a:ext cx="278071" cy="305139"/>
          </a:xfrm>
          <a:prstGeom prst="arc">
            <a:avLst>
              <a:gd name="adj1" fmla="val 16200000"/>
              <a:gd name="adj2" fmla="val 5256034"/>
            </a:avLst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8" name="직선 연결선 527">
            <a:extLst>
              <a:ext uri="{FF2B5EF4-FFF2-40B4-BE49-F238E27FC236}">
                <a16:creationId xmlns:a16="http://schemas.microsoft.com/office/drawing/2014/main" id="{2BE60497-2F47-8C40-A55E-4F8C2D82C855}"/>
              </a:ext>
            </a:extLst>
          </p:cNvPr>
          <p:cNvCxnSpPr>
            <a:cxnSpLocks/>
            <a:stCxn id="517" idx="2"/>
          </p:cNvCxnSpPr>
          <p:nvPr/>
        </p:nvCxnSpPr>
        <p:spPr>
          <a:xfrm>
            <a:off x="4244835" y="2400357"/>
            <a:ext cx="6641" cy="745822"/>
          </a:xfrm>
          <a:prstGeom prst="line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0" name="그룹 539">
            <a:extLst>
              <a:ext uri="{FF2B5EF4-FFF2-40B4-BE49-F238E27FC236}">
                <a16:creationId xmlns:a16="http://schemas.microsoft.com/office/drawing/2014/main" id="{0C631B55-CF27-08D2-D03C-2339CD8A9AC7}"/>
              </a:ext>
            </a:extLst>
          </p:cNvPr>
          <p:cNvGrpSpPr/>
          <p:nvPr/>
        </p:nvGrpSpPr>
        <p:grpSpPr>
          <a:xfrm>
            <a:off x="6721951" y="831672"/>
            <a:ext cx="617657" cy="867252"/>
            <a:chOff x="1924091" y="926786"/>
            <a:chExt cx="620563" cy="867252"/>
          </a:xfrm>
        </p:grpSpPr>
        <p:sp>
          <p:nvSpPr>
            <p:cNvPr id="541" name="직사각형 540">
              <a:extLst>
                <a:ext uri="{FF2B5EF4-FFF2-40B4-BE49-F238E27FC236}">
                  <a16:creationId xmlns:a16="http://schemas.microsoft.com/office/drawing/2014/main" id="{D854B060-2524-D755-1414-0AF1ADB483E1}"/>
                </a:ext>
              </a:extLst>
            </p:cNvPr>
            <p:cNvSpPr/>
            <p:nvPr/>
          </p:nvSpPr>
          <p:spPr>
            <a:xfrm>
              <a:off x="1938153" y="958933"/>
              <a:ext cx="606501" cy="8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53439797-0FED-673A-058D-60C630772767}"/>
                </a:ext>
              </a:extLst>
            </p:cNvPr>
            <p:cNvSpPr txBox="1"/>
            <p:nvPr/>
          </p:nvSpPr>
          <p:spPr>
            <a:xfrm>
              <a:off x="1982414" y="926786"/>
              <a:ext cx="5068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C - Air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543" name="직사각형 542">
              <a:extLst>
                <a:ext uri="{FF2B5EF4-FFF2-40B4-BE49-F238E27FC236}">
                  <a16:creationId xmlns:a16="http://schemas.microsoft.com/office/drawing/2014/main" id="{25320C94-CF33-835C-C764-68F6E975CEBE}"/>
                </a:ext>
              </a:extLst>
            </p:cNvPr>
            <p:cNvSpPr/>
            <p:nvPr/>
          </p:nvSpPr>
          <p:spPr>
            <a:xfrm>
              <a:off x="1988368" y="119895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3476BEFE-DDD7-0EDE-2F3A-C8A6DA00482B}"/>
                </a:ext>
              </a:extLst>
            </p:cNvPr>
            <p:cNvSpPr txBox="1"/>
            <p:nvPr/>
          </p:nvSpPr>
          <p:spPr>
            <a:xfrm>
              <a:off x="1924091" y="1039365"/>
              <a:ext cx="60946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545" name="직사각형 544">
              <a:extLst>
                <a:ext uri="{FF2B5EF4-FFF2-40B4-BE49-F238E27FC236}">
                  <a16:creationId xmlns:a16="http://schemas.microsoft.com/office/drawing/2014/main" id="{D4B0CF3A-5BD9-EEA0-B141-458178145870}"/>
                </a:ext>
              </a:extLst>
            </p:cNvPr>
            <p:cNvSpPr/>
            <p:nvPr/>
          </p:nvSpPr>
          <p:spPr>
            <a:xfrm>
              <a:off x="1995650" y="1555660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D47A2A59-6E21-3738-EED5-C78D92FB7D08}"/>
                </a:ext>
              </a:extLst>
            </p:cNvPr>
            <p:cNvSpPr txBox="1"/>
            <p:nvPr/>
          </p:nvSpPr>
          <p:spPr>
            <a:xfrm>
              <a:off x="1924091" y="1361836"/>
              <a:ext cx="6046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572" name="직사각형 571">
            <a:extLst>
              <a:ext uri="{FF2B5EF4-FFF2-40B4-BE49-F238E27FC236}">
                <a16:creationId xmlns:a16="http://schemas.microsoft.com/office/drawing/2014/main" id="{66E5B0AB-614E-7B62-3A5D-173268FD84D5}"/>
              </a:ext>
            </a:extLst>
          </p:cNvPr>
          <p:cNvSpPr/>
          <p:nvPr/>
        </p:nvSpPr>
        <p:spPr>
          <a:xfrm>
            <a:off x="4577885" y="2110856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573" name="직사각형 572">
            <a:extLst>
              <a:ext uri="{FF2B5EF4-FFF2-40B4-BE49-F238E27FC236}">
                <a16:creationId xmlns:a16="http://schemas.microsoft.com/office/drawing/2014/main" id="{D7990A61-F987-B023-685A-ACE617D35D9E}"/>
              </a:ext>
            </a:extLst>
          </p:cNvPr>
          <p:cNvSpPr/>
          <p:nvPr/>
        </p:nvSpPr>
        <p:spPr>
          <a:xfrm>
            <a:off x="6869470" y="2114693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579" name="직사각형 578">
            <a:extLst>
              <a:ext uri="{FF2B5EF4-FFF2-40B4-BE49-F238E27FC236}">
                <a16:creationId xmlns:a16="http://schemas.microsoft.com/office/drawing/2014/main" id="{DCFCF625-92DA-9430-AB83-40EB8533A7BC}"/>
              </a:ext>
            </a:extLst>
          </p:cNvPr>
          <p:cNvSpPr/>
          <p:nvPr/>
        </p:nvSpPr>
        <p:spPr>
          <a:xfrm>
            <a:off x="6883843" y="3019296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584" name="직사각형 583">
            <a:extLst>
              <a:ext uri="{FF2B5EF4-FFF2-40B4-BE49-F238E27FC236}">
                <a16:creationId xmlns:a16="http://schemas.microsoft.com/office/drawing/2014/main" id="{933F8D50-C15F-4ECE-D105-150AC31833EA}"/>
              </a:ext>
            </a:extLst>
          </p:cNvPr>
          <p:cNvSpPr/>
          <p:nvPr/>
        </p:nvSpPr>
        <p:spPr>
          <a:xfrm>
            <a:off x="5069498" y="1580979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587" name="직선 연결선 586">
            <a:extLst>
              <a:ext uri="{FF2B5EF4-FFF2-40B4-BE49-F238E27FC236}">
                <a16:creationId xmlns:a16="http://schemas.microsoft.com/office/drawing/2014/main" id="{CE0733E9-0B14-93EA-48EA-66D249F02AFA}"/>
              </a:ext>
            </a:extLst>
          </p:cNvPr>
          <p:cNvCxnSpPr>
            <a:cxnSpLocks/>
          </p:cNvCxnSpPr>
          <p:nvPr/>
        </p:nvCxnSpPr>
        <p:spPr>
          <a:xfrm flipH="1" flipV="1">
            <a:off x="6626624" y="2210480"/>
            <a:ext cx="14606" cy="9472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6" name="그룹 605">
            <a:extLst>
              <a:ext uri="{FF2B5EF4-FFF2-40B4-BE49-F238E27FC236}">
                <a16:creationId xmlns:a16="http://schemas.microsoft.com/office/drawing/2014/main" id="{2DFFE9B5-887C-713C-374C-986F2D17474E}"/>
              </a:ext>
            </a:extLst>
          </p:cNvPr>
          <p:cNvGrpSpPr/>
          <p:nvPr/>
        </p:nvGrpSpPr>
        <p:grpSpPr>
          <a:xfrm>
            <a:off x="5577463" y="1971568"/>
            <a:ext cx="728603" cy="640564"/>
            <a:chOff x="5165083" y="1927291"/>
            <a:chExt cx="728603" cy="640564"/>
          </a:xfrm>
        </p:grpSpPr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63D51A72-A4E1-3290-23AD-7B98877040FC}"/>
                </a:ext>
              </a:extLst>
            </p:cNvPr>
            <p:cNvSpPr/>
            <p:nvPr/>
          </p:nvSpPr>
          <p:spPr>
            <a:xfrm>
              <a:off x="5165083" y="1927291"/>
              <a:ext cx="701566" cy="640564"/>
            </a:xfrm>
            <a:prstGeom prst="rect">
              <a:avLst/>
            </a:prstGeom>
            <a:solidFill>
              <a:srgbClr val="FED2D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id="{40061BE2-C3B9-0DF9-E3B9-309B2CD41535}"/>
                </a:ext>
              </a:extLst>
            </p:cNvPr>
            <p:cNvSpPr txBox="1"/>
            <p:nvPr/>
          </p:nvSpPr>
          <p:spPr>
            <a:xfrm>
              <a:off x="5171736" y="2100552"/>
              <a:ext cx="721950" cy="237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AHX_TC  [</a:t>
              </a:r>
              <a:r>
                <a:rPr lang="ko-KR" altLang="en-US" sz="700" b="1" dirty="0">
                  <a:latin typeface="+mj-lt"/>
                </a:rPr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466" name="직사각형 465">
              <a:extLst>
                <a:ext uri="{FF2B5EF4-FFF2-40B4-BE49-F238E27FC236}">
                  <a16:creationId xmlns:a16="http://schemas.microsoft.com/office/drawing/2014/main" id="{4569DE24-5185-8933-9BA4-10E30ADADCE7}"/>
                </a:ext>
              </a:extLst>
            </p:cNvPr>
            <p:cNvSpPr/>
            <p:nvPr/>
          </p:nvSpPr>
          <p:spPr>
            <a:xfrm>
              <a:off x="5276697" y="2276478"/>
              <a:ext cx="467794" cy="224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sp>
          <p:nvSpPr>
            <p:cNvPr id="604" name="TextBox 603">
              <a:extLst>
                <a:ext uri="{FF2B5EF4-FFF2-40B4-BE49-F238E27FC236}">
                  <a16:creationId xmlns:a16="http://schemas.microsoft.com/office/drawing/2014/main" id="{97F553C0-16B8-7504-ABEA-EDBCA33DE865}"/>
                </a:ext>
              </a:extLst>
            </p:cNvPr>
            <p:cNvSpPr txBox="1"/>
            <p:nvPr/>
          </p:nvSpPr>
          <p:spPr>
            <a:xfrm>
              <a:off x="5178928" y="1934418"/>
              <a:ext cx="6944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AOG HX</a:t>
              </a:r>
              <a:endParaRPr lang="ko-KR" altLang="en-US" sz="1000" b="1" dirty="0">
                <a:latin typeface="+mj-lt"/>
              </a:endParaRPr>
            </a:p>
          </p:txBody>
        </p:sp>
      </p:grpSp>
      <p:sp>
        <p:nvSpPr>
          <p:cNvPr id="698" name="TextBox 697">
            <a:extLst>
              <a:ext uri="{FF2B5EF4-FFF2-40B4-BE49-F238E27FC236}">
                <a16:creationId xmlns:a16="http://schemas.microsoft.com/office/drawing/2014/main" id="{316274DF-F3B5-0119-FC98-C7526E0D06A8}"/>
              </a:ext>
            </a:extLst>
          </p:cNvPr>
          <p:cNvSpPr txBox="1"/>
          <p:nvPr/>
        </p:nvSpPr>
        <p:spPr>
          <a:xfrm>
            <a:off x="7015739" y="1710490"/>
            <a:ext cx="4122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Vent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699" name="직선 화살표 연결선 698">
            <a:extLst>
              <a:ext uri="{FF2B5EF4-FFF2-40B4-BE49-F238E27FC236}">
                <a16:creationId xmlns:a16="http://schemas.microsoft.com/office/drawing/2014/main" id="{49151470-DE08-4BE1-3A8E-75F55E4B3695}"/>
              </a:ext>
            </a:extLst>
          </p:cNvPr>
          <p:cNvCxnSpPr>
            <a:cxnSpLocks/>
          </p:cNvCxnSpPr>
          <p:nvPr/>
        </p:nvCxnSpPr>
        <p:spPr>
          <a:xfrm flipH="1">
            <a:off x="7359903" y="1824711"/>
            <a:ext cx="425490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7" name="그룹 796">
            <a:extLst>
              <a:ext uri="{FF2B5EF4-FFF2-40B4-BE49-F238E27FC236}">
                <a16:creationId xmlns:a16="http://schemas.microsoft.com/office/drawing/2014/main" id="{C348991A-66E7-E71C-D52E-8823AE3D4EFA}"/>
              </a:ext>
            </a:extLst>
          </p:cNvPr>
          <p:cNvGrpSpPr/>
          <p:nvPr/>
        </p:nvGrpSpPr>
        <p:grpSpPr>
          <a:xfrm>
            <a:off x="4133699" y="3756106"/>
            <a:ext cx="784879" cy="1228973"/>
            <a:chOff x="1461346" y="3331213"/>
            <a:chExt cx="784879" cy="1228973"/>
          </a:xfrm>
        </p:grpSpPr>
        <p:grpSp>
          <p:nvGrpSpPr>
            <p:cNvPr id="798" name="그룹 797">
              <a:extLst>
                <a:ext uri="{FF2B5EF4-FFF2-40B4-BE49-F238E27FC236}">
                  <a16:creationId xmlns:a16="http://schemas.microsoft.com/office/drawing/2014/main" id="{35E706ED-7DDF-CF00-A08D-D40124930B9F}"/>
                </a:ext>
              </a:extLst>
            </p:cNvPr>
            <p:cNvGrpSpPr/>
            <p:nvPr/>
          </p:nvGrpSpPr>
          <p:grpSpPr>
            <a:xfrm>
              <a:off x="1571395" y="3331213"/>
              <a:ext cx="613618" cy="1228973"/>
              <a:chOff x="466615" y="2631037"/>
              <a:chExt cx="613618" cy="1228973"/>
            </a:xfrm>
          </p:grpSpPr>
          <p:grpSp>
            <p:nvGrpSpPr>
              <p:cNvPr id="800" name="그룹 799">
                <a:extLst>
                  <a:ext uri="{FF2B5EF4-FFF2-40B4-BE49-F238E27FC236}">
                    <a16:creationId xmlns:a16="http://schemas.microsoft.com/office/drawing/2014/main" id="{335C77EC-A5D1-25AA-E550-48596E234253}"/>
                  </a:ext>
                </a:extLst>
              </p:cNvPr>
              <p:cNvGrpSpPr/>
              <p:nvPr/>
            </p:nvGrpSpPr>
            <p:grpSpPr>
              <a:xfrm>
                <a:off x="466615" y="2632371"/>
                <a:ext cx="613618" cy="1227639"/>
                <a:chOff x="435410" y="2555045"/>
                <a:chExt cx="613618" cy="1227639"/>
              </a:xfrm>
            </p:grpSpPr>
            <p:sp>
              <p:nvSpPr>
                <p:cNvPr id="802" name="직사각형 801">
                  <a:extLst>
                    <a:ext uri="{FF2B5EF4-FFF2-40B4-BE49-F238E27FC236}">
                      <a16:creationId xmlns:a16="http://schemas.microsoft.com/office/drawing/2014/main" id="{9C79153D-29AF-2789-4E5C-17CB421D1F1A}"/>
                    </a:ext>
                  </a:extLst>
                </p:cNvPr>
                <p:cNvSpPr/>
                <p:nvPr/>
              </p:nvSpPr>
              <p:spPr>
                <a:xfrm>
                  <a:off x="435410" y="2555045"/>
                  <a:ext cx="602668" cy="122763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  <p:sp>
              <p:nvSpPr>
                <p:cNvPr id="803" name="직사각형 802">
                  <a:extLst>
                    <a:ext uri="{FF2B5EF4-FFF2-40B4-BE49-F238E27FC236}">
                      <a16:creationId xmlns:a16="http://schemas.microsoft.com/office/drawing/2014/main" id="{7001D88D-3E66-7748-F10C-AB7969522263}"/>
                    </a:ext>
                  </a:extLst>
                </p:cNvPr>
                <p:cNvSpPr/>
                <p:nvPr/>
              </p:nvSpPr>
              <p:spPr>
                <a:xfrm>
                  <a:off x="478170" y="2864315"/>
                  <a:ext cx="484612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804" name="TextBox 803">
                  <a:extLst>
                    <a:ext uri="{FF2B5EF4-FFF2-40B4-BE49-F238E27FC236}">
                      <a16:creationId xmlns:a16="http://schemas.microsoft.com/office/drawing/2014/main" id="{427A2399-7130-0E61-3AFB-E8714981B24D}"/>
                    </a:ext>
                  </a:extLst>
                </p:cNvPr>
                <p:cNvSpPr txBox="1"/>
                <p:nvPr/>
              </p:nvSpPr>
              <p:spPr>
                <a:xfrm>
                  <a:off x="448458" y="2704729"/>
                  <a:ext cx="58221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PV   </a:t>
                  </a:r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5" name="직사각형 804">
                  <a:extLst>
                    <a:ext uri="{FF2B5EF4-FFF2-40B4-BE49-F238E27FC236}">
                      <a16:creationId xmlns:a16="http://schemas.microsoft.com/office/drawing/2014/main" id="{988744F9-1D47-D48F-74B5-509807B2CA64}"/>
                    </a:ext>
                  </a:extLst>
                </p:cNvPr>
                <p:cNvSpPr/>
                <p:nvPr/>
              </p:nvSpPr>
              <p:spPr>
                <a:xfrm>
                  <a:off x="478170" y="3182577"/>
                  <a:ext cx="484612" cy="169729"/>
                </a:xfrm>
                <a:prstGeom prst="rect">
                  <a:avLst/>
                </a:prstGeom>
                <a:solidFill>
                  <a:srgbClr val="FEDB43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  <p:sp>
              <p:nvSpPr>
                <p:cNvPr id="806" name="TextBox 805">
                  <a:extLst>
                    <a:ext uri="{FF2B5EF4-FFF2-40B4-BE49-F238E27FC236}">
                      <a16:creationId xmlns:a16="http://schemas.microsoft.com/office/drawing/2014/main" id="{92A26F8F-5458-B3C5-57D9-8F65C995EF87}"/>
                    </a:ext>
                  </a:extLst>
                </p:cNvPr>
                <p:cNvSpPr txBox="1"/>
                <p:nvPr/>
              </p:nvSpPr>
              <p:spPr>
                <a:xfrm>
                  <a:off x="471626" y="3017032"/>
                  <a:ext cx="57740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6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SV   [LPM]</a:t>
                  </a:r>
                  <a:endParaRPr lang="ko-KR" altLang="en-US" sz="6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7" name="직사각형 806">
                  <a:extLst>
                    <a:ext uri="{FF2B5EF4-FFF2-40B4-BE49-F238E27FC236}">
                      <a16:creationId xmlns:a16="http://schemas.microsoft.com/office/drawing/2014/main" id="{CA0104F8-432D-7EE2-8200-5309AF102078}"/>
                    </a:ext>
                  </a:extLst>
                </p:cNvPr>
                <p:cNvSpPr/>
                <p:nvPr/>
              </p:nvSpPr>
              <p:spPr>
                <a:xfrm>
                  <a:off x="501011" y="3523465"/>
                  <a:ext cx="472798" cy="18466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</p:grpSp>
          <p:sp>
            <p:nvSpPr>
              <p:cNvPr id="801" name="TextBox 800">
                <a:extLst>
                  <a:ext uri="{FF2B5EF4-FFF2-40B4-BE49-F238E27FC236}">
                    <a16:creationId xmlns:a16="http://schemas.microsoft.com/office/drawing/2014/main" id="{E71206AF-217D-7AC4-2198-F40E57C1119E}"/>
                  </a:ext>
                </a:extLst>
              </p:cNvPr>
              <p:cNvSpPr txBox="1"/>
              <p:nvPr/>
            </p:nvSpPr>
            <p:spPr>
              <a:xfrm>
                <a:off x="528850" y="2631037"/>
                <a:ext cx="4780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 err="1">
                    <a:latin typeface="+mj-lt"/>
                  </a:rPr>
                  <a:t>Ref.W</a:t>
                </a:r>
                <a:endParaRPr lang="ko-KR" altLang="en-US" sz="800" b="1" dirty="0">
                  <a:latin typeface="+mj-lt"/>
                </a:endParaRPr>
              </a:p>
            </p:txBody>
          </p:sp>
        </p:grpSp>
        <p:sp>
          <p:nvSpPr>
            <p:cNvPr id="799" name="TextBox 798">
              <a:extLst>
                <a:ext uri="{FF2B5EF4-FFF2-40B4-BE49-F238E27FC236}">
                  <a16:creationId xmlns:a16="http://schemas.microsoft.com/office/drawing/2014/main" id="{936D9042-E791-28AD-785E-E971B74FB3ED}"/>
                </a:ext>
              </a:extLst>
            </p:cNvPr>
            <p:cNvSpPr txBox="1"/>
            <p:nvPr/>
          </p:nvSpPr>
          <p:spPr>
            <a:xfrm>
              <a:off x="1461346" y="4128621"/>
              <a:ext cx="784879" cy="173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E4323958-C0DA-7503-40B0-60B4FDEB4623}"/>
              </a:ext>
            </a:extLst>
          </p:cNvPr>
          <p:cNvGrpSpPr/>
          <p:nvPr/>
        </p:nvGrpSpPr>
        <p:grpSpPr>
          <a:xfrm>
            <a:off x="7118330" y="4626331"/>
            <a:ext cx="2393050" cy="1377960"/>
            <a:chOff x="7460349" y="4773278"/>
            <a:chExt cx="2393050" cy="1377960"/>
          </a:xfrm>
        </p:grpSpPr>
        <p:grpSp>
          <p:nvGrpSpPr>
            <p:cNvPr id="611" name="그룹 610">
              <a:extLst>
                <a:ext uri="{FF2B5EF4-FFF2-40B4-BE49-F238E27FC236}">
                  <a16:creationId xmlns:a16="http://schemas.microsoft.com/office/drawing/2014/main" id="{21347705-1BA4-3B5F-4AE4-8C826DE170F6}"/>
                </a:ext>
              </a:extLst>
            </p:cNvPr>
            <p:cNvGrpSpPr/>
            <p:nvPr/>
          </p:nvGrpSpPr>
          <p:grpSpPr>
            <a:xfrm>
              <a:off x="7985562" y="4773278"/>
              <a:ext cx="1867837" cy="1377960"/>
              <a:chOff x="6621593" y="5360666"/>
              <a:chExt cx="1867837" cy="1377960"/>
            </a:xfrm>
          </p:grpSpPr>
          <p:sp>
            <p:nvSpPr>
              <p:cNvPr id="610" name="직사각형 609">
                <a:extLst>
                  <a:ext uri="{FF2B5EF4-FFF2-40B4-BE49-F238E27FC236}">
                    <a16:creationId xmlns:a16="http://schemas.microsoft.com/office/drawing/2014/main" id="{9CFC2588-3EEE-A40B-EB46-B3B87FFF2F0C}"/>
                  </a:ext>
                </a:extLst>
              </p:cNvPr>
              <p:cNvSpPr/>
              <p:nvPr/>
            </p:nvSpPr>
            <p:spPr>
              <a:xfrm>
                <a:off x="6646357" y="5360666"/>
                <a:ext cx="1749899" cy="13779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C4895DC2-775F-FFAE-FD1D-D4251B044CA4}"/>
                  </a:ext>
                </a:extLst>
              </p:cNvPr>
              <p:cNvSpPr txBox="1"/>
              <p:nvPr/>
            </p:nvSpPr>
            <p:spPr>
              <a:xfrm>
                <a:off x="6621593" y="5369513"/>
                <a:ext cx="9348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latin typeface="+mj-lt"/>
                    <a:cs typeface="Times New Roman" panose="02020603050405020304" pitchFamily="18" charset="0"/>
                  </a:rPr>
                  <a:t>DI.W Tank</a:t>
                </a:r>
                <a:endParaRPr lang="ko-KR" altLang="en-US" sz="12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0DC4939-8C7C-2232-0AA0-838E2D8BB094}"/>
                  </a:ext>
                </a:extLst>
              </p:cNvPr>
              <p:cNvSpPr/>
              <p:nvPr/>
            </p:nvSpPr>
            <p:spPr>
              <a:xfrm>
                <a:off x="7760965" y="5577718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7BBEFA82-F54B-7493-813B-623C190685F8}"/>
                  </a:ext>
                </a:extLst>
              </p:cNvPr>
              <p:cNvSpPr txBox="1"/>
              <p:nvPr/>
            </p:nvSpPr>
            <p:spPr>
              <a:xfrm>
                <a:off x="7495297" y="5390876"/>
                <a:ext cx="97174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DI.W Temp. [</a:t>
                </a:r>
                <a:r>
                  <a:rPr lang="ko-KR" altLang="en-US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8F90E377-148B-D5C5-A553-1664EAE7597D}"/>
                  </a:ext>
                </a:extLst>
              </p:cNvPr>
              <p:cNvSpPr/>
              <p:nvPr/>
            </p:nvSpPr>
            <p:spPr>
              <a:xfrm>
                <a:off x="7827032" y="6112613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C775585A-6ADF-21AF-320D-2EE5615FE0B5}"/>
                      </a:ext>
                    </a:extLst>
                  </p:cNvPr>
                  <p:cNvSpPr txBox="1"/>
                  <p:nvPr/>
                </p:nvSpPr>
                <p:spPr>
                  <a:xfrm>
                    <a:off x="7696284" y="5903544"/>
                    <a:ext cx="691728" cy="2024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PV [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ko-KR" altLang="en-US" sz="700" b="1" i="1" smtClean="0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700" b="1" i="1" smtClean="0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𝝁</m:t>
                            </m:r>
                            <m:r>
                              <m:rPr>
                                <m:sty m:val="p"/>
                              </m:rP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s</m:t>
                            </m:r>
                            <m: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cm</m:t>
                            </m:r>
                          </m:e>
                          <m:sup>
                            <m: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  <a:r>
                      <a:rPr lang="en-US" altLang="ko-KR" sz="7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7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3BCE5D7A-8C6D-D95C-08FD-C474883A20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6284" y="5903544"/>
                    <a:ext cx="691728" cy="20249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606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2AAAE1FC-20C6-568A-3104-75A361B877E0}"/>
                  </a:ext>
                </a:extLst>
              </p:cNvPr>
              <p:cNvSpPr/>
              <p:nvPr/>
            </p:nvSpPr>
            <p:spPr>
              <a:xfrm>
                <a:off x="7817203" y="6500610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0D801239-074D-A7E4-C03E-EB9B0156140E}"/>
                      </a:ext>
                    </a:extLst>
                  </p:cNvPr>
                  <p:cNvSpPr txBox="1"/>
                  <p:nvPr/>
                </p:nvSpPr>
                <p:spPr>
                  <a:xfrm>
                    <a:off x="7711998" y="6292150"/>
                    <a:ext cx="720583" cy="2024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b="1" dirty="0">
                        <a:latin typeface="+mj-lt"/>
                        <a:cs typeface="Times New Roman" panose="02020603050405020304" pitchFamily="18" charset="0"/>
                      </a:rPr>
                      <a:t>SV </a:t>
                    </a:r>
                    <a:r>
                      <a:rPr lang="en-US" altLang="ko-KR" sz="7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 [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ko-KR" altLang="en-US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𝝁</m:t>
                            </m:r>
                            <m:r>
                              <m:rPr>
                                <m:sty m:val="p"/>
                              </m:rP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s</m:t>
                            </m:r>
                            <m: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cm</m:t>
                            </m:r>
                          </m:e>
                          <m:sup>
                            <m:r>
                              <a:rPr lang="en-US" altLang="ko-KR" sz="700" b="1" i="1">
                                <a:latin typeface="Cambria Math" panose="02040503050406030204" pitchFamily="18" charset="0"/>
                                <a:ea typeface="굴림" panose="020B0600000101010101" pitchFamily="50" charset="-127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  <a:r>
                      <a:rPr lang="en-US" altLang="ko-KR" sz="7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7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C0D68833-8B25-CAA3-93DC-456FE3337A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11998" y="6292150"/>
                    <a:ext cx="720583" cy="20249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06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E9568798-C8B0-B32E-5464-98924C7C9DAF}"/>
                  </a:ext>
                </a:extLst>
              </p:cNvPr>
              <p:cNvSpPr txBox="1"/>
              <p:nvPr/>
            </p:nvSpPr>
            <p:spPr>
              <a:xfrm>
                <a:off x="7510215" y="5777832"/>
                <a:ext cx="97921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>
                    <a:latin typeface="+mj-lt"/>
                  </a:rPr>
                  <a:t>DI Conductivity</a:t>
                </a:r>
                <a:endParaRPr lang="ko-KR" altLang="en-US" sz="800" b="1" dirty="0">
                  <a:latin typeface="+mj-lt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C25CE3A2-8D80-629B-AEDC-0E1AE9F61967}"/>
                  </a:ext>
                </a:extLst>
              </p:cNvPr>
              <p:cNvSpPr txBox="1"/>
              <p:nvPr/>
            </p:nvSpPr>
            <p:spPr>
              <a:xfrm>
                <a:off x="6628691" y="5750070"/>
                <a:ext cx="654345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High T [</a:t>
                </a:r>
                <a:r>
                  <a:rPr lang="ko-KR" altLang="en-US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2178F429-A554-812C-CE89-22E29069DFEB}"/>
                  </a:ext>
                </a:extLst>
              </p:cNvPr>
              <p:cNvSpPr txBox="1"/>
              <p:nvPr/>
            </p:nvSpPr>
            <p:spPr>
              <a:xfrm>
                <a:off x="6622866" y="6342957"/>
                <a:ext cx="62549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Low T [℃]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3676A1C0-BF7F-33CA-1CA6-3E7D03C0ECCF}"/>
                  </a:ext>
                </a:extLst>
              </p:cNvPr>
              <p:cNvSpPr/>
              <p:nvPr/>
            </p:nvSpPr>
            <p:spPr>
              <a:xfrm>
                <a:off x="6722948" y="6504233"/>
                <a:ext cx="448875" cy="16004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613BF44E-FE96-E2E1-BF15-912164254C41}"/>
                  </a:ext>
                </a:extLst>
              </p:cNvPr>
              <p:cNvSpPr/>
              <p:nvPr/>
            </p:nvSpPr>
            <p:spPr>
              <a:xfrm>
                <a:off x="6717691" y="5937066"/>
                <a:ext cx="448875" cy="13965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63E8399-3F16-1D6D-C18F-89280B3C3CA0}"/>
                </a:ext>
              </a:extLst>
            </p:cNvPr>
            <p:cNvSpPr txBox="1"/>
            <p:nvPr/>
          </p:nvSpPr>
          <p:spPr>
            <a:xfrm>
              <a:off x="7460349" y="5545510"/>
              <a:ext cx="6254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>
                  <a:ea typeface="굴림" panose="020B0600000101010101" pitchFamily="50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1000" b="1" dirty="0">
                  <a:ea typeface="굴림" panose="020B0600000101010101" pitchFamily="50" charset="-127"/>
                  <a:cs typeface="Times New Roman" panose="02020603050405020304" pitchFamily="18" charset="0"/>
                </a:rPr>
                <a:t>COIL B</a:t>
              </a:r>
              <a:endParaRPr lang="ko-KR" altLang="en-US" sz="1000" b="1" dirty="0">
                <a:cs typeface="Times New Roman" panose="02020603050405020304" pitchFamily="18" charset="0"/>
              </a:endParaRPr>
            </a:p>
          </p:txBody>
        </p:sp>
        <p:cxnSp>
          <p:nvCxnSpPr>
            <p:cNvPr id="237" name="연결선: 꺾임 236">
              <a:extLst>
                <a:ext uri="{FF2B5EF4-FFF2-40B4-BE49-F238E27FC236}">
                  <a16:creationId xmlns:a16="http://schemas.microsoft.com/office/drawing/2014/main" id="{B68314C5-B39D-4BB8-2E0F-E59920926CC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762557" y="5267448"/>
              <a:ext cx="1132572" cy="631904"/>
            </a:xfrm>
            <a:prstGeom prst="bentConnector3">
              <a:avLst>
                <a:gd name="adj1" fmla="val 13638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52691FD2-4EE8-9BBA-3B37-580943E06345}"/>
              </a:ext>
            </a:extLst>
          </p:cNvPr>
          <p:cNvGrpSpPr/>
          <p:nvPr/>
        </p:nvGrpSpPr>
        <p:grpSpPr>
          <a:xfrm>
            <a:off x="4982406" y="4957255"/>
            <a:ext cx="980873" cy="1685068"/>
            <a:chOff x="3945418" y="5082895"/>
            <a:chExt cx="980873" cy="1685068"/>
          </a:xfrm>
        </p:grpSpPr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0BAC7E07-6DDF-DBB1-50EC-273A197C3DC3}"/>
                </a:ext>
              </a:extLst>
            </p:cNvPr>
            <p:cNvSpPr/>
            <p:nvPr/>
          </p:nvSpPr>
          <p:spPr>
            <a:xfrm>
              <a:off x="3975822" y="5082895"/>
              <a:ext cx="862734" cy="168506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22" name="그룹 521">
              <a:extLst>
                <a:ext uri="{FF2B5EF4-FFF2-40B4-BE49-F238E27FC236}">
                  <a16:creationId xmlns:a16="http://schemas.microsoft.com/office/drawing/2014/main" id="{DB5628DE-ACCE-EB84-C25C-7119A5903F3B}"/>
                </a:ext>
              </a:extLst>
            </p:cNvPr>
            <p:cNvGrpSpPr/>
            <p:nvPr/>
          </p:nvGrpSpPr>
          <p:grpSpPr>
            <a:xfrm>
              <a:off x="3945418" y="5101664"/>
              <a:ext cx="980873" cy="1595660"/>
              <a:chOff x="3264671" y="5340967"/>
              <a:chExt cx="980873" cy="1595660"/>
            </a:xfrm>
          </p:grpSpPr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5F12E8C2-1702-DB29-3228-47B1E01AF371}"/>
                  </a:ext>
                </a:extLst>
              </p:cNvPr>
              <p:cNvSpPr txBox="1"/>
              <p:nvPr/>
            </p:nvSpPr>
            <p:spPr>
              <a:xfrm>
                <a:off x="3289136" y="5340967"/>
                <a:ext cx="9564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latin typeface="+mj-lt"/>
                  </a:rPr>
                  <a:t>H.W Tank</a:t>
                </a:r>
                <a:endParaRPr lang="ko-KR" altLang="en-US" sz="1200" b="1" dirty="0">
                  <a:latin typeface="+mj-lt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B4495FD-578A-D817-73FD-FA15B5F0DD97}"/>
                  </a:ext>
                </a:extLst>
              </p:cNvPr>
              <p:cNvSpPr txBox="1"/>
              <p:nvPr/>
            </p:nvSpPr>
            <p:spPr>
              <a:xfrm>
                <a:off x="3281822" y="5977563"/>
                <a:ext cx="654345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High T [</a:t>
                </a:r>
                <a:r>
                  <a:rPr lang="ko-KR" altLang="en-US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D9377836-1A77-B90D-FAFA-1C538345D822}"/>
                  </a:ext>
                </a:extLst>
              </p:cNvPr>
              <p:cNvSpPr txBox="1"/>
              <p:nvPr/>
            </p:nvSpPr>
            <p:spPr>
              <a:xfrm>
                <a:off x="3289957" y="6615306"/>
                <a:ext cx="62549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Low T [℃]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8EE60247-AC33-0996-AC9E-683988B308AC}"/>
                  </a:ext>
                </a:extLst>
              </p:cNvPr>
              <p:cNvSpPr/>
              <p:nvPr/>
            </p:nvSpPr>
            <p:spPr>
              <a:xfrm>
                <a:off x="3356909" y="6776583"/>
                <a:ext cx="448875" cy="16004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D29D7502-6C44-C94D-B8F3-5BCF17F1D88C}"/>
                  </a:ext>
                </a:extLst>
              </p:cNvPr>
              <p:cNvSpPr/>
              <p:nvPr/>
            </p:nvSpPr>
            <p:spPr>
              <a:xfrm>
                <a:off x="3349103" y="6164559"/>
                <a:ext cx="448875" cy="16004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74A052DC-F0AE-08DE-C6CC-6D0F7E253FA6}"/>
                  </a:ext>
                </a:extLst>
              </p:cNvPr>
              <p:cNvSpPr/>
              <p:nvPr/>
            </p:nvSpPr>
            <p:spPr>
              <a:xfrm>
                <a:off x="3455857" y="5742976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37E88FEE-0196-989B-C9B6-26A9A5AD62B7}"/>
                  </a:ext>
                </a:extLst>
              </p:cNvPr>
              <p:cNvSpPr txBox="1"/>
              <p:nvPr/>
            </p:nvSpPr>
            <p:spPr>
              <a:xfrm>
                <a:off x="3264671" y="5538401"/>
                <a:ext cx="94128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H.W Temp. [</a:t>
                </a:r>
                <a:r>
                  <a:rPr lang="ko-KR" altLang="en-US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55" name="연결선: 꺾임 254">
              <a:extLst>
                <a:ext uri="{FF2B5EF4-FFF2-40B4-BE49-F238E27FC236}">
                  <a16:creationId xmlns:a16="http://schemas.microsoft.com/office/drawing/2014/main" id="{707C5842-F624-FA26-1D9C-027B844397B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727914" y="5850845"/>
              <a:ext cx="1135791" cy="639977"/>
            </a:xfrm>
            <a:prstGeom prst="bentConnector3">
              <a:avLst>
                <a:gd name="adj1" fmla="val 12119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4" name="직선 연결선 333">
            <a:extLst>
              <a:ext uri="{FF2B5EF4-FFF2-40B4-BE49-F238E27FC236}">
                <a16:creationId xmlns:a16="http://schemas.microsoft.com/office/drawing/2014/main" id="{3E8FF249-0599-431C-D997-DA810E853D80}"/>
              </a:ext>
            </a:extLst>
          </p:cNvPr>
          <p:cNvCxnSpPr>
            <a:cxnSpLocks/>
          </p:cNvCxnSpPr>
          <p:nvPr/>
        </p:nvCxnSpPr>
        <p:spPr>
          <a:xfrm>
            <a:off x="4567073" y="6016698"/>
            <a:ext cx="408672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43DF9ABC-CC54-F8A2-019B-164926C274ED}"/>
              </a:ext>
            </a:extLst>
          </p:cNvPr>
          <p:cNvSpPr txBox="1"/>
          <p:nvPr/>
        </p:nvSpPr>
        <p:spPr>
          <a:xfrm>
            <a:off x="3402926" y="6145233"/>
            <a:ext cx="5052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>
                <a:latin typeface="+mj-lt"/>
              </a:rPr>
              <a:t>City.W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344" name="연결선: 꺾임 343">
            <a:extLst>
              <a:ext uri="{FF2B5EF4-FFF2-40B4-BE49-F238E27FC236}">
                <a16:creationId xmlns:a16="http://schemas.microsoft.com/office/drawing/2014/main" id="{DE7AB53C-8AE9-16EB-EE07-3D87E8913F4C}"/>
              </a:ext>
            </a:extLst>
          </p:cNvPr>
          <p:cNvCxnSpPr>
            <a:cxnSpLocks/>
          </p:cNvCxnSpPr>
          <p:nvPr/>
        </p:nvCxnSpPr>
        <p:spPr>
          <a:xfrm flipV="1">
            <a:off x="4050215" y="5428627"/>
            <a:ext cx="956655" cy="820814"/>
          </a:xfrm>
          <a:prstGeom prst="bentConnector3">
            <a:avLst>
              <a:gd name="adj1" fmla="val 4033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373D26FC-F273-8468-C958-7835AF42B881}"/>
              </a:ext>
            </a:extLst>
          </p:cNvPr>
          <p:cNvSpPr/>
          <p:nvPr/>
        </p:nvSpPr>
        <p:spPr>
          <a:xfrm>
            <a:off x="9047269" y="6127467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FC249364-FAE0-CA46-A16C-E6E229F0B5C9}"/>
              </a:ext>
            </a:extLst>
          </p:cNvPr>
          <p:cNvSpPr txBox="1"/>
          <p:nvPr/>
        </p:nvSpPr>
        <p:spPr>
          <a:xfrm>
            <a:off x="8969271" y="6504708"/>
            <a:ext cx="449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Drain</a:t>
            </a:r>
            <a:endParaRPr lang="ko-KR" altLang="en-US" sz="800" b="1" dirty="0">
              <a:latin typeface="+mj-lt"/>
            </a:endParaRPr>
          </a:p>
        </p:txBody>
      </p:sp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531A1260-2818-FF1E-A2A6-BA1191D980AB}"/>
              </a:ext>
            </a:extLst>
          </p:cNvPr>
          <p:cNvGrpSpPr/>
          <p:nvPr/>
        </p:nvGrpSpPr>
        <p:grpSpPr>
          <a:xfrm>
            <a:off x="5587352" y="2901538"/>
            <a:ext cx="728603" cy="671974"/>
            <a:chOff x="3920333" y="4398323"/>
            <a:chExt cx="728603" cy="671974"/>
          </a:xfrm>
        </p:grpSpPr>
        <p:sp>
          <p:nvSpPr>
            <p:cNvPr id="354" name="직사각형 353">
              <a:extLst>
                <a:ext uri="{FF2B5EF4-FFF2-40B4-BE49-F238E27FC236}">
                  <a16:creationId xmlns:a16="http://schemas.microsoft.com/office/drawing/2014/main" id="{BAF9C23F-2967-E5BD-5937-EB920C11E80C}"/>
                </a:ext>
              </a:extLst>
            </p:cNvPr>
            <p:cNvSpPr/>
            <p:nvPr/>
          </p:nvSpPr>
          <p:spPr>
            <a:xfrm>
              <a:off x="3920333" y="4398323"/>
              <a:ext cx="693171" cy="671974"/>
            </a:xfrm>
            <a:prstGeom prst="rect">
              <a:avLst/>
            </a:prstGeom>
            <a:solidFill>
              <a:srgbClr val="FED2D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14ECE00A-4793-19F6-A097-D53CF0FC4A4E}"/>
                </a:ext>
              </a:extLst>
            </p:cNvPr>
            <p:cNvSpPr txBox="1"/>
            <p:nvPr/>
          </p:nvSpPr>
          <p:spPr>
            <a:xfrm>
              <a:off x="3926986" y="4598253"/>
              <a:ext cx="721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BHX_TC  [</a:t>
              </a:r>
              <a:r>
                <a:rPr lang="ko-KR" altLang="en-US" sz="700" b="1" dirty="0">
                  <a:latin typeface="+mj-lt"/>
                </a:rPr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56" name="직사각형 355">
              <a:extLst>
                <a:ext uri="{FF2B5EF4-FFF2-40B4-BE49-F238E27FC236}">
                  <a16:creationId xmlns:a16="http://schemas.microsoft.com/office/drawing/2014/main" id="{E6936FDB-1A82-7900-3DC8-642C9E3ECB61}"/>
                </a:ext>
              </a:extLst>
            </p:cNvPr>
            <p:cNvSpPr/>
            <p:nvPr/>
          </p:nvSpPr>
          <p:spPr>
            <a:xfrm>
              <a:off x="4031947" y="4774179"/>
              <a:ext cx="467794" cy="224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92AD60B0-A660-DF7A-27E4-E9D98FB5B2AB}"/>
                </a:ext>
              </a:extLst>
            </p:cNvPr>
            <p:cNvSpPr txBox="1"/>
            <p:nvPr/>
          </p:nvSpPr>
          <p:spPr>
            <a:xfrm>
              <a:off x="3968693" y="4424689"/>
              <a:ext cx="58862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RG HX</a:t>
              </a:r>
              <a:endParaRPr lang="ko-KR" altLang="en-US" sz="1000" b="1" dirty="0">
                <a:latin typeface="+mj-lt"/>
              </a:endParaRPr>
            </a:p>
          </p:txBody>
        </p:sp>
      </p:grpSp>
      <p:grpSp>
        <p:nvGrpSpPr>
          <p:cNvPr id="358" name="그룹 357">
            <a:extLst>
              <a:ext uri="{FF2B5EF4-FFF2-40B4-BE49-F238E27FC236}">
                <a16:creationId xmlns:a16="http://schemas.microsoft.com/office/drawing/2014/main" id="{EF6B76E9-FE85-4846-1083-5DC239022F8C}"/>
              </a:ext>
            </a:extLst>
          </p:cNvPr>
          <p:cNvGrpSpPr/>
          <p:nvPr/>
        </p:nvGrpSpPr>
        <p:grpSpPr>
          <a:xfrm>
            <a:off x="7571478" y="962104"/>
            <a:ext cx="1553844" cy="3402164"/>
            <a:chOff x="5153989" y="1763949"/>
            <a:chExt cx="1553844" cy="3402164"/>
          </a:xfrm>
        </p:grpSpPr>
        <p:sp>
          <p:nvSpPr>
            <p:cNvPr id="390" name="직사각형 389">
              <a:extLst>
                <a:ext uri="{FF2B5EF4-FFF2-40B4-BE49-F238E27FC236}">
                  <a16:creationId xmlns:a16="http://schemas.microsoft.com/office/drawing/2014/main" id="{C0892406-FDD2-42F6-4EA1-2DFE8000EAE4}"/>
                </a:ext>
              </a:extLst>
            </p:cNvPr>
            <p:cNvSpPr/>
            <p:nvPr/>
          </p:nvSpPr>
          <p:spPr>
            <a:xfrm>
              <a:off x="5243735" y="1781720"/>
              <a:ext cx="1398148" cy="338439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E95B1B3E-6CD7-597C-5A7E-E2EB9FD47E13}"/>
                </a:ext>
              </a:extLst>
            </p:cNvPr>
            <p:cNvSpPr txBox="1"/>
            <p:nvPr/>
          </p:nvSpPr>
          <p:spPr>
            <a:xfrm>
              <a:off x="5645050" y="1763949"/>
              <a:ext cx="7518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+mj-lt"/>
                </a:rPr>
                <a:t>Stack</a:t>
              </a:r>
              <a:endParaRPr lang="ko-KR" altLang="en-US" sz="1200" b="1" dirty="0">
                <a:latin typeface="+mj-lt"/>
              </a:endParaRP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4CC5DECD-01D5-6817-9637-4487BFF20A0F}"/>
                </a:ext>
              </a:extLst>
            </p:cNvPr>
            <p:cNvSpPr txBox="1"/>
            <p:nvPr/>
          </p:nvSpPr>
          <p:spPr>
            <a:xfrm>
              <a:off x="5250714" y="3843218"/>
              <a:ext cx="8327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ST1 </a:t>
              </a:r>
            </a:p>
            <a:p>
              <a:pPr algn="ctr"/>
              <a:r>
                <a: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Cool OUT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E7D3F7C8-F395-40E0-82EE-6C7CB213CA2D}"/>
                </a:ext>
              </a:extLst>
            </p:cNvPr>
            <p:cNvSpPr txBox="1"/>
            <p:nvPr/>
          </p:nvSpPr>
          <p:spPr>
            <a:xfrm>
              <a:off x="5180912" y="4543192"/>
              <a:ext cx="889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ST2 </a:t>
              </a:r>
            </a:p>
            <a:p>
              <a:pPr algn="ctr"/>
              <a:r>
                <a: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Cool OUT</a:t>
              </a:r>
            </a:p>
          </p:txBody>
        </p:sp>
        <p:sp>
          <p:nvSpPr>
            <p:cNvPr id="364" name="직사각형 363">
              <a:extLst>
                <a:ext uri="{FF2B5EF4-FFF2-40B4-BE49-F238E27FC236}">
                  <a16:creationId xmlns:a16="http://schemas.microsoft.com/office/drawing/2014/main" id="{DE44CFE7-C5EE-B46D-015E-50896A3A0B1F}"/>
                </a:ext>
              </a:extLst>
            </p:cNvPr>
            <p:cNvSpPr/>
            <p:nvPr/>
          </p:nvSpPr>
          <p:spPr>
            <a:xfrm>
              <a:off x="6015782" y="3767506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66" name="직선 연결선 365">
              <a:extLst>
                <a:ext uri="{FF2B5EF4-FFF2-40B4-BE49-F238E27FC236}">
                  <a16:creationId xmlns:a16="http://schemas.microsoft.com/office/drawing/2014/main" id="{493CE4C6-CDC0-2F0F-0C4E-561F2B176C90}"/>
                </a:ext>
              </a:extLst>
            </p:cNvPr>
            <p:cNvCxnSpPr>
              <a:cxnSpLocks/>
            </p:cNvCxnSpPr>
            <p:nvPr/>
          </p:nvCxnSpPr>
          <p:spPr>
            <a:xfrm>
              <a:off x="5257694" y="2817015"/>
              <a:ext cx="1389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직선 연결선 366">
              <a:extLst>
                <a:ext uri="{FF2B5EF4-FFF2-40B4-BE49-F238E27FC236}">
                  <a16:creationId xmlns:a16="http://schemas.microsoft.com/office/drawing/2014/main" id="{B1F7D7E1-9F14-D759-AD7E-30FD979AE5C9}"/>
                </a:ext>
              </a:extLst>
            </p:cNvPr>
            <p:cNvCxnSpPr>
              <a:cxnSpLocks/>
            </p:cNvCxnSpPr>
            <p:nvPr/>
          </p:nvCxnSpPr>
          <p:spPr>
            <a:xfrm>
              <a:off x="5250714" y="3640709"/>
              <a:ext cx="13961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직사각형 368">
              <a:extLst>
                <a:ext uri="{FF2B5EF4-FFF2-40B4-BE49-F238E27FC236}">
                  <a16:creationId xmlns:a16="http://schemas.microsoft.com/office/drawing/2014/main" id="{182341F5-256B-883E-A576-2219DBE7811B}"/>
                </a:ext>
              </a:extLst>
            </p:cNvPr>
            <p:cNvSpPr/>
            <p:nvPr/>
          </p:nvSpPr>
          <p:spPr>
            <a:xfrm>
              <a:off x="6015595" y="4140632"/>
              <a:ext cx="540668" cy="20067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78FB242C-E973-B712-B0B2-08A7148570AA}"/>
                </a:ext>
              </a:extLst>
            </p:cNvPr>
            <p:cNvSpPr txBox="1"/>
            <p:nvPr/>
          </p:nvSpPr>
          <p:spPr>
            <a:xfrm>
              <a:off x="5997352" y="3607367"/>
              <a:ext cx="57740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1B47A966-E447-2E89-3EE2-BC259BDC69A1}"/>
                </a:ext>
              </a:extLst>
            </p:cNvPr>
            <p:cNvSpPr txBox="1"/>
            <p:nvPr/>
          </p:nvSpPr>
          <p:spPr>
            <a:xfrm>
              <a:off x="5965825" y="3955685"/>
              <a:ext cx="57419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14A07611-06EE-63A7-55F6-4CAB4DA05098}"/>
                </a:ext>
              </a:extLst>
            </p:cNvPr>
            <p:cNvSpPr/>
            <p:nvPr/>
          </p:nvSpPr>
          <p:spPr>
            <a:xfrm>
              <a:off x="6025182" y="4530652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52BB8710-9DA9-37A1-E377-B7413A462545}"/>
                </a:ext>
              </a:extLst>
            </p:cNvPr>
            <p:cNvSpPr/>
            <p:nvPr/>
          </p:nvSpPr>
          <p:spPr>
            <a:xfrm>
              <a:off x="6038247" y="4903778"/>
              <a:ext cx="540668" cy="20067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D9B41895-E4C1-CC4A-4E9D-F3A8698C542E}"/>
                </a:ext>
              </a:extLst>
            </p:cNvPr>
            <p:cNvSpPr txBox="1"/>
            <p:nvPr/>
          </p:nvSpPr>
          <p:spPr>
            <a:xfrm>
              <a:off x="6006752" y="4370513"/>
              <a:ext cx="57740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1701943D-403C-467B-5F41-46E98DBC5B57}"/>
                </a:ext>
              </a:extLst>
            </p:cNvPr>
            <p:cNvSpPr txBox="1"/>
            <p:nvPr/>
          </p:nvSpPr>
          <p:spPr>
            <a:xfrm>
              <a:off x="6008355" y="4718831"/>
              <a:ext cx="57419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B1C530C9-7236-BF02-770A-10846328B41C}"/>
                </a:ext>
              </a:extLst>
            </p:cNvPr>
            <p:cNvGrpSpPr/>
            <p:nvPr/>
          </p:nvGrpSpPr>
          <p:grpSpPr>
            <a:xfrm>
              <a:off x="5218177" y="1985571"/>
              <a:ext cx="1489656" cy="833375"/>
              <a:chOff x="7359560" y="2381614"/>
              <a:chExt cx="1489656" cy="833375"/>
            </a:xfrm>
          </p:grpSpPr>
          <p:sp>
            <p:nvSpPr>
              <p:cNvPr id="387" name="TextBox 386">
                <a:extLst>
                  <a:ext uri="{FF2B5EF4-FFF2-40B4-BE49-F238E27FC236}">
                    <a16:creationId xmlns:a16="http://schemas.microsoft.com/office/drawing/2014/main" id="{63B51FA6-7B6B-DB21-9D75-4912DD11189D}"/>
                  </a:ext>
                </a:extLst>
              </p:cNvPr>
              <p:cNvSpPr txBox="1"/>
              <p:nvPr/>
            </p:nvSpPr>
            <p:spPr>
              <a:xfrm>
                <a:off x="7359560" y="2447471"/>
                <a:ext cx="7611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9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Cathode</a:t>
                </a:r>
              </a:p>
              <a:p>
                <a:pPr algn="ctr"/>
                <a:r>
                  <a:rPr lang="en-US" altLang="ko-KR" sz="9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IN</a:t>
                </a:r>
                <a:endParaRPr lang="ko-KR" altLang="en-US" sz="9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9D35E6AF-6104-A8BE-9585-1F2FCB0AD82C}"/>
                  </a:ext>
                </a:extLst>
              </p:cNvPr>
              <p:cNvSpPr txBox="1"/>
              <p:nvPr/>
            </p:nvSpPr>
            <p:spPr>
              <a:xfrm>
                <a:off x="7914448" y="2381614"/>
                <a:ext cx="93476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TC [</a:t>
                </a:r>
                <a:r>
                  <a:rPr lang="ko-KR" altLang="en-US" sz="700" b="1" dirty="0"/>
                  <a:t>℃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817CA16A-EE3F-32E3-68F1-54E32846128B}"/>
                  </a:ext>
                </a:extLst>
              </p:cNvPr>
              <p:cNvSpPr txBox="1"/>
              <p:nvPr/>
            </p:nvSpPr>
            <p:spPr>
              <a:xfrm>
                <a:off x="7407883" y="2845657"/>
                <a:ext cx="714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9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Cathode</a:t>
                </a:r>
              </a:p>
              <a:p>
                <a:pPr algn="ctr"/>
                <a:r>
                  <a:rPr lang="en-US" altLang="ko-KR" sz="9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OUT</a:t>
                </a:r>
                <a:endParaRPr lang="ko-KR" altLang="en-US" sz="9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F30D982E-9E9C-03CE-01DC-DF333306943D}"/>
                </a:ext>
              </a:extLst>
            </p:cNvPr>
            <p:cNvSpPr txBox="1"/>
            <p:nvPr/>
          </p:nvSpPr>
          <p:spPr>
            <a:xfrm>
              <a:off x="5763897" y="2353706"/>
              <a:ext cx="93476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TC[</a:t>
              </a:r>
              <a:r>
                <a:rPr lang="ko-KR" altLang="en-US" sz="700" b="1" dirty="0"/>
                <a:t>℃</a:t>
              </a:r>
              <a:r>
                <a:rPr lang="en-US" altLang="ko-KR" sz="700" b="1" dirty="0"/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B4859A81-0966-A5FF-376E-6395352C55B0}"/>
                </a:ext>
              </a:extLst>
            </p:cNvPr>
            <p:cNvSpPr/>
            <p:nvPr/>
          </p:nvSpPr>
          <p:spPr>
            <a:xfrm>
              <a:off x="5987383" y="2151762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79" name="직사각형 378">
              <a:extLst>
                <a:ext uri="{FF2B5EF4-FFF2-40B4-BE49-F238E27FC236}">
                  <a16:creationId xmlns:a16="http://schemas.microsoft.com/office/drawing/2014/main" id="{EDE404FC-761D-0805-45CB-93D2ACA5C6F7}"/>
                </a:ext>
              </a:extLst>
            </p:cNvPr>
            <p:cNvSpPr/>
            <p:nvPr/>
          </p:nvSpPr>
          <p:spPr>
            <a:xfrm>
              <a:off x="5984854" y="2513520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2AA3B58D-9F1B-C853-A2C4-80A74F5B75B1}"/>
                </a:ext>
              </a:extLst>
            </p:cNvPr>
            <p:cNvSpPr txBox="1"/>
            <p:nvPr/>
          </p:nvSpPr>
          <p:spPr>
            <a:xfrm>
              <a:off x="5248260" y="2902035"/>
              <a:ext cx="7755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Anode IN</a:t>
              </a:r>
              <a:endParaRPr lang="ko-KR" altLang="en-US" sz="9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B14F8545-3222-5D57-9757-1732061B6D7B}"/>
                </a:ext>
              </a:extLst>
            </p:cNvPr>
            <p:cNvSpPr txBox="1"/>
            <p:nvPr/>
          </p:nvSpPr>
          <p:spPr>
            <a:xfrm>
              <a:off x="5153989" y="3154941"/>
              <a:ext cx="93476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82" name="직사각형 381">
              <a:extLst>
                <a:ext uri="{FF2B5EF4-FFF2-40B4-BE49-F238E27FC236}">
                  <a16:creationId xmlns:a16="http://schemas.microsoft.com/office/drawing/2014/main" id="{54D2AF88-624F-D62E-CC69-4855F6CF3840}"/>
                </a:ext>
              </a:extLst>
            </p:cNvPr>
            <p:cNvSpPr/>
            <p:nvPr/>
          </p:nvSpPr>
          <p:spPr>
            <a:xfrm>
              <a:off x="5352746" y="3335195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3" name="직사각형 382">
              <a:extLst>
                <a:ext uri="{FF2B5EF4-FFF2-40B4-BE49-F238E27FC236}">
                  <a16:creationId xmlns:a16="http://schemas.microsoft.com/office/drawing/2014/main" id="{CDEC7C2F-BC03-FF6E-1B37-FC562ED62804}"/>
                </a:ext>
              </a:extLst>
            </p:cNvPr>
            <p:cNvSpPr/>
            <p:nvPr/>
          </p:nvSpPr>
          <p:spPr>
            <a:xfrm>
              <a:off x="5988480" y="2985704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4" name="직사각형 383">
              <a:extLst>
                <a:ext uri="{FF2B5EF4-FFF2-40B4-BE49-F238E27FC236}">
                  <a16:creationId xmlns:a16="http://schemas.microsoft.com/office/drawing/2014/main" id="{50375100-DA1E-AD08-7936-49297F925170}"/>
                </a:ext>
              </a:extLst>
            </p:cNvPr>
            <p:cNvSpPr/>
            <p:nvPr/>
          </p:nvSpPr>
          <p:spPr>
            <a:xfrm>
              <a:off x="5988293" y="3358830"/>
              <a:ext cx="540668" cy="20067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22897B49-9CFF-1F66-D9C5-F6B47AFDF1E8}"/>
                </a:ext>
              </a:extLst>
            </p:cNvPr>
            <p:cNvSpPr txBox="1"/>
            <p:nvPr/>
          </p:nvSpPr>
          <p:spPr>
            <a:xfrm>
              <a:off x="5970050" y="2825565"/>
              <a:ext cx="57740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B85E2984-731E-84A8-CCDF-D93D80C74880}"/>
                </a:ext>
              </a:extLst>
            </p:cNvPr>
            <p:cNvSpPr txBox="1"/>
            <p:nvPr/>
          </p:nvSpPr>
          <p:spPr>
            <a:xfrm>
              <a:off x="5938523" y="3173883"/>
              <a:ext cx="57419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440" name="TextBox 439">
            <a:extLst>
              <a:ext uri="{FF2B5EF4-FFF2-40B4-BE49-F238E27FC236}">
                <a16:creationId xmlns:a16="http://schemas.microsoft.com/office/drawing/2014/main" id="{395D4152-BA4C-CC53-A08F-9DF5AC78D0D4}"/>
              </a:ext>
            </a:extLst>
          </p:cNvPr>
          <p:cNvSpPr txBox="1"/>
          <p:nvPr/>
        </p:nvSpPr>
        <p:spPr>
          <a:xfrm>
            <a:off x="7165023" y="6437930"/>
            <a:ext cx="5084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RG HX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442" name="직선 화살표 연결선 441">
            <a:extLst>
              <a:ext uri="{FF2B5EF4-FFF2-40B4-BE49-F238E27FC236}">
                <a16:creationId xmlns:a16="http://schemas.microsoft.com/office/drawing/2014/main" id="{272B1D4B-F5E1-CA29-357F-6FA48CFD1043}"/>
              </a:ext>
            </a:extLst>
          </p:cNvPr>
          <p:cNvCxnSpPr>
            <a:cxnSpLocks/>
          </p:cNvCxnSpPr>
          <p:nvPr/>
        </p:nvCxnSpPr>
        <p:spPr>
          <a:xfrm flipV="1">
            <a:off x="5780976" y="3565179"/>
            <a:ext cx="0" cy="807655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TextBox 457">
            <a:extLst>
              <a:ext uri="{FF2B5EF4-FFF2-40B4-BE49-F238E27FC236}">
                <a16:creationId xmlns:a16="http://schemas.microsoft.com/office/drawing/2014/main" id="{F6D3CCC9-F6C5-94A0-5852-E9CD17B2B49C}"/>
              </a:ext>
            </a:extLst>
          </p:cNvPr>
          <p:cNvSpPr txBox="1"/>
          <p:nvPr/>
        </p:nvSpPr>
        <p:spPr>
          <a:xfrm>
            <a:off x="5901627" y="1167949"/>
            <a:ext cx="517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COIL B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D367CFAD-C227-1C0E-B164-6943A43D4206}"/>
              </a:ext>
            </a:extLst>
          </p:cNvPr>
          <p:cNvSpPr/>
          <p:nvPr/>
        </p:nvSpPr>
        <p:spPr>
          <a:xfrm>
            <a:off x="4182098" y="5313237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468" name="직선 화살표 연결선 467">
            <a:extLst>
              <a:ext uri="{FF2B5EF4-FFF2-40B4-BE49-F238E27FC236}">
                <a16:creationId xmlns:a16="http://schemas.microsoft.com/office/drawing/2014/main" id="{7A446365-85E9-DF7E-6681-451EF614DDE2}"/>
              </a:ext>
            </a:extLst>
          </p:cNvPr>
          <p:cNvCxnSpPr>
            <a:cxnSpLocks/>
          </p:cNvCxnSpPr>
          <p:nvPr/>
        </p:nvCxnSpPr>
        <p:spPr>
          <a:xfrm flipH="1">
            <a:off x="6895862" y="5639878"/>
            <a:ext cx="777851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직선 화살표 연결선 488">
            <a:extLst>
              <a:ext uri="{FF2B5EF4-FFF2-40B4-BE49-F238E27FC236}">
                <a16:creationId xmlns:a16="http://schemas.microsoft.com/office/drawing/2014/main" id="{F4F111E2-767B-00E3-5ACE-D1C99BA299E4}"/>
              </a:ext>
            </a:extLst>
          </p:cNvPr>
          <p:cNvCxnSpPr>
            <a:cxnSpLocks/>
          </p:cNvCxnSpPr>
          <p:nvPr/>
        </p:nvCxnSpPr>
        <p:spPr>
          <a:xfrm flipH="1">
            <a:off x="5878943" y="5114525"/>
            <a:ext cx="552588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0" name="그룹 469">
            <a:extLst>
              <a:ext uri="{FF2B5EF4-FFF2-40B4-BE49-F238E27FC236}">
                <a16:creationId xmlns:a16="http://schemas.microsoft.com/office/drawing/2014/main" id="{FFDD16A7-F4D5-A1A3-856B-67B1829965EB}"/>
              </a:ext>
            </a:extLst>
          </p:cNvPr>
          <p:cNvGrpSpPr/>
          <p:nvPr/>
        </p:nvGrpSpPr>
        <p:grpSpPr>
          <a:xfrm>
            <a:off x="6032143" y="5839085"/>
            <a:ext cx="925253" cy="526152"/>
            <a:chOff x="6094118" y="5813603"/>
            <a:chExt cx="925253" cy="526152"/>
          </a:xfrm>
        </p:grpSpPr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5077A86E-D716-8CA8-6180-CF126F414676}"/>
                </a:ext>
              </a:extLst>
            </p:cNvPr>
            <p:cNvSpPr/>
            <p:nvPr/>
          </p:nvSpPr>
          <p:spPr>
            <a:xfrm>
              <a:off x="6146505" y="5821116"/>
              <a:ext cx="805029" cy="518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FC699E-7DCF-506D-D670-6B01B31B40B3}"/>
                </a:ext>
              </a:extLst>
            </p:cNvPr>
            <p:cNvSpPr txBox="1"/>
            <p:nvPr/>
          </p:nvSpPr>
          <p:spPr>
            <a:xfrm>
              <a:off x="6094118" y="5813603"/>
              <a:ext cx="92525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Sys Cool Pump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47D578C0-6CA5-DAEE-CF7C-4C5730FF4B7D}"/>
                </a:ext>
              </a:extLst>
            </p:cNvPr>
            <p:cNvSpPr/>
            <p:nvPr/>
          </p:nvSpPr>
          <p:spPr>
            <a:xfrm>
              <a:off x="6306695" y="6125307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8CD62FB2-15C5-3D40-B829-0A937340A5D1}"/>
                </a:ext>
              </a:extLst>
            </p:cNvPr>
            <p:cNvSpPr txBox="1"/>
            <p:nvPr/>
          </p:nvSpPr>
          <p:spPr>
            <a:xfrm>
              <a:off x="6320555" y="5960794"/>
              <a:ext cx="46679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[V]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469" name="TextBox 468">
            <a:extLst>
              <a:ext uri="{FF2B5EF4-FFF2-40B4-BE49-F238E27FC236}">
                <a16:creationId xmlns:a16="http://schemas.microsoft.com/office/drawing/2014/main" id="{24FD921D-3747-E4EE-EAD6-C38F7A281266}"/>
              </a:ext>
            </a:extLst>
          </p:cNvPr>
          <p:cNvSpPr txBox="1"/>
          <p:nvPr/>
        </p:nvSpPr>
        <p:spPr>
          <a:xfrm>
            <a:off x="7120481" y="6142072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AOG HX</a:t>
            </a:r>
            <a:endParaRPr lang="ko-KR" altLang="en-US" sz="800" b="1" dirty="0">
              <a:latin typeface="+mj-lt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2E44A59-E65B-62F6-FC10-4AD3F84C545A}"/>
              </a:ext>
            </a:extLst>
          </p:cNvPr>
          <p:cNvGrpSpPr/>
          <p:nvPr/>
        </p:nvGrpSpPr>
        <p:grpSpPr>
          <a:xfrm>
            <a:off x="1113808" y="1323160"/>
            <a:ext cx="614300" cy="855549"/>
            <a:chOff x="541832" y="3260015"/>
            <a:chExt cx="614300" cy="855549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D112BCD2-8F7A-0230-D80F-1ABE86BF5027}"/>
                </a:ext>
              </a:extLst>
            </p:cNvPr>
            <p:cNvSpPr/>
            <p:nvPr/>
          </p:nvSpPr>
          <p:spPr>
            <a:xfrm>
              <a:off x="563992" y="3260015"/>
              <a:ext cx="592140" cy="8555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670CEC-9536-15D1-04B1-6EB82651BD02}"/>
                </a:ext>
              </a:extLst>
            </p:cNvPr>
            <p:cNvSpPr txBox="1"/>
            <p:nvPr/>
          </p:nvSpPr>
          <p:spPr>
            <a:xfrm>
              <a:off x="541832" y="3262364"/>
              <a:ext cx="59663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NG Inlet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C251029-A6C7-6DC4-0CA8-79DD5D231484}"/>
                </a:ext>
              </a:extLst>
            </p:cNvPr>
            <p:cNvSpPr/>
            <p:nvPr/>
          </p:nvSpPr>
          <p:spPr>
            <a:xfrm>
              <a:off x="606752" y="356428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CB6A3D8-710E-85AE-FC5D-6358106F41F7}"/>
                </a:ext>
              </a:extLst>
            </p:cNvPr>
            <p:cNvSpPr txBox="1"/>
            <p:nvPr/>
          </p:nvSpPr>
          <p:spPr>
            <a:xfrm>
              <a:off x="608296" y="3404695"/>
              <a:ext cx="51969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452A2FA-BA82-DF88-43EA-67515A4E6F70}"/>
                </a:ext>
              </a:extLst>
            </p:cNvPr>
            <p:cNvSpPr/>
            <p:nvPr/>
          </p:nvSpPr>
          <p:spPr>
            <a:xfrm>
              <a:off x="606752" y="3878659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16F85A0-0F29-F418-C92F-F94D9F8DF630}"/>
                </a:ext>
              </a:extLst>
            </p:cNvPr>
            <p:cNvSpPr txBox="1"/>
            <p:nvPr/>
          </p:nvSpPr>
          <p:spPr>
            <a:xfrm>
              <a:off x="639771" y="3719073"/>
              <a:ext cx="4619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86" name="연결선: 꺾임 485">
            <a:extLst>
              <a:ext uri="{FF2B5EF4-FFF2-40B4-BE49-F238E27FC236}">
                <a16:creationId xmlns:a16="http://schemas.microsoft.com/office/drawing/2014/main" id="{1079AFD2-2B78-455D-C329-398F8E5F1557}"/>
              </a:ext>
            </a:extLst>
          </p:cNvPr>
          <p:cNvCxnSpPr>
            <a:cxnSpLocks/>
          </p:cNvCxnSpPr>
          <p:nvPr/>
        </p:nvCxnSpPr>
        <p:spPr>
          <a:xfrm rot="5400000">
            <a:off x="1664846" y="1584153"/>
            <a:ext cx="1004848" cy="563163"/>
          </a:xfrm>
          <a:prstGeom prst="bentConnector3">
            <a:avLst>
              <a:gd name="adj1" fmla="val 68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5" name="그룹 504">
            <a:extLst>
              <a:ext uri="{FF2B5EF4-FFF2-40B4-BE49-F238E27FC236}">
                <a16:creationId xmlns:a16="http://schemas.microsoft.com/office/drawing/2014/main" id="{749FFD20-5EDF-B7FC-C014-650B7640A78A}"/>
              </a:ext>
            </a:extLst>
          </p:cNvPr>
          <p:cNvGrpSpPr/>
          <p:nvPr/>
        </p:nvGrpSpPr>
        <p:grpSpPr>
          <a:xfrm>
            <a:off x="2092921" y="954706"/>
            <a:ext cx="640195" cy="867252"/>
            <a:chOff x="1904459" y="926786"/>
            <a:chExt cx="640195" cy="867252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04898087-8B8C-20AD-9022-630D20AE0CEB}"/>
                </a:ext>
              </a:extLst>
            </p:cNvPr>
            <p:cNvSpPr/>
            <p:nvPr/>
          </p:nvSpPr>
          <p:spPr>
            <a:xfrm>
              <a:off x="1904459" y="958933"/>
              <a:ext cx="640195" cy="8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DEC41CF9-3389-43F5-581D-112AD1D5B475}"/>
                </a:ext>
              </a:extLst>
            </p:cNvPr>
            <p:cNvSpPr txBox="1"/>
            <p:nvPr/>
          </p:nvSpPr>
          <p:spPr>
            <a:xfrm>
              <a:off x="1982414" y="926786"/>
              <a:ext cx="5068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B - Air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AB9C62E1-5502-0A4C-E3EC-4B0945EFC0A4}"/>
                </a:ext>
              </a:extLst>
            </p:cNvPr>
            <p:cNvSpPr/>
            <p:nvPr/>
          </p:nvSpPr>
          <p:spPr>
            <a:xfrm>
              <a:off x="1967428" y="119895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E94E2E66-76E4-EC10-33A1-D3559D3BFD4C}"/>
                </a:ext>
              </a:extLst>
            </p:cNvPr>
            <p:cNvSpPr txBox="1"/>
            <p:nvPr/>
          </p:nvSpPr>
          <p:spPr>
            <a:xfrm>
              <a:off x="1924091" y="1039365"/>
              <a:ext cx="60946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6448B3BB-778E-00B4-0C43-82D57FD0A051}"/>
                </a:ext>
              </a:extLst>
            </p:cNvPr>
            <p:cNvSpPr/>
            <p:nvPr/>
          </p:nvSpPr>
          <p:spPr>
            <a:xfrm>
              <a:off x="1977262" y="1555660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C732DF7-B3C4-966F-ADC0-46230F0FEB7A}"/>
                </a:ext>
              </a:extLst>
            </p:cNvPr>
            <p:cNvSpPr txBox="1"/>
            <p:nvPr/>
          </p:nvSpPr>
          <p:spPr>
            <a:xfrm>
              <a:off x="1924091" y="1361836"/>
              <a:ext cx="6046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E077AFF-6B04-2CFD-BB44-EC5B5E78DF36}"/>
              </a:ext>
            </a:extLst>
          </p:cNvPr>
          <p:cNvSpPr txBox="1"/>
          <p:nvPr/>
        </p:nvSpPr>
        <p:spPr>
          <a:xfrm>
            <a:off x="4460633" y="1914675"/>
            <a:ext cx="5613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AOG IN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9FFAE6D-DCA1-71CD-58D7-F398F944C73D}"/>
              </a:ext>
            </a:extLst>
          </p:cNvPr>
          <p:cNvSpPr txBox="1"/>
          <p:nvPr/>
        </p:nvSpPr>
        <p:spPr>
          <a:xfrm>
            <a:off x="6738349" y="1939443"/>
            <a:ext cx="5341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St OUT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B3C590-EA08-2E53-8B7C-01E1B7A7E7CB}"/>
              </a:ext>
            </a:extLst>
          </p:cNvPr>
          <p:cNvSpPr txBox="1"/>
          <p:nvPr/>
        </p:nvSpPr>
        <p:spPr>
          <a:xfrm>
            <a:off x="6807945" y="2824814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St IN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599104-425C-2845-7329-1E2B70EE98C0}"/>
              </a:ext>
            </a:extLst>
          </p:cNvPr>
          <p:cNvSpPr txBox="1"/>
          <p:nvPr/>
        </p:nvSpPr>
        <p:spPr>
          <a:xfrm>
            <a:off x="6704822" y="2495332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BYBASS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586" name="직사각형 585">
            <a:extLst>
              <a:ext uri="{FF2B5EF4-FFF2-40B4-BE49-F238E27FC236}">
                <a16:creationId xmlns:a16="http://schemas.microsoft.com/office/drawing/2014/main" id="{3108ECB0-DF76-20DF-223E-50735AA25C8E}"/>
              </a:ext>
            </a:extLst>
          </p:cNvPr>
          <p:cNvSpPr/>
          <p:nvPr/>
        </p:nvSpPr>
        <p:spPr>
          <a:xfrm>
            <a:off x="6496979" y="2498882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CF5B586-7494-D6EA-91CE-F2E6922B8CAC}"/>
              </a:ext>
            </a:extLst>
          </p:cNvPr>
          <p:cNvGrpSpPr/>
          <p:nvPr/>
        </p:nvGrpSpPr>
        <p:grpSpPr>
          <a:xfrm>
            <a:off x="3933044" y="884810"/>
            <a:ext cx="640195" cy="867252"/>
            <a:chOff x="1904459" y="926786"/>
            <a:chExt cx="640195" cy="867252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CF9A844C-829A-9FCD-83BD-205415ABFDFD}"/>
                </a:ext>
              </a:extLst>
            </p:cNvPr>
            <p:cNvSpPr/>
            <p:nvPr/>
          </p:nvSpPr>
          <p:spPr>
            <a:xfrm>
              <a:off x="1904459" y="958933"/>
              <a:ext cx="640195" cy="8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36F0A4A7-E5E2-B6E4-03CF-84BBAD1FEABC}"/>
                </a:ext>
              </a:extLst>
            </p:cNvPr>
            <p:cNvSpPr txBox="1"/>
            <p:nvPr/>
          </p:nvSpPr>
          <p:spPr>
            <a:xfrm>
              <a:off x="1982414" y="926786"/>
              <a:ext cx="5068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P - Air</a:t>
              </a:r>
              <a:endParaRPr lang="ko-KR" altLang="en-US" sz="800" b="1" dirty="0">
                <a:latin typeface="+mj-lt"/>
              </a:endParaRPr>
            </a:p>
          </p:txBody>
        </p:sp>
        <p:sp>
          <p:nvSpPr>
            <p:cNvPr id="472" name="직사각형 471">
              <a:extLst>
                <a:ext uri="{FF2B5EF4-FFF2-40B4-BE49-F238E27FC236}">
                  <a16:creationId xmlns:a16="http://schemas.microsoft.com/office/drawing/2014/main" id="{56330CD9-C5DE-04EB-397D-4DAA92E77657}"/>
                </a:ext>
              </a:extLst>
            </p:cNvPr>
            <p:cNvSpPr/>
            <p:nvPr/>
          </p:nvSpPr>
          <p:spPr>
            <a:xfrm>
              <a:off x="1967428" y="119895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EABDE0AF-01E8-5006-B5A3-AA5AEBBF39A9}"/>
                </a:ext>
              </a:extLst>
            </p:cNvPr>
            <p:cNvSpPr txBox="1"/>
            <p:nvPr/>
          </p:nvSpPr>
          <p:spPr>
            <a:xfrm>
              <a:off x="1924091" y="1039365"/>
              <a:ext cx="60946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476" name="직사각형 475">
              <a:extLst>
                <a:ext uri="{FF2B5EF4-FFF2-40B4-BE49-F238E27FC236}">
                  <a16:creationId xmlns:a16="http://schemas.microsoft.com/office/drawing/2014/main" id="{EDFA8936-3A3C-2B93-8A76-ADD9A59008B8}"/>
                </a:ext>
              </a:extLst>
            </p:cNvPr>
            <p:cNvSpPr/>
            <p:nvPr/>
          </p:nvSpPr>
          <p:spPr>
            <a:xfrm>
              <a:off x="1977262" y="1555660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77" name="TextBox 476">
              <a:extLst>
                <a:ext uri="{FF2B5EF4-FFF2-40B4-BE49-F238E27FC236}">
                  <a16:creationId xmlns:a16="http://schemas.microsoft.com/office/drawing/2014/main" id="{87E05484-D774-F399-A7BC-216780A25866}"/>
                </a:ext>
              </a:extLst>
            </p:cNvPr>
            <p:cNvSpPr txBox="1"/>
            <p:nvPr/>
          </p:nvSpPr>
          <p:spPr>
            <a:xfrm>
              <a:off x="1924091" y="1361836"/>
              <a:ext cx="6046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5" name="그룹 514">
            <a:extLst>
              <a:ext uri="{FF2B5EF4-FFF2-40B4-BE49-F238E27FC236}">
                <a16:creationId xmlns:a16="http://schemas.microsoft.com/office/drawing/2014/main" id="{FB10E833-B942-F68B-8F6B-BEA1CB931280}"/>
              </a:ext>
            </a:extLst>
          </p:cNvPr>
          <p:cNvGrpSpPr/>
          <p:nvPr/>
        </p:nvGrpSpPr>
        <p:grpSpPr>
          <a:xfrm>
            <a:off x="6063109" y="4392669"/>
            <a:ext cx="946710" cy="979472"/>
            <a:chOff x="5882148" y="5092804"/>
            <a:chExt cx="946710" cy="979472"/>
          </a:xfrm>
        </p:grpSpPr>
        <p:sp>
          <p:nvSpPr>
            <p:cNvPr id="516" name="직사각형 515">
              <a:extLst>
                <a:ext uri="{FF2B5EF4-FFF2-40B4-BE49-F238E27FC236}">
                  <a16:creationId xmlns:a16="http://schemas.microsoft.com/office/drawing/2014/main" id="{4C8766DD-3D55-6A05-A555-26D468D1B95E}"/>
                </a:ext>
              </a:extLst>
            </p:cNvPr>
            <p:cNvSpPr/>
            <p:nvPr/>
          </p:nvSpPr>
          <p:spPr>
            <a:xfrm>
              <a:off x="6016889" y="5098854"/>
              <a:ext cx="698013" cy="97342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B0A051C8-64A2-7345-D8BA-600953D06F80}"/>
                </a:ext>
              </a:extLst>
            </p:cNvPr>
            <p:cNvSpPr txBox="1"/>
            <p:nvPr/>
          </p:nvSpPr>
          <p:spPr>
            <a:xfrm>
              <a:off x="6058667" y="5092804"/>
              <a:ext cx="6463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H.W</a:t>
              </a:r>
              <a:r>
                <a:rPr lang="ko-KR" altLang="en-US" sz="1000" b="1" dirty="0">
                  <a:latin typeface="+mj-lt"/>
                </a:rPr>
                <a:t> </a:t>
              </a:r>
              <a:r>
                <a:rPr lang="en-US" altLang="ko-KR" sz="1000" b="1" dirty="0">
                  <a:latin typeface="+mj-lt"/>
                </a:rPr>
                <a:t>Re</a:t>
              </a:r>
              <a:endParaRPr lang="ko-KR" altLang="en-US" sz="1000" b="1" dirty="0">
                <a:latin typeface="+mj-lt"/>
              </a:endParaRPr>
            </a:p>
          </p:txBody>
        </p:sp>
        <p:sp>
          <p:nvSpPr>
            <p:cNvPr id="521" name="직사각형 520">
              <a:extLst>
                <a:ext uri="{FF2B5EF4-FFF2-40B4-BE49-F238E27FC236}">
                  <a16:creationId xmlns:a16="http://schemas.microsoft.com/office/drawing/2014/main" id="{CCB6F69F-D28B-8027-29ED-0F32FA5276A7}"/>
                </a:ext>
              </a:extLst>
            </p:cNvPr>
            <p:cNvSpPr/>
            <p:nvPr/>
          </p:nvSpPr>
          <p:spPr>
            <a:xfrm>
              <a:off x="6102551" y="5439020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D78D7A78-C83C-CA59-12D7-27E9B1E57251}"/>
                </a:ext>
              </a:extLst>
            </p:cNvPr>
            <p:cNvSpPr txBox="1"/>
            <p:nvPr/>
          </p:nvSpPr>
          <p:spPr>
            <a:xfrm>
              <a:off x="5882148" y="5255402"/>
              <a:ext cx="93476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[</a:t>
              </a:r>
              <a:r>
                <a:rPr lang="ko-KR" altLang="en-US" sz="700" b="1" dirty="0"/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524" name="직사각형 523">
              <a:extLst>
                <a:ext uri="{FF2B5EF4-FFF2-40B4-BE49-F238E27FC236}">
                  <a16:creationId xmlns:a16="http://schemas.microsoft.com/office/drawing/2014/main" id="{8D7BB6BE-77F9-3584-F246-A5F555D7A12D}"/>
                </a:ext>
              </a:extLst>
            </p:cNvPr>
            <p:cNvSpPr/>
            <p:nvPr/>
          </p:nvSpPr>
          <p:spPr>
            <a:xfrm>
              <a:off x="6107513" y="5790598"/>
              <a:ext cx="539524" cy="207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id="{7CDEEE07-21BC-5CE5-D368-1D7B8C51C85E}"/>
                </a:ext>
              </a:extLst>
            </p:cNvPr>
            <p:cNvSpPr txBox="1"/>
            <p:nvPr/>
          </p:nvSpPr>
          <p:spPr>
            <a:xfrm>
              <a:off x="5894090" y="5606980"/>
              <a:ext cx="93476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FM [LPM]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29" name="직선 화살표 연결선 528">
            <a:extLst>
              <a:ext uri="{FF2B5EF4-FFF2-40B4-BE49-F238E27FC236}">
                <a16:creationId xmlns:a16="http://schemas.microsoft.com/office/drawing/2014/main" id="{4AFAE056-3B47-1D13-1131-5BCAC9F38D93}"/>
              </a:ext>
            </a:extLst>
          </p:cNvPr>
          <p:cNvCxnSpPr>
            <a:cxnSpLocks/>
          </p:cNvCxnSpPr>
          <p:nvPr/>
        </p:nvCxnSpPr>
        <p:spPr>
          <a:xfrm>
            <a:off x="5780976" y="1207519"/>
            <a:ext cx="0" cy="74981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6" name="그룹 555">
            <a:extLst>
              <a:ext uri="{FF2B5EF4-FFF2-40B4-BE49-F238E27FC236}">
                <a16:creationId xmlns:a16="http://schemas.microsoft.com/office/drawing/2014/main" id="{BFE31E15-D5DD-7F3F-EEC8-22932E786CBA}"/>
              </a:ext>
            </a:extLst>
          </p:cNvPr>
          <p:cNvGrpSpPr/>
          <p:nvPr/>
        </p:nvGrpSpPr>
        <p:grpSpPr>
          <a:xfrm>
            <a:off x="4932511" y="6016765"/>
            <a:ext cx="580264" cy="237973"/>
            <a:chOff x="10449763" y="4934841"/>
            <a:chExt cx="584346" cy="353330"/>
          </a:xfrm>
        </p:grpSpPr>
        <p:cxnSp>
          <p:nvCxnSpPr>
            <p:cNvPr id="550" name="연결선: 꺾임 549">
              <a:extLst>
                <a:ext uri="{FF2B5EF4-FFF2-40B4-BE49-F238E27FC236}">
                  <a16:creationId xmlns:a16="http://schemas.microsoft.com/office/drawing/2014/main" id="{C914FB67-97D6-6455-6B2F-816C3B8C0B5C}"/>
                </a:ext>
              </a:extLst>
            </p:cNvPr>
            <p:cNvCxnSpPr>
              <a:cxnSpLocks/>
            </p:cNvCxnSpPr>
            <p:nvPr/>
          </p:nvCxnSpPr>
          <p:spPr>
            <a:xfrm>
              <a:off x="10449764" y="4934841"/>
              <a:ext cx="238862" cy="113437"/>
            </a:xfrm>
            <a:prstGeom prst="bentConnector3">
              <a:avLst>
                <a:gd name="adj1" fmla="val 245104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연결선: 꺾임 550">
              <a:extLst>
                <a:ext uri="{FF2B5EF4-FFF2-40B4-BE49-F238E27FC236}">
                  <a16:creationId xmlns:a16="http://schemas.microsoft.com/office/drawing/2014/main" id="{F5C0107A-EA4D-30DA-0ABE-9AAAA1FA74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88625" y="5045677"/>
              <a:ext cx="335169" cy="139325"/>
            </a:xfrm>
            <a:prstGeom prst="bentConnector3">
              <a:avLst>
                <a:gd name="adj1" fmla="val 733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연결선: 꺾임 551">
              <a:extLst>
                <a:ext uri="{FF2B5EF4-FFF2-40B4-BE49-F238E27FC236}">
                  <a16:creationId xmlns:a16="http://schemas.microsoft.com/office/drawing/2014/main" id="{51567509-B097-DDF5-0FFD-285BFA697AA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0449763" y="5185001"/>
              <a:ext cx="584346" cy="103170"/>
            </a:xfrm>
            <a:prstGeom prst="bentConnector3">
              <a:avLst>
                <a:gd name="adj1" fmla="val 1018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5" name="그룹 574">
            <a:extLst>
              <a:ext uri="{FF2B5EF4-FFF2-40B4-BE49-F238E27FC236}">
                <a16:creationId xmlns:a16="http://schemas.microsoft.com/office/drawing/2014/main" id="{F8625F9C-337B-BC4C-4A65-632D446EBF33}"/>
              </a:ext>
            </a:extLst>
          </p:cNvPr>
          <p:cNvGrpSpPr/>
          <p:nvPr/>
        </p:nvGrpSpPr>
        <p:grpSpPr>
          <a:xfrm>
            <a:off x="7603686" y="5400289"/>
            <a:ext cx="580264" cy="237973"/>
            <a:chOff x="10449763" y="4934841"/>
            <a:chExt cx="584346" cy="353330"/>
          </a:xfrm>
        </p:grpSpPr>
        <p:cxnSp>
          <p:nvCxnSpPr>
            <p:cNvPr id="67" name="연결선: 꺾임 66">
              <a:extLst>
                <a:ext uri="{FF2B5EF4-FFF2-40B4-BE49-F238E27FC236}">
                  <a16:creationId xmlns:a16="http://schemas.microsoft.com/office/drawing/2014/main" id="{5C4B80A4-1C4C-5054-BB2A-11A7A816FBC0}"/>
                </a:ext>
              </a:extLst>
            </p:cNvPr>
            <p:cNvCxnSpPr>
              <a:cxnSpLocks/>
            </p:cNvCxnSpPr>
            <p:nvPr/>
          </p:nvCxnSpPr>
          <p:spPr>
            <a:xfrm>
              <a:off x="10449764" y="4934841"/>
              <a:ext cx="238862" cy="113437"/>
            </a:xfrm>
            <a:prstGeom prst="bentConnector3">
              <a:avLst>
                <a:gd name="adj1" fmla="val 245104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연결선: 꺾임 67">
              <a:extLst>
                <a:ext uri="{FF2B5EF4-FFF2-40B4-BE49-F238E27FC236}">
                  <a16:creationId xmlns:a16="http://schemas.microsoft.com/office/drawing/2014/main" id="{4A3D3032-1173-521E-4B76-21C219165A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88625" y="5045677"/>
              <a:ext cx="335169" cy="139325"/>
            </a:xfrm>
            <a:prstGeom prst="bentConnector3">
              <a:avLst>
                <a:gd name="adj1" fmla="val 733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연결선: 꺾임 68">
              <a:extLst>
                <a:ext uri="{FF2B5EF4-FFF2-40B4-BE49-F238E27FC236}">
                  <a16:creationId xmlns:a16="http://schemas.microsoft.com/office/drawing/2014/main" id="{A9B6B43B-708E-D471-83E0-C8C314FE2D5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0449763" y="5185001"/>
              <a:ext cx="584346" cy="103170"/>
            </a:xfrm>
            <a:prstGeom prst="bentConnector3">
              <a:avLst>
                <a:gd name="adj1" fmla="val 1018"/>
              </a:avLst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F660ACFC-9E7E-8074-1AE0-7A977E3E34DE}"/>
              </a:ext>
            </a:extLst>
          </p:cNvPr>
          <p:cNvSpPr txBox="1"/>
          <p:nvPr/>
        </p:nvSpPr>
        <p:spPr>
          <a:xfrm>
            <a:off x="4421642" y="6016698"/>
            <a:ext cx="64312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COIL A</a:t>
            </a:r>
            <a:endParaRPr lang="ko-KR" altLang="en-US" sz="10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ED3A424B-A60A-59B7-88C1-B52C20600B55}"/>
              </a:ext>
            </a:extLst>
          </p:cNvPr>
          <p:cNvSpPr/>
          <p:nvPr/>
        </p:nvSpPr>
        <p:spPr>
          <a:xfrm>
            <a:off x="4172808" y="6141005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C2A5F97-04EC-7AB1-632A-9290DE85A132}"/>
              </a:ext>
            </a:extLst>
          </p:cNvPr>
          <p:cNvSpPr txBox="1"/>
          <p:nvPr/>
        </p:nvSpPr>
        <p:spPr>
          <a:xfrm>
            <a:off x="4022617" y="5119201"/>
            <a:ext cx="6319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Water IN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6804B05-E201-87A4-25A1-BE2A46271DED}"/>
              </a:ext>
            </a:extLst>
          </p:cNvPr>
          <p:cNvSpPr txBox="1"/>
          <p:nvPr/>
        </p:nvSpPr>
        <p:spPr>
          <a:xfrm>
            <a:off x="3905009" y="6360604"/>
            <a:ext cx="8050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>
                <a:latin typeface="+mj-lt"/>
              </a:rPr>
              <a:t>HR.Water</a:t>
            </a:r>
            <a:r>
              <a:rPr lang="en-US" altLang="ko-KR" sz="800" b="1" dirty="0">
                <a:latin typeface="+mj-lt"/>
              </a:rPr>
              <a:t> IN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178" name="연결선: 꺾임 177">
            <a:extLst>
              <a:ext uri="{FF2B5EF4-FFF2-40B4-BE49-F238E27FC236}">
                <a16:creationId xmlns:a16="http://schemas.microsoft.com/office/drawing/2014/main" id="{2D39E718-6844-CD31-2AAB-50545DD7E5C0}"/>
              </a:ext>
            </a:extLst>
          </p:cNvPr>
          <p:cNvCxnSpPr>
            <a:cxnSpLocks/>
          </p:cNvCxnSpPr>
          <p:nvPr/>
        </p:nvCxnSpPr>
        <p:spPr>
          <a:xfrm rot="10800000">
            <a:off x="6895863" y="5214430"/>
            <a:ext cx="896515" cy="182594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5" name="그룹 584">
            <a:extLst>
              <a:ext uri="{FF2B5EF4-FFF2-40B4-BE49-F238E27FC236}">
                <a16:creationId xmlns:a16="http://schemas.microsoft.com/office/drawing/2014/main" id="{D44D4961-D720-7FCA-8048-D75C3DAF2BAD}"/>
              </a:ext>
            </a:extLst>
          </p:cNvPr>
          <p:cNvGrpSpPr/>
          <p:nvPr/>
        </p:nvGrpSpPr>
        <p:grpSpPr>
          <a:xfrm>
            <a:off x="10076871" y="812969"/>
            <a:ext cx="1125105" cy="598724"/>
            <a:chOff x="9793404" y="884505"/>
            <a:chExt cx="1125105" cy="598724"/>
          </a:xfrm>
        </p:grpSpPr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51081AB6-264B-002D-A3D6-6C036093D4FD}"/>
                </a:ext>
              </a:extLst>
            </p:cNvPr>
            <p:cNvSpPr txBox="1"/>
            <p:nvPr/>
          </p:nvSpPr>
          <p:spPr>
            <a:xfrm>
              <a:off x="9793404" y="884505"/>
              <a:ext cx="7136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Detector</a:t>
              </a:r>
              <a:endParaRPr lang="ko-KR" altLang="en-US" sz="1000" b="1" dirty="0">
                <a:latin typeface="+mj-lt"/>
              </a:endParaRPr>
            </a:p>
          </p:txBody>
        </p:sp>
        <p:grpSp>
          <p:nvGrpSpPr>
            <p:cNvPr id="589" name="그룹 588">
              <a:extLst>
                <a:ext uri="{FF2B5EF4-FFF2-40B4-BE49-F238E27FC236}">
                  <a16:creationId xmlns:a16="http://schemas.microsoft.com/office/drawing/2014/main" id="{9876BA24-FD69-FC7A-FDD1-5173C528AC62}"/>
                </a:ext>
              </a:extLst>
            </p:cNvPr>
            <p:cNvGrpSpPr/>
            <p:nvPr/>
          </p:nvGrpSpPr>
          <p:grpSpPr>
            <a:xfrm>
              <a:off x="9915932" y="1077286"/>
              <a:ext cx="1002577" cy="405943"/>
              <a:chOff x="10073900" y="820411"/>
              <a:chExt cx="1002577" cy="405943"/>
            </a:xfrm>
          </p:grpSpPr>
          <p:sp>
            <p:nvSpPr>
              <p:cNvPr id="591" name="TextBox 590">
                <a:extLst>
                  <a:ext uri="{FF2B5EF4-FFF2-40B4-BE49-F238E27FC236}">
                    <a16:creationId xmlns:a16="http://schemas.microsoft.com/office/drawing/2014/main" id="{07183CA3-D04A-B24B-5A98-24FFC51FAC32}"/>
                  </a:ext>
                </a:extLst>
              </p:cNvPr>
              <p:cNvSpPr txBox="1"/>
              <p:nvPr/>
            </p:nvSpPr>
            <p:spPr>
              <a:xfrm>
                <a:off x="10119012" y="820411"/>
                <a:ext cx="38824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cs typeface="Times New Roman" panose="02020603050405020304" pitchFamily="18" charset="0"/>
                  </a:rPr>
                  <a:t>CH4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592" name="그림 591">
                <a:extLst>
                  <a:ext uri="{FF2B5EF4-FFF2-40B4-BE49-F238E27FC236}">
                    <a16:creationId xmlns:a16="http://schemas.microsoft.com/office/drawing/2014/main" id="{3FED5DF2-FA15-1178-198F-5595AE120F07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10626449" y="1014756"/>
                <a:ext cx="450028" cy="211598"/>
              </a:xfrm>
              <a:prstGeom prst="rect">
                <a:avLst/>
              </a:prstGeom>
            </p:spPr>
          </p:pic>
          <p:pic>
            <p:nvPicPr>
              <p:cNvPr id="593" name="그림 592">
                <a:extLst>
                  <a:ext uri="{FF2B5EF4-FFF2-40B4-BE49-F238E27FC236}">
                    <a16:creationId xmlns:a16="http://schemas.microsoft.com/office/drawing/2014/main" id="{B39006D6-92DC-328F-8A1A-BB4E99B41B67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10073900" y="1014756"/>
                <a:ext cx="450028" cy="211598"/>
              </a:xfrm>
              <a:prstGeom prst="rect">
                <a:avLst/>
              </a:prstGeom>
            </p:spPr>
          </p:pic>
        </p:grpSp>
      </p:grpSp>
      <p:grpSp>
        <p:nvGrpSpPr>
          <p:cNvPr id="594" name="그룹 593">
            <a:extLst>
              <a:ext uri="{FF2B5EF4-FFF2-40B4-BE49-F238E27FC236}">
                <a16:creationId xmlns:a16="http://schemas.microsoft.com/office/drawing/2014/main" id="{7CD0ED06-D03F-921E-F9FE-44E5D362176D}"/>
              </a:ext>
            </a:extLst>
          </p:cNvPr>
          <p:cNvGrpSpPr/>
          <p:nvPr/>
        </p:nvGrpSpPr>
        <p:grpSpPr>
          <a:xfrm>
            <a:off x="9179895" y="828867"/>
            <a:ext cx="821797" cy="609169"/>
            <a:chOff x="8611849" y="881819"/>
            <a:chExt cx="821797" cy="609169"/>
          </a:xfrm>
        </p:grpSpPr>
        <p:sp>
          <p:nvSpPr>
            <p:cNvPr id="595" name="TextBox 594">
              <a:extLst>
                <a:ext uri="{FF2B5EF4-FFF2-40B4-BE49-F238E27FC236}">
                  <a16:creationId xmlns:a16="http://schemas.microsoft.com/office/drawing/2014/main" id="{D2DE065D-93F9-9780-3C55-6BFEFE26BD8D}"/>
                </a:ext>
              </a:extLst>
            </p:cNvPr>
            <p:cNvSpPr txBox="1"/>
            <p:nvPr/>
          </p:nvSpPr>
          <p:spPr>
            <a:xfrm>
              <a:off x="8611849" y="881819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N2</a:t>
              </a:r>
              <a:endParaRPr lang="ko-KR" altLang="en-US" sz="1000" b="1" dirty="0">
                <a:latin typeface="+mj-lt"/>
              </a:endParaRPr>
            </a:p>
          </p:txBody>
        </p:sp>
        <p:sp>
          <p:nvSpPr>
            <p:cNvPr id="596" name="직사각형 595">
              <a:extLst>
                <a:ext uri="{FF2B5EF4-FFF2-40B4-BE49-F238E27FC236}">
                  <a16:creationId xmlns:a16="http://schemas.microsoft.com/office/drawing/2014/main" id="{14915338-18F5-0C87-8A52-3CAD2A82314A}"/>
                </a:ext>
              </a:extLst>
            </p:cNvPr>
            <p:cNvSpPr/>
            <p:nvPr/>
          </p:nvSpPr>
          <p:spPr>
            <a:xfrm>
              <a:off x="8741154" y="1225890"/>
              <a:ext cx="276225" cy="26153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97" name="직사각형 596">
              <a:extLst>
                <a:ext uri="{FF2B5EF4-FFF2-40B4-BE49-F238E27FC236}">
                  <a16:creationId xmlns:a16="http://schemas.microsoft.com/office/drawing/2014/main" id="{294FEE98-2917-CD4F-FBA4-45093D095146}"/>
                </a:ext>
              </a:extLst>
            </p:cNvPr>
            <p:cNvSpPr/>
            <p:nvPr/>
          </p:nvSpPr>
          <p:spPr>
            <a:xfrm>
              <a:off x="9150003" y="1229453"/>
              <a:ext cx="276225" cy="26153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98" name="TextBox 597">
              <a:extLst>
                <a:ext uri="{FF2B5EF4-FFF2-40B4-BE49-F238E27FC236}">
                  <a16:creationId xmlns:a16="http://schemas.microsoft.com/office/drawing/2014/main" id="{AB3A0222-5266-E588-EF47-16A387AD402A}"/>
                </a:ext>
              </a:extLst>
            </p:cNvPr>
            <p:cNvSpPr txBox="1"/>
            <p:nvPr/>
          </p:nvSpPr>
          <p:spPr>
            <a:xfrm>
              <a:off x="8702893" y="1054935"/>
              <a:ext cx="3465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Ref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04518527-27D4-5FDA-39C1-C065C96CD399}"/>
                </a:ext>
              </a:extLst>
            </p:cNvPr>
            <p:cNvSpPr txBox="1"/>
            <p:nvPr/>
          </p:nvSpPr>
          <p:spPr>
            <a:xfrm>
              <a:off x="9131960" y="1054935"/>
              <a:ext cx="3016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ST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14" name="직사각형 613">
            <a:extLst>
              <a:ext uri="{FF2B5EF4-FFF2-40B4-BE49-F238E27FC236}">
                <a16:creationId xmlns:a16="http://schemas.microsoft.com/office/drawing/2014/main" id="{D0CD8EF2-21E3-B4D3-98CE-691DB0EC014D}"/>
              </a:ext>
            </a:extLst>
          </p:cNvPr>
          <p:cNvSpPr/>
          <p:nvPr/>
        </p:nvSpPr>
        <p:spPr>
          <a:xfrm>
            <a:off x="11377193" y="1233776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REF.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5" name="직사각형 614">
            <a:extLst>
              <a:ext uri="{FF2B5EF4-FFF2-40B4-BE49-F238E27FC236}">
                <a16:creationId xmlns:a16="http://schemas.microsoft.com/office/drawing/2014/main" id="{40CBEBF7-4805-F4F7-FFD6-B5326015441C}"/>
              </a:ext>
            </a:extLst>
          </p:cNvPr>
          <p:cNvSpPr/>
          <p:nvPr/>
        </p:nvSpPr>
        <p:spPr>
          <a:xfrm>
            <a:off x="11377193" y="1600344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Stack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6" name="직사각형 615">
            <a:extLst>
              <a:ext uri="{FF2B5EF4-FFF2-40B4-BE49-F238E27FC236}">
                <a16:creationId xmlns:a16="http://schemas.microsoft.com/office/drawing/2014/main" id="{9F64815E-802E-D4D6-191E-1469B5A1826B}"/>
              </a:ext>
            </a:extLst>
          </p:cNvPr>
          <p:cNvSpPr/>
          <p:nvPr/>
        </p:nvSpPr>
        <p:spPr>
          <a:xfrm>
            <a:off x="11377193" y="1966913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PID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7" name="직사각형 616">
            <a:extLst>
              <a:ext uri="{FF2B5EF4-FFF2-40B4-BE49-F238E27FC236}">
                <a16:creationId xmlns:a16="http://schemas.microsoft.com/office/drawing/2014/main" id="{5493F013-F158-1180-FAE2-CC5D294F2473}"/>
              </a:ext>
            </a:extLst>
          </p:cNvPr>
          <p:cNvSpPr/>
          <p:nvPr/>
        </p:nvSpPr>
        <p:spPr>
          <a:xfrm>
            <a:off x="11377193" y="2333481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HR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8" name="직사각형 617">
            <a:extLst>
              <a:ext uri="{FF2B5EF4-FFF2-40B4-BE49-F238E27FC236}">
                <a16:creationId xmlns:a16="http://schemas.microsoft.com/office/drawing/2014/main" id="{B94D3A08-3223-647D-8BB0-FC0A0830A044}"/>
              </a:ext>
            </a:extLst>
          </p:cNvPr>
          <p:cNvSpPr/>
          <p:nvPr/>
        </p:nvSpPr>
        <p:spPr>
          <a:xfrm>
            <a:off x="11377193" y="2700049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CVM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9" name="직사각형 618">
            <a:extLst>
              <a:ext uri="{FF2B5EF4-FFF2-40B4-BE49-F238E27FC236}">
                <a16:creationId xmlns:a16="http://schemas.microsoft.com/office/drawing/2014/main" id="{403B2660-227C-E701-2B24-D7E1F0BCCBFF}"/>
              </a:ext>
            </a:extLst>
          </p:cNvPr>
          <p:cNvSpPr/>
          <p:nvPr/>
        </p:nvSpPr>
        <p:spPr>
          <a:xfrm>
            <a:off x="11377193" y="306661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INV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20" name="직사각형 619">
            <a:extLst>
              <a:ext uri="{FF2B5EF4-FFF2-40B4-BE49-F238E27FC236}">
                <a16:creationId xmlns:a16="http://schemas.microsoft.com/office/drawing/2014/main" id="{8146E546-7B2A-444A-2269-6511070D985C}"/>
              </a:ext>
            </a:extLst>
          </p:cNvPr>
          <p:cNvSpPr/>
          <p:nvPr/>
        </p:nvSpPr>
        <p:spPr>
          <a:xfrm>
            <a:off x="11377193" y="363969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AOG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21" name="직사각형 620">
            <a:extLst>
              <a:ext uri="{FF2B5EF4-FFF2-40B4-BE49-F238E27FC236}">
                <a16:creationId xmlns:a16="http://schemas.microsoft.com/office/drawing/2014/main" id="{953DB47E-9206-C584-DC5D-F364CDA2D22F}"/>
              </a:ext>
            </a:extLst>
          </p:cNvPr>
          <p:cNvSpPr/>
          <p:nvPr/>
        </p:nvSpPr>
        <p:spPr>
          <a:xfrm>
            <a:off x="11377193" y="4006265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부하 운전</a:t>
            </a:r>
          </a:p>
        </p:txBody>
      </p:sp>
      <p:sp>
        <p:nvSpPr>
          <p:cNvPr id="622" name="직사각형 621">
            <a:extLst>
              <a:ext uri="{FF2B5EF4-FFF2-40B4-BE49-F238E27FC236}">
                <a16:creationId xmlns:a16="http://schemas.microsoft.com/office/drawing/2014/main" id="{FFEC2F1B-D80A-4C6A-16F8-03F4918B49D0}"/>
              </a:ext>
            </a:extLst>
          </p:cNvPr>
          <p:cNvSpPr/>
          <p:nvPr/>
        </p:nvSpPr>
        <p:spPr>
          <a:xfrm>
            <a:off x="11377193" y="4372834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Parameter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638" name="그룹 637">
            <a:extLst>
              <a:ext uri="{FF2B5EF4-FFF2-40B4-BE49-F238E27FC236}">
                <a16:creationId xmlns:a16="http://schemas.microsoft.com/office/drawing/2014/main" id="{0C48F905-C318-2647-BE13-878F4546CC32}"/>
              </a:ext>
            </a:extLst>
          </p:cNvPr>
          <p:cNvGrpSpPr/>
          <p:nvPr/>
        </p:nvGrpSpPr>
        <p:grpSpPr>
          <a:xfrm>
            <a:off x="9649948" y="3688192"/>
            <a:ext cx="1432891" cy="1131905"/>
            <a:chOff x="9609742" y="3495873"/>
            <a:chExt cx="1432891" cy="1131905"/>
          </a:xfrm>
        </p:grpSpPr>
        <p:pic>
          <p:nvPicPr>
            <p:cNvPr id="639" name="그림 638">
              <a:extLst>
                <a:ext uri="{FF2B5EF4-FFF2-40B4-BE49-F238E27FC236}">
                  <a16:creationId xmlns:a16="http://schemas.microsoft.com/office/drawing/2014/main" id="{104146F3-8544-37DC-A003-AB8E078066EE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/>
            <a:srcRect l="38789" t="34972" r="56421" b="56197"/>
            <a:stretch/>
          </p:blipFill>
          <p:spPr>
            <a:xfrm>
              <a:off x="10433662" y="3857989"/>
              <a:ext cx="557178" cy="237975"/>
            </a:xfrm>
            <a:prstGeom prst="rect">
              <a:avLst/>
            </a:prstGeom>
          </p:spPr>
        </p:pic>
        <p:grpSp>
          <p:nvGrpSpPr>
            <p:cNvPr id="640" name="그룹 639">
              <a:extLst>
                <a:ext uri="{FF2B5EF4-FFF2-40B4-BE49-F238E27FC236}">
                  <a16:creationId xmlns:a16="http://schemas.microsoft.com/office/drawing/2014/main" id="{542B0BA2-8FFE-0DBE-5E11-2B3912E66E77}"/>
                </a:ext>
              </a:extLst>
            </p:cNvPr>
            <p:cNvGrpSpPr/>
            <p:nvPr/>
          </p:nvGrpSpPr>
          <p:grpSpPr>
            <a:xfrm>
              <a:off x="9609742" y="3495873"/>
              <a:ext cx="1432891" cy="1131905"/>
              <a:chOff x="9609742" y="3495873"/>
              <a:chExt cx="1432891" cy="1131905"/>
            </a:xfrm>
          </p:grpSpPr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5F6ECCF3-02E4-1D53-162D-B1EFA916331C}"/>
                  </a:ext>
                </a:extLst>
              </p:cNvPr>
              <p:cNvSpPr txBox="1"/>
              <p:nvPr/>
            </p:nvSpPr>
            <p:spPr>
              <a:xfrm>
                <a:off x="9722740" y="3851610"/>
                <a:ext cx="63991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9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비상정지</a:t>
                </a:r>
                <a:endPara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2" name="직사각형 641">
                <a:extLst>
                  <a:ext uri="{FF2B5EF4-FFF2-40B4-BE49-F238E27FC236}">
                    <a16:creationId xmlns:a16="http://schemas.microsoft.com/office/drawing/2014/main" id="{32DBDBD9-BA36-FD4A-CA64-3F607C07816C}"/>
                  </a:ext>
                </a:extLst>
              </p:cNvPr>
              <p:cNvSpPr/>
              <p:nvPr/>
            </p:nvSpPr>
            <p:spPr>
              <a:xfrm>
                <a:off x="9609742" y="3502417"/>
                <a:ext cx="642898" cy="256598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START</a:t>
                </a:r>
                <a:endParaRPr lang="ko-KR" altLang="en-US" sz="800" b="1" dirty="0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직사각형 642">
                <a:extLst>
                  <a:ext uri="{FF2B5EF4-FFF2-40B4-BE49-F238E27FC236}">
                    <a16:creationId xmlns:a16="http://schemas.microsoft.com/office/drawing/2014/main" id="{A2EAA422-0180-B1DD-E826-6EE6ECCE8CB7}"/>
                  </a:ext>
                </a:extLst>
              </p:cNvPr>
              <p:cNvSpPr/>
              <p:nvPr/>
            </p:nvSpPr>
            <p:spPr>
              <a:xfrm>
                <a:off x="10399735" y="3495873"/>
                <a:ext cx="642898" cy="256598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STOP</a:t>
                </a:r>
                <a:endParaRPr lang="ko-KR" altLang="en-US" sz="800" b="1" dirty="0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44" name="그림 643">
                <a:extLst>
                  <a:ext uri="{FF2B5EF4-FFF2-40B4-BE49-F238E27FC236}">
                    <a16:creationId xmlns:a16="http://schemas.microsoft.com/office/drawing/2014/main" id="{659AF5FB-A1E1-9B65-0E31-614B52CECC8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38789" t="34972" r="56421" b="56197"/>
              <a:stretch/>
            </p:blipFill>
            <p:spPr>
              <a:xfrm>
                <a:off x="10474754" y="4425377"/>
                <a:ext cx="450028" cy="168621"/>
              </a:xfrm>
              <a:prstGeom prst="rect">
                <a:avLst/>
              </a:prstGeom>
            </p:spPr>
          </p:pic>
          <p:sp>
            <p:nvSpPr>
              <p:cNvPr id="645" name="TextBox 644">
                <a:extLst>
                  <a:ext uri="{FF2B5EF4-FFF2-40B4-BE49-F238E27FC236}">
                    <a16:creationId xmlns:a16="http://schemas.microsoft.com/office/drawing/2014/main" id="{51AA72B4-440D-A10A-258D-71D5F831D1AC}"/>
                  </a:ext>
                </a:extLst>
              </p:cNvPr>
              <p:cNvSpPr txBox="1"/>
              <p:nvPr/>
            </p:nvSpPr>
            <p:spPr>
              <a:xfrm>
                <a:off x="9796182" y="4412334"/>
                <a:ext cx="7441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cs typeface="Times New Roman" panose="02020603050405020304" pitchFamily="18" charset="0"/>
                  </a:rPr>
                  <a:t>Auto Mode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6" name="직사각형 645">
                <a:extLst>
                  <a:ext uri="{FF2B5EF4-FFF2-40B4-BE49-F238E27FC236}">
                    <a16:creationId xmlns:a16="http://schemas.microsoft.com/office/drawing/2014/main" id="{D6ED00F8-89B2-E9AE-0940-0BF382968DB4}"/>
                  </a:ext>
                </a:extLst>
              </p:cNvPr>
              <p:cNvSpPr/>
              <p:nvPr/>
            </p:nvSpPr>
            <p:spPr>
              <a:xfrm>
                <a:off x="10475908" y="4206871"/>
                <a:ext cx="448874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47" name="TextBox 646">
                <a:extLst>
                  <a:ext uri="{FF2B5EF4-FFF2-40B4-BE49-F238E27FC236}">
                    <a16:creationId xmlns:a16="http://schemas.microsoft.com/office/drawing/2014/main" id="{F07AEB72-6435-1980-9772-5E300B474489}"/>
                  </a:ext>
                </a:extLst>
              </p:cNvPr>
              <p:cNvSpPr txBox="1"/>
              <p:nvPr/>
            </p:nvSpPr>
            <p:spPr>
              <a:xfrm>
                <a:off x="9807328" y="4190614"/>
                <a:ext cx="7104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Auto Code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48" name="직사각형 647">
            <a:extLst>
              <a:ext uri="{FF2B5EF4-FFF2-40B4-BE49-F238E27FC236}">
                <a16:creationId xmlns:a16="http://schemas.microsoft.com/office/drawing/2014/main" id="{AEE1A0CD-BD55-9448-1190-707B6AA8C3EE}"/>
              </a:ext>
            </a:extLst>
          </p:cNvPr>
          <p:cNvSpPr/>
          <p:nvPr/>
        </p:nvSpPr>
        <p:spPr>
          <a:xfrm>
            <a:off x="9987881" y="4879128"/>
            <a:ext cx="2120354" cy="1915354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649" name="직사각형 648">
            <a:extLst>
              <a:ext uri="{FF2B5EF4-FFF2-40B4-BE49-F238E27FC236}">
                <a16:creationId xmlns:a16="http://schemas.microsoft.com/office/drawing/2014/main" id="{7C29B9E9-0B65-D551-8F53-2AD1561C0D70}"/>
              </a:ext>
            </a:extLst>
          </p:cNvPr>
          <p:cNvSpPr/>
          <p:nvPr/>
        </p:nvSpPr>
        <p:spPr>
          <a:xfrm>
            <a:off x="11270043" y="977179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+mj-lt"/>
              </a:rPr>
              <a:t>Graph</a:t>
            </a:r>
            <a:endParaRPr lang="ko-KR" altLang="en-US" sz="9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50" name="직사각형 649">
            <a:extLst>
              <a:ext uri="{FF2B5EF4-FFF2-40B4-BE49-F238E27FC236}">
                <a16:creationId xmlns:a16="http://schemas.microsoft.com/office/drawing/2014/main" id="{881DE54F-F685-0EFB-40B5-C14E78C68AC9}"/>
              </a:ext>
            </a:extLst>
          </p:cNvPr>
          <p:cNvSpPr/>
          <p:nvPr/>
        </p:nvSpPr>
        <p:spPr>
          <a:xfrm>
            <a:off x="11270043" y="3383100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lt"/>
              </a:rPr>
              <a:t>변수 설정</a:t>
            </a:r>
          </a:p>
        </p:txBody>
      </p:sp>
      <p:grpSp>
        <p:nvGrpSpPr>
          <p:cNvPr id="661" name="그룹 660">
            <a:extLst>
              <a:ext uri="{FF2B5EF4-FFF2-40B4-BE49-F238E27FC236}">
                <a16:creationId xmlns:a16="http://schemas.microsoft.com/office/drawing/2014/main" id="{27D77275-2592-382F-0E45-6DC7E421917B}"/>
              </a:ext>
            </a:extLst>
          </p:cNvPr>
          <p:cNvGrpSpPr/>
          <p:nvPr/>
        </p:nvGrpSpPr>
        <p:grpSpPr>
          <a:xfrm>
            <a:off x="5896634" y="197093"/>
            <a:ext cx="1778677" cy="376758"/>
            <a:chOff x="8022536" y="225221"/>
            <a:chExt cx="1778677" cy="376758"/>
          </a:xfrm>
        </p:grpSpPr>
        <p:pic>
          <p:nvPicPr>
            <p:cNvPr id="662" name="그림 661">
              <a:extLst>
                <a:ext uri="{FF2B5EF4-FFF2-40B4-BE49-F238E27FC236}">
                  <a16:creationId xmlns:a16="http://schemas.microsoft.com/office/drawing/2014/main" id="{6AC60D48-0E8A-3DAE-8879-7210953137C9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/>
            <a:srcRect l="29075" t="34902" r="65924" b="55922"/>
            <a:stretch/>
          </p:blipFill>
          <p:spPr>
            <a:xfrm>
              <a:off x="8649917" y="433358"/>
              <a:ext cx="250016" cy="168621"/>
            </a:xfrm>
            <a:prstGeom prst="rect">
              <a:avLst/>
            </a:prstGeom>
          </p:spPr>
        </p:pic>
        <p:grpSp>
          <p:nvGrpSpPr>
            <p:cNvPr id="663" name="그룹 662">
              <a:extLst>
                <a:ext uri="{FF2B5EF4-FFF2-40B4-BE49-F238E27FC236}">
                  <a16:creationId xmlns:a16="http://schemas.microsoft.com/office/drawing/2014/main" id="{5E1C585F-DBDE-5D48-EC80-DFB42B6B4E2B}"/>
                </a:ext>
              </a:extLst>
            </p:cNvPr>
            <p:cNvGrpSpPr/>
            <p:nvPr/>
          </p:nvGrpSpPr>
          <p:grpSpPr>
            <a:xfrm>
              <a:off x="8022536" y="225221"/>
              <a:ext cx="1778677" cy="376758"/>
              <a:chOff x="8022536" y="225221"/>
              <a:chExt cx="1778677" cy="376758"/>
            </a:xfrm>
          </p:grpSpPr>
          <p:pic>
            <p:nvPicPr>
              <p:cNvPr id="664" name="그림 663">
                <a:extLst>
                  <a:ext uri="{FF2B5EF4-FFF2-40B4-BE49-F238E27FC236}">
                    <a16:creationId xmlns:a16="http://schemas.microsoft.com/office/drawing/2014/main" id="{85CFD3FA-7527-B1D7-9FA6-56FB12B2A140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8372993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665" name="TextBox 664">
                <a:extLst>
                  <a:ext uri="{FF2B5EF4-FFF2-40B4-BE49-F238E27FC236}">
                    <a16:creationId xmlns:a16="http://schemas.microsoft.com/office/drawing/2014/main" id="{2EC2F6EF-4313-84D9-52C2-65C92A767F72}"/>
                  </a:ext>
                </a:extLst>
              </p:cNvPr>
              <p:cNvSpPr txBox="1"/>
              <p:nvPr/>
            </p:nvSpPr>
            <p:spPr>
              <a:xfrm>
                <a:off x="8323915" y="241708"/>
                <a:ext cx="34817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INV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6" name="TextBox 665">
                <a:extLst>
                  <a:ext uri="{FF2B5EF4-FFF2-40B4-BE49-F238E27FC236}">
                    <a16:creationId xmlns:a16="http://schemas.microsoft.com/office/drawing/2014/main" id="{9622A4B1-60A5-6987-5228-4D5BA8CA4705}"/>
                  </a:ext>
                </a:extLst>
              </p:cNvPr>
              <p:cNvSpPr txBox="1"/>
              <p:nvPr/>
            </p:nvSpPr>
            <p:spPr>
              <a:xfrm>
                <a:off x="8554338" y="225221"/>
                <a:ext cx="44114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CVM1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67" name="그림 666">
                <a:extLst>
                  <a:ext uri="{FF2B5EF4-FFF2-40B4-BE49-F238E27FC236}">
                    <a16:creationId xmlns:a16="http://schemas.microsoft.com/office/drawing/2014/main" id="{016844C4-327E-FB57-BCB6-3F61B054DBF0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8926911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668" name="TextBox 667">
                <a:extLst>
                  <a:ext uri="{FF2B5EF4-FFF2-40B4-BE49-F238E27FC236}">
                    <a16:creationId xmlns:a16="http://schemas.microsoft.com/office/drawing/2014/main" id="{9E70C018-4EB0-FD8F-23BA-4F9013D08100}"/>
                  </a:ext>
                </a:extLst>
              </p:cNvPr>
              <p:cNvSpPr txBox="1"/>
              <p:nvPr/>
            </p:nvSpPr>
            <p:spPr>
              <a:xfrm>
                <a:off x="8849435" y="225221"/>
                <a:ext cx="44114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CVM2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69" name="그림 668">
                <a:extLst>
                  <a:ext uri="{FF2B5EF4-FFF2-40B4-BE49-F238E27FC236}">
                    <a16:creationId xmlns:a16="http://schemas.microsoft.com/office/drawing/2014/main" id="{3C4B1753-7712-6DFB-0EAB-8613B751C349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9201657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670" name="TextBox 669">
                <a:extLst>
                  <a:ext uri="{FF2B5EF4-FFF2-40B4-BE49-F238E27FC236}">
                    <a16:creationId xmlns:a16="http://schemas.microsoft.com/office/drawing/2014/main" id="{C3FBE47F-D67C-826C-33AF-CDCF40E7CB4F}"/>
                  </a:ext>
                </a:extLst>
              </p:cNvPr>
              <p:cNvSpPr txBox="1"/>
              <p:nvPr/>
            </p:nvSpPr>
            <p:spPr>
              <a:xfrm>
                <a:off x="9165877" y="241708"/>
                <a:ext cx="321576" cy="203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FM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71" name="그림 670">
                <a:extLst>
                  <a:ext uri="{FF2B5EF4-FFF2-40B4-BE49-F238E27FC236}">
                    <a16:creationId xmlns:a16="http://schemas.microsoft.com/office/drawing/2014/main" id="{B57F6553-E7C4-8552-2E67-94C5AB17AA6A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9511082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672" name="TextBox 671">
                <a:extLst>
                  <a:ext uri="{FF2B5EF4-FFF2-40B4-BE49-F238E27FC236}">
                    <a16:creationId xmlns:a16="http://schemas.microsoft.com/office/drawing/2014/main" id="{A8DD600E-13B9-E3E6-0422-0D01A0154C68}"/>
                  </a:ext>
                </a:extLst>
              </p:cNvPr>
              <p:cNvSpPr txBox="1"/>
              <p:nvPr/>
            </p:nvSpPr>
            <p:spPr>
              <a:xfrm>
                <a:off x="9445025" y="241708"/>
                <a:ext cx="356188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LCD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73" name="그림 672">
                <a:extLst>
                  <a:ext uri="{FF2B5EF4-FFF2-40B4-BE49-F238E27FC236}">
                    <a16:creationId xmlns:a16="http://schemas.microsoft.com/office/drawing/2014/main" id="{28D1B1EC-6E94-CDAA-0755-FF57FB535B42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3"/>
              <a:srcRect l="29075" t="34902" r="65924" b="55922"/>
              <a:stretch/>
            </p:blipFill>
            <p:spPr>
              <a:xfrm>
                <a:off x="8088060" y="428196"/>
                <a:ext cx="250016" cy="168621"/>
              </a:xfrm>
              <a:prstGeom prst="rect">
                <a:avLst/>
              </a:prstGeom>
            </p:spPr>
          </p:pic>
          <p:sp>
            <p:nvSpPr>
              <p:cNvPr id="674" name="TextBox 673">
                <a:extLst>
                  <a:ext uri="{FF2B5EF4-FFF2-40B4-BE49-F238E27FC236}">
                    <a16:creationId xmlns:a16="http://schemas.microsoft.com/office/drawing/2014/main" id="{CAB9C1CD-B58C-17D2-FD00-4E1ABDE49B8E}"/>
                  </a:ext>
                </a:extLst>
              </p:cNvPr>
              <p:cNvSpPr txBox="1"/>
              <p:nvPr/>
            </p:nvSpPr>
            <p:spPr>
              <a:xfrm>
                <a:off x="8022536" y="241708"/>
                <a:ext cx="36740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FAN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170BA578-E29E-2A02-D74E-2F25D5172AFF}"/>
              </a:ext>
            </a:extLst>
          </p:cNvPr>
          <p:cNvGrpSpPr/>
          <p:nvPr/>
        </p:nvGrpSpPr>
        <p:grpSpPr>
          <a:xfrm>
            <a:off x="7764415" y="187464"/>
            <a:ext cx="1673464" cy="449648"/>
            <a:chOff x="10205309" y="206789"/>
            <a:chExt cx="1673464" cy="449648"/>
          </a:xfrm>
        </p:grpSpPr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D2983968-D031-0F05-0946-891B892FE63F}"/>
                </a:ext>
              </a:extLst>
            </p:cNvPr>
            <p:cNvGrpSpPr/>
            <p:nvPr/>
          </p:nvGrpSpPr>
          <p:grpSpPr>
            <a:xfrm>
              <a:off x="11328650" y="206789"/>
              <a:ext cx="550123" cy="443976"/>
              <a:chOff x="3636569" y="697634"/>
              <a:chExt cx="550123" cy="443976"/>
            </a:xfrm>
          </p:grpSpPr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9E11CBE5-8DEF-1FAD-9858-A9A6B4B4D60D}"/>
                  </a:ext>
                </a:extLst>
              </p:cNvPr>
              <p:cNvSpPr txBox="1"/>
              <p:nvPr/>
            </p:nvSpPr>
            <p:spPr>
              <a:xfrm>
                <a:off x="3636569" y="697634"/>
                <a:ext cx="550123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en-US" altLang="ko-KR" sz="1100">
                    <a:latin typeface="+mj-lt"/>
                  </a:rPr>
                  <a:t>MC_SW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1DF68A49-C87C-F620-CD4E-438B146D1DEC}"/>
                  </a:ext>
                </a:extLst>
              </p:cNvPr>
              <p:cNvSpPr/>
              <p:nvPr/>
            </p:nvSpPr>
            <p:spPr>
              <a:xfrm>
                <a:off x="3792478" y="919041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3050515A-3B58-7E11-CF6D-98E2C9A67DE4}"/>
                </a:ext>
              </a:extLst>
            </p:cNvPr>
            <p:cNvGrpSpPr/>
            <p:nvPr/>
          </p:nvGrpSpPr>
          <p:grpSpPr>
            <a:xfrm>
              <a:off x="10656198" y="227596"/>
              <a:ext cx="802591" cy="424457"/>
              <a:chOff x="3870809" y="728184"/>
              <a:chExt cx="802591" cy="424457"/>
            </a:xfrm>
          </p:grpSpPr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698E8B90-CF63-1C5B-1DD0-9B7683CB377A}"/>
                  </a:ext>
                </a:extLst>
              </p:cNvPr>
              <p:cNvSpPr txBox="1"/>
              <p:nvPr/>
            </p:nvSpPr>
            <p:spPr>
              <a:xfrm>
                <a:off x="3870809" y="728184"/>
                <a:ext cx="802591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ko-KR" altLang="en-US" sz="1100">
                    <a:latin typeface="+mj-lt"/>
                  </a:rPr>
                  <a:t>저장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E2EBCB6B-CEBF-8B9A-5EA1-BD3C8F85EB2B}"/>
                  </a:ext>
                </a:extLst>
              </p:cNvPr>
              <p:cNvSpPr/>
              <p:nvPr/>
            </p:nvSpPr>
            <p:spPr>
              <a:xfrm>
                <a:off x="4150555" y="930072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7C849D4A-18A7-CB02-A49B-CE062553FAC7}"/>
                </a:ext>
              </a:extLst>
            </p:cNvPr>
            <p:cNvGrpSpPr/>
            <p:nvPr/>
          </p:nvGrpSpPr>
          <p:grpSpPr>
            <a:xfrm>
              <a:off x="10205309" y="216418"/>
              <a:ext cx="573691" cy="440019"/>
              <a:chOff x="3899714" y="717006"/>
              <a:chExt cx="573691" cy="440019"/>
            </a:xfrm>
          </p:grpSpPr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F55973C9-CE40-E352-66E6-8F382B4EFF44}"/>
                  </a:ext>
                </a:extLst>
              </p:cNvPr>
              <p:cNvSpPr txBox="1"/>
              <p:nvPr/>
            </p:nvSpPr>
            <p:spPr>
              <a:xfrm>
                <a:off x="3899714" y="717006"/>
                <a:ext cx="573691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ko-KR" altLang="en-US" sz="1100">
                    <a:latin typeface="+mj-lt"/>
                  </a:rPr>
                  <a:t>모니터링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DB3D28D0-B9D2-C864-697B-3DC9FDD3E9A7}"/>
                  </a:ext>
                </a:extLst>
              </p:cNvPr>
              <p:cNvSpPr/>
              <p:nvPr/>
            </p:nvSpPr>
            <p:spPr>
              <a:xfrm>
                <a:off x="4062270" y="934456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</p:grp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63473238-0C63-E878-B49E-BEFD3E5FB208}"/>
              </a:ext>
            </a:extLst>
          </p:cNvPr>
          <p:cNvSpPr/>
          <p:nvPr/>
        </p:nvSpPr>
        <p:spPr>
          <a:xfrm>
            <a:off x="10543144" y="187750"/>
            <a:ext cx="489447" cy="3120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On/Off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FB733CAA-9125-001F-6E31-1D8A28E527F3}"/>
              </a:ext>
            </a:extLst>
          </p:cNvPr>
          <p:cNvSpPr/>
          <p:nvPr/>
        </p:nvSpPr>
        <p:spPr>
          <a:xfrm>
            <a:off x="10466420" y="540875"/>
            <a:ext cx="642898" cy="1832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6D963841-2EE2-FF75-780E-5ABD0441715C}"/>
              </a:ext>
            </a:extLst>
          </p:cNvPr>
          <p:cNvSpPr/>
          <p:nvPr/>
        </p:nvSpPr>
        <p:spPr>
          <a:xfrm>
            <a:off x="10367659" y="-25192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lt"/>
              </a:rPr>
              <a:t>비상정지 테스트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E335D367-9977-C05E-5C5E-064011AE18DF}"/>
              </a:ext>
            </a:extLst>
          </p:cNvPr>
          <p:cNvSpPr/>
          <p:nvPr/>
        </p:nvSpPr>
        <p:spPr>
          <a:xfrm>
            <a:off x="9640843" y="199185"/>
            <a:ext cx="572914" cy="3006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Automatic</a:t>
            </a:r>
          </a:p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Code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095B9737-C694-C4EB-E1C0-8289FFEBDD50}"/>
              </a:ext>
            </a:extLst>
          </p:cNvPr>
          <p:cNvSpPr/>
          <p:nvPr/>
        </p:nvSpPr>
        <p:spPr>
          <a:xfrm>
            <a:off x="9598038" y="547519"/>
            <a:ext cx="642898" cy="1832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8F4D07D8-FF04-2C0E-E10A-79C035AA7E5A}"/>
              </a:ext>
            </a:extLst>
          </p:cNvPr>
          <p:cNvGrpSpPr/>
          <p:nvPr/>
        </p:nvGrpSpPr>
        <p:grpSpPr>
          <a:xfrm>
            <a:off x="5193845" y="176295"/>
            <a:ext cx="694422" cy="395953"/>
            <a:chOff x="7634739" y="195620"/>
            <a:chExt cx="694422" cy="395953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1C70AB8F-EBFD-64FE-7FD3-DD2CB3D71B25}"/>
                </a:ext>
              </a:extLst>
            </p:cNvPr>
            <p:cNvSpPr/>
            <p:nvPr/>
          </p:nvSpPr>
          <p:spPr>
            <a:xfrm>
              <a:off x="7757512" y="421844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E4EC712F-FB8C-7E8F-48E5-F9187380E30D}"/>
                </a:ext>
              </a:extLst>
            </p:cNvPr>
            <p:cNvSpPr txBox="1"/>
            <p:nvPr/>
          </p:nvSpPr>
          <p:spPr>
            <a:xfrm>
              <a:off x="7634739" y="195620"/>
              <a:ext cx="6944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cs typeface="Times New Roman" panose="02020603050405020304" pitchFamily="18" charset="0"/>
                </a:rPr>
                <a:t>Sys T </a:t>
              </a:r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</a:t>
              </a:r>
              <a:r>
                <a:rPr lang="ko-KR" altLang="en-US" sz="8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℃</a:t>
              </a:r>
              <a:r>
                <a:rPr lang="en-US" altLang="ko-KR" sz="8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CA905A2D-F960-B75F-ADC3-399F8C5FF582}"/>
              </a:ext>
            </a:extLst>
          </p:cNvPr>
          <p:cNvSpPr txBox="1"/>
          <p:nvPr/>
        </p:nvSpPr>
        <p:spPr>
          <a:xfrm>
            <a:off x="7767851" y="6430047"/>
            <a:ext cx="517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EG HX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B78C9D-AE2D-E615-FB48-FF5A7B842125}"/>
              </a:ext>
            </a:extLst>
          </p:cNvPr>
          <p:cNvSpPr txBox="1"/>
          <p:nvPr/>
        </p:nvSpPr>
        <p:spPr>
          <a:xfrm>
            <a:off x="1836513" y="6492964"/>
            <a:ext cx="43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+mj-lt"/>
              </a:rPr>
              <a:t>Vent</a:t>
            </a:r>
            <a:endParaRPr lang="ko-KR" altLang="en-US" sz="800" b="1" dirty="0">
              <a:latin typeface="+mj-lt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19FEB6D-C502-BB06-E4D1-DDD2F51EDC06}"/>
              </a:ext>
            </a:extLst>
          </p:cNvPr>
          <p:cNvGrpSpPr/>
          <p:nvPr/>
        </p:nvGrpSpPr>
        <p:grpSpPr>
          <a:xfrm>
            <a:off x="1689606" y="4857794"/>
            <a:ext cx="814402" cy="1158904"/>
            <a:chOff x="2381867" y="5216518"/>
            <a:chExt cx="814402" cy="1158904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B7A739CA-5112-0213-AA1E-FC4A40508527}"/>
                </a:ext>
              </a:extLst>
            </p:cNvPr>
            <p:cNvGrpSpPr/>
            <p:nvPr/>
          </p:nvGrpSpPr>
          <p:grpSpPr>
            <a:xfrm>
              <a:off x="2381867" y="5238298"/>
              <a:ext cx="814402" cy="1137124"/>
              <a:chOff x="4446869" y="1219517"/>
              <a:chExt cx="917821" cy="1137124"/>
            </a:xfrm>
          </p:grpSpPr>
          <p:cxnSp>
            <p:nvCxnSpPr>
              <p:cNvPr id="62" name="직선 화살표 연결선 61">
                <a:extLst>
                  <a:ext uri="{FF2B5EF4-FFF2-40B4-BE49-F238E27FC236}">
                    <a16:creationId xmlns:a16="http://schemas.microsoft.com/office/drawing/2014/main" id="{8134DA21-3651-B7F3-991A-08E0A5E480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495" y="2283051"/>
                <a:ext cx="290654" cy="0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ED69F15-9A49-FD13-A509-2AF9BB08E134}"/>
                  </a:ext>
                </a:extLst>
              </p:cNvPr>
              <p:cNvSpPr/>
              <p:nvPr/>
            </p:nvSpPr>
            <p:spPr>
              <a:xfrm>
                <a:off x="4476011" y="1219517"/>
                <a:ext cx="775835" cy="1137124"/>
              </a:xfrm>
              <a:prstGeom prst="rect">
                <a:avLst/>
              </a:prstGeom>
              <a:solidFill>
                <a:srgbClr val="FED2D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70A6ADFB-3FD5-CA07-10C8-CB6D86989673}"/>
                  </a:ext>
                </a:extLst>
              </p:cNvPr>
              <p:cNvSpPr txBox="1"/>
              <p:nvPr/>
            </p:nvSpPr>
            <p:spPr>
              <a:xfrm>
                <a:off x="4446869" y="1383444"/>
                <a:ext cx="917821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AHX_TC  [</a:t>
                </a:r>
                <a:r>
                  <a:rPr lang="ko-KR" altLang="en-US" sz="700" b="1" dirty="0">
                    <a:latin typeface="+mj-lt"/>
                  </a:rPr>
                  <a:t>℃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" name="직사각형 470">
                <a:extLst>
                  <a:ext uri="{FF2B5EF4-FFF2-40B4-BE49-F238E27FC236}">
                    <a16:creationId xmlns:a16="http://schemas.microsoft.com/office/drawing/2014/main" id="{644CFF27-F834-D5CA-A8D2-2C49D9322C60}"/>
                  </a:ext>
                </a:extLst>
              </p:cNvPr>
              <p:cNvSpPr/>
              <p:nvPr/>
            </p:nvSpPr>
            <p:spPr>
              <a:xfrm>
                <a:off x="4630492" y="1579537"/>
                <a:ext cx="467795" cy="2248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26020F82-A001-B030-9644-C4DFD5C0D2F1}"/>
                  </a:ext>
                </a:extLst>
              </p:cNvPr>
              <p:cNvSpPr txBox="1"/>
              <p:nvPr/>
            </p:nvSpPr>
            <p:spPr>
              <a:xfrm>
                <a:off x="4500428" y="1801953"/>
                <a:ext cx="721951" cy="237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PT  [kPa]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8" name="직사각형 477">
                <a:extLst>
                  <a:ext uri="{FF2B5EF4-FFF2-40B4-BE49-F238E27FC236}">
                    <a16:creationId xmlns:a16="http://schemas.microsoft.com/office/drawing/2014/main" id="{C9D1DE95-AE25-75D3-B1C7-385F2FC085A4}"/>
                  </a:ext>
                </a:extLst>
              </p:cNvPr>
              <p:cNvSpPr/>
              <p:nvPr/>
            </p:nvSpPr>
            <p:spPr>
              <a:xfrm>
                <a:off x="4636857" y="2002756"/>
                <a:ext cx="467793" cy="2248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3AD8D86-70A7-21CC-690F-19B21D4A04CD}"/>
                </a:ext>
              </a:extLst>
            </p:cNvPr>
            <p:cNvSpPr txBox="1"/>
            <p:nvPr/>
          </p:nvSpPr>
          <p:spPr>
            <a:xfrm>
              <a:off x="2483582" y="5216518"/>
              <a:ext cx="5741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+mj-lt"/>
                </a:rPr>
                <a:t>EG HX</a:t>
              </a:r>
              <a:endParaRPr lang="ko-KR" altLang="en-US" sz="1000" b="1" dirty="0">
                <a:latin typeface="+mj-lt"/>
              </a:endParaRPr>
            </a:p>
          </p:txBody>
        </p:sp>
      </p:grpSp>
      <p:cxnSp>
        <p:nvCxnSpPr>
          <p:cNvPr id="506" name="직선 화살표 연결선 505">
            <a:extLst>
              <a:ext uri="{FF2B5EF4-FFF2-40B4-BE49-F238E27FC236}">
                <a16:creationId xmlns:a16="http://schemas.microsoft.com/office/drawing/2014/main" id="{6D03FF66-CB9F-AC7F-6AB8-1E264548C375}"/>
              </a:ext>
            </a:extLst>
          </p:cNvPr>
          <p:cNvCxnSpPr>
            <a:cxnSpLocks/>
          </p:cNvCxnSpPr>
          <p:nvPr/>
        </p:nvCxnSpPr>
        <p:spPr>
          <a:xfrm>
            <a:off x="2393424" y="5754843"/>
            <a:ext cx="913744" cy="2521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직선 화살표 연결선 536">
            <a:extLst>
              <a:ext uri="{FF2B5EF4-FFF2-40B4-BE49-F238E27FC236}">
                <a16:creationId xmlns:a16="http://schemas.microsoft.com/office/drawing/2014/main" id="{1A0D41C4-81E8-D2B9-A0F6-4F92DE8F17E1}"/>
              </a:ext>
            </a:extLst>
          </p:cNvPr>
          <p:cNvCxnSpPr>
            <a:cxnSpLocks/>
          </p:cNvCxnSpPr>
          <p:nvPr/>
        </p:nvCxnSpPr>
        <p:spPr>
          <a:xfrm>
            <a:off x="5145516" y="3584165"/>
            <a:ext cx="0" cy="788669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8D93CFF-76AF-DC70-F488-53F2BCE9791C}"/>
              </a:ext>
            </a:extLst>
          </p:cNvPr>
          <p:cNvSpPr txBox="1"/>
          <p:nvPr/>
        </p:nvSpPr>
        <p:spPr>
          <a:xfrm>
            <a:off x="2968757" y="5077829"/>
            <a:ext cx="517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err="1">
                <a:latin typeface="+mj-lt"/>
              </a:rPr>
              <a:t>Prox</a:t>
            </a:r>
            <a:endParaRPr lang="ko-KR" altLang="en-US" sz="800" b="1" dirty="0">
              <a:latin typeface="+mj-lt"/>
            </a:endParaRP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CA56173A-AE54-5249-80B1-A9DAFFF2CE32}"/>
              </a:ext>
            </a:extLst>
          </p:cNvPr>
          <p:cNvCxnSpPr>
            <a:cxnSpLocks/>
            <a:endCxn id="520" idx="0"/>
          </p:cNvCxnSpPr>
          <p:nvPr/>
        </p:nvCxnSpPr>
        <p:spPr>
          <a:xfrm rot="16200000" flipH="1">
            <a:off x="5947886" y="3777761"/>
            <a:ext cx="822258" cy="407558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>
            <a:extLst>
              <a:ext uri="{FF2B5EF4-FFF2-40B4-BE49-F238E27FC236}">
                <a16:creationId xmlns:a16="http://schemas.microsoft.com/office/drawing/2014/main" id="{5574F76E-A134-5B23-9D34-5F3835A57862}"/>
              </a:ext>
            </a:extLst>
          </p:cNvPr>
          <p:cNvSpPr txBox="1"/>
          <p:nvPr/>
        </p:nvSpPr>
        <p:spPr>
          <a:xfrm>
            <a:off x="4294782" y="5700780"/>
            <a:ext cx="6912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 err="1">
                <a:latin typeface="+mj-lt"/>
              </a:rPr>
              <a:t>HR.Water</a:t>
            </a:r>
            <a:r>
              <a:rPr lang="en-US" altLang="ko-KR" sz="800" b="1" dirty="0">
                <a:latin typeface="+mj-lt"/>
              </a:rPr>
              <a:t> </a:t>
            </a:r>
          </a:p>
          <a:p>
            <a:pPr algn="ctr"/>
            <a:r>
              <a:rPr lang="en-US" altLang="ko-KR" sz="800" b="1" dirty="0">
                <a:latin typeface="+mj-lt"/>
              </a:rPr>
              <a:t>OUT</a:t>
            </a:r>
            <a:endParaRPr lang="ko-KR" altLang="en-US" sz="800" b="1" dirty="0">
              <a:latin typeface="+mj-lt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CBD93E1E-BC42-667E-C342-7F596E4A6118}"/>
              </a:ext>
            </a:extLst>
          </p:cNvPr>
          <p:cNvSpPr txBox="1"/>
          <p:nvPr/>
        </p:nvSpPr>
        <p:spPr>
          <a:xfrm>
            <a:off x="6135712" y="3716238"/>
            <a:ext cx="9957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 err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RG.Re</a:t>
            </a:r>
            <a:r>
              <a:rPr lang="en-US" altLang="ko-KR" sz="8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 Temp [℃]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42E42AC2-228D-BEFE-3FFE-9DBF0027165A}"/>
              </a:ext>
            </a:extLst>
          </p:cNvPr>
          <p:cNvSpPr/>
          <p:nvPr/>
        </p:nvSpPr>
        <p:spPr>
          <a:xfrm>
            <a:off x="6336317" y="3914117"/>
            <a:ext cx="448875" cy="1600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51064E-ADFE-7065-CD53-14DF4184ADB9}"/>
              </a:ext>
            </a:extLst>
          </p:cNvPr>
          <p:cNvSpPr txBox="1"/>
          <p:nvPr/>
        </p:nvSpPr>
        <p:spPr>
          <a:xfrm>
            <a:off x="289286" y="161427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PT109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F63858-9721-7AA4-E03A-3548FE587924}"/>
              </a:ext>
            </a:extLst>
          </p:cNvPr>
          <p:cNvSpPr txBox="1"/>
          <p:nvPr/>
        </p:nvSpPr>
        <p:spPr>
          <a:xfrm>
            <a:off x="1201177" y="1609267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PT105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1F59E1D-791F-9CDE-2B7F-AFB5DC9E26D0}"/>
              </a:ext>
            </a:extLst>
          </p:cNvPr>
          <p:cNvSpPr txBox="1"/>
          <p:nvPr/>
        </p:nvSpPr>
        <p:spPr>
          <a:xfrm>
            <a:off x="1190495" y="1932625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TC104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A0489830-F00B-5E45-E1AE-2758835D1831}"/>
              </a:ext>
            </a:extLst>
          </p:cNvPr>
          <p:cNvSpPr txBox="1"/>
          <p:nvPr/>
        </p:nvSpPr>
        <p:spPr>
          <a:xfrm>
            <a:off x="317313" y="1925934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P108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6856A9A0-D26F-0D80-98BB-B7789063A508}"/>
              </a:ext>
            </a:extLst>
          </p:cNvPr>
          <p:cNvSpPr txBox="1"/>
          <p:nvPr/>
        </p:nvSpPr>
        <p:spPr>
          <a:xfrm>
            <a:off x="500995" y="984308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SV102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BCEE4231-E6CA-E050-E975-ABC7C68800AE}"/>
              </a:ext>
            </a:extLst>
          </p:cNvPr>
          <p:cNvSpPr txBox="1"/>
          <p:nvPr/>
        </p:nvSpPr>
        <p:spPr>
          <a:xfrm>
            <a:off x="952922" y="981840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SV103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2A5BD1BD-AF20-5FA7-89F4-9DADC30A9A8F}"/>
              </a:ext>
            </a:extLst>
          </p:cNvPr>
          <p:cNvSpPr txBox="1"/>
          <p:nvPr/>
        </p:nvSpPr>
        <p:spPr>
          <a:xfrm>
            <a:off x="2105176" y="1218805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MFM222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3A42A748-7D9C-8247-23F4-A1213329A436}"/>
              </a:ext>
            </a:extLst>
          </p:cNvPr>
          <p:cNvSpPr txBox="1"/>
          <p:nvPr/>
        </p:nvSpPr>
        <p:spPr>
          <a:xfrm>
            <a:off x="2154947" y="1559613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AB221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DF8F32BE-CF46-394F-F0D0-A3B5C7E90E8D}"/>
              </a:ext>
            </a:extLst>
          </p:cNvPr>
          <p:cNvSpPr txBox="1"/>
          <p:nvPr/>
        </p:nvSpPr>
        <p:spPr>
          <a:xfrm>
            <a:off x="2904218" y="1681172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IGN175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9EEB0291-0A7F-B5A2-877B-860D9A4BF50B}"/>
              </a:ext>
            </a:extLst>
          </p:cNvPr>
          <p:cNvSpPr txBox="1"/>
          <p:nvPr/>
        </p:nvSpPr>
        <p:spPr>
          <a:xfrm>
            <a:off x="3339497" y="1595579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FD176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32D9CAC0-B616-AF3E-7A7A-0AEC6EF46E96}"/>
              </a:ext>
            </a:extLst>
          </p:cNvPr>
          <p:cNvSpPr txBox="1"/>
          <p:nvPr/>
        </p:nvSpPr>
        <p:spPr>
          <a:xfrm>
            <a:off x="1321508" y="2684093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MFC111(AI)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3972049C-E284-13A9-FDA0-464EBC6E4897}"/>
              </a:ext>
            </a:extLst>
          </p:cNvPr>
          <p:cNvSpPr txBox="1"/>
          <p:nvPr/>
        </p:nvSpPr>
        <p:spPr>
          <a:xfrm>
            <a:off x="1302696" y="3007443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MFC111(AO)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DF89F2F0-419F-CB6A-C7AB-56372C7457B4}"/>
              </a:ext>
            </a:extLst>
          </p:cNvPr>
          <p:cNvSpPr txBox="1"/>
          <p:nvPr/>
        </p:nvSpPr>
        <p:spPr>
          <a:xfrm>
            <a:off x="1454096" y="3403272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PT113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F852B1C6-AAE9-15BF-B802-0B7D5D79DA86}"/>
              </a:ext>
            </a:extLst>
          </p:cNvPr>
          <p:cNvSpPr txBox="1"/>
          <p:nvPr/>
        </p:nvSpPr>
        <p:spPr>
          <a:xfrm>
            <a:off x="489771" y="3069185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MFC121(AI)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D66974F7-0C02-4503-F483-0BB3666AA97B}"/>
              </a:ext>
            </a:extLst>
          </p:cNvPr>
          <p:cNvSpPr txBox="1"/>
          <p:nvPr/>
        </p:nvSpPr>
        <p:spPr>
          <a:xfrm>
            <a:off x="489771" y="3429000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MFC121(AO)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B7CE3632-006F-5461-58B6-D132A958AD5E}"/>
              </a:ext>
            </a:extLst>
          </p:cNvPr>
          <p:cNvSpPr txBox="1"/>
          <p:nvPr/>
        </p:nvSpPr>
        <p:spPr>
          <a:xfrm>
            <a:off x="601850" y="3793089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PT123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A4F59B41-0CE3-1E3C-1B83-6ADB7B7B89B6}"/>
              </a:ext>
            </a:extLst>
          </p:cNvPr>
          <p:cNvSpPr txBox="1"/>
          <p:nvPr/>
        </p:nvSpPr>
        <p:spPr>
          <a:xfrm>
            <a:off x="2143759" y="2680368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TC115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5FC3C8F4-4F71-AECA-CE9B-4B8B0E0CC3B2}"/>
              </a:ext>
            </a:extLst>
          </p:cNvPr>
          <p:cNvSpPr txBox="1"/>
          <p:nvPr/>
        </p:nvSpPr>
        <p:spPr>
          <a:xfrm>
            <a:off x="3416575" y="2594554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TC182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2F157AE4-565A-DE83-F872-6CB6ECAC68B9}"/>
              </a:ext>
            </a:extLst>
          </p:cNvPr>
          <p:cNvSpPr txBox="1"/>
          <p:nvPr/>
        </p:nvSpPr>
        <p:spPr>
          <a:xfrm>
            <a:off x="3420530" y="2848925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TC183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C8857142-61C7-3CB4-F09D-0C353DC64D58}"/>
              </a:ext>
            </a:extLst>
          </p:cNvPr>
          <p:cNvSpPr txBox="1"/>
          <p:nvPr/>
        </p:nvSpPr>
        <p:spPr>
          <a:xfrm>
            <a:off x="3419299" y="3132357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TC184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3DE82BB4-7F24-A3A0-0B62-A052C8C654DF}"/>
              </a:ext>
            </a:extLst>
          </p:cNvPr>
          <p:cNvSpPr txBox="1"/>
          <p:nvPr/>
        </p:nvSpPr>
        <p:spPr>
          <a:xfrm>
            <a:off x="3419299" y="3389890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TC185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530D5935-8146-6C4C-9F56-E40B53F96995}"/>
              </a:ext>
            </a:extLst>
          </p:cNvPr>
          <p:cNvSpPr txBox="1"/>
          <p:nvPr/>
        </p:nvSpPr>
        <p:spPr>
          <a:xfrm>
            <a:off x="3419299" y="3644260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TC186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3D208975-D1C1-99BC-CD45-C5180414F5E8}"/>
              </a:ext>
            </a:extLst>
          </p:cNvPr>
          <p:cNvSpPr txBox="1"/>
          <p:nvPr/>
        </p:nvSpPr>
        <p:spPr>
          <a:xfrm>
            <a:off x="3419299" y="392241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TC187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E5F0316F-0C0E-35CF-0A28-BFAD099BB2AA}"/>
              </a:ext>
            </a:extLst>
          </p:cNvPr>
          <p:cNvSpPr txBox="1"/>
          <p:nvPr/>
        </p:nvSpPr>
        <p:spPr>
          <a:xfrm>
            <a:off x="3412123" y="4178493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TC188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E04CD69B-D9FD-2F7E-EF74-2FE437AFE396}"/>
              </a:ext>
            </a:extLst>
          </p:cNvPr>
          <p:cNvSpPr txBox="1"/>
          <p:nvPr/>
        </p:nvSpPr>
        <p:spPr>
          <a:xfrm>
            <a:off x="3407792" y="443984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TC189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F54D51F-F40A-5604-72F1-46859FB4D823}"/>
              </a:ext>
            </a:extLst>
          </p:cNvPr>
          <p:cNvSpPr txBox="1"/>
          <p:nvPr/>
        </p:nvSpPr>
        <p:spPr>
          <a:xfrm>
            <a:off x="3414526" y="2339090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TC181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42C3AC10-1433-C2A6-149B-989020CA4112}"/>
              </a:ext>
            </a:extLst>
          </p:cNvPr>
          <p:cNvSpPr txBox="1"/>
          <p:nvPr/>
        </p:nvSpPr>
        <p:spPr>
          <a:xfrm>
            <a:off x="917182" y="4925737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HT193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53" name="TextBox 552">
            <a:extLst>
              <a:ext uri="{FF2B5EF4-FFF2-40B4-BE49-F238E27FC236}">
                <a16:creationId xmlns:a16="http://schemas.microsoft.com/office/drawing/2014/main" id="{6CC29309-DF6A-EB05-5FEB-7ADD6F0AE136}"/>
              </a:ext>
            </a:extLst>
          </p:cNvPr>
          <p:cNvSpPr txBox="1"/>
          <p:nvPr/>
        </p:nvSpPr>
        <p:spPr>
          <a:xfrm>
            <a:off x="921631" y="5428627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HT194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F4EE172B-66F7-F298-5145-DE1FBADD8738}"/>
              </a:ext>
            </a:extLst>
          </p:cNvPr>
          <p:cNvSpPr txBox="1"/>
          <p:nvPr/>
        </p:nvSpPr>
        <p:spPr>
          <a:xfrm>
            <a:off x="908820" y="5959428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HT195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23E8756E-49A5-44B8-7755-A71925BA095A}"/>
              </a:ext>
            </a:extLst>
          </p:cNvPr>
          <p:cNvSpPr txBox="1"/>
          <p:nvPr/>
        </p:nvSpPr>
        <p:spPr>
          <a:xfrm>
            <a:off x="908820" y="6504708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HT196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83B5B487-CD4E-664F-7FB6-2464E6D9F998}"/>
              </a:ext>
            </a:extLst>
          </p:cNvPr>
          <p:cNvSpPr txBox="1"/>
          <p:nvPr/>
        </p:nvSpPr>
        <p:spPr>
          <a:xfrm>
            <a:off x="3948829" y="1138508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MFM231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60" name="TextBox 559">
            <a:extLst>
              <a:ext uri="{FF2B5EF4-FFF2-40B4-BE49-F238E27FC236}">
                <a16:creationId xmlns:a16="http://schemas.microsoft.com/office/drawing/2014/main" id="{DF645AD9-C8C8-41AD-C84D-C85B8311BACD}"/>
              </a:ext>
            </a:extLst>
          </p:cNvPr>
          <p:cNvSpPr txBox="1"/>
          <p:nvPr/>
        </p:nvSpPr>
        <p:spPr>
          <a:xfrm>
            <a:off x="3955619" y="1473771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AB232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61" name="TextBox 560">
            <a:extLst>
              <a:ext uri="{FF2B5EF4-FFF2-40B4-BE49-F238E27FC236}">
                <a16:creationId xmlns:a16="http://schemas.microsoft.com/office/drawing/2014/main" id="{E1C24329-72A1-CBFB-47C8-489F134A2B05}"/>
              </a:ext>
            </a:extLst>
          </p:cNvPr>
          <p:cNvSpPr txBox="1"/>
          <p:nvPr/>
        </p:nvSpPr>
        <p:spPr>
          <a:xfrm>
            <a:off x="4978612" y="1593534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MV158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B4A8F310-1563-71A0-BD70-08694162A82C}"/>
              </a:ext>
            </a:extLst>
          </p:cNvPr>
          <p:cNvSpPr txBox="1"/>
          <p:nvPr/>
        </p:nvSpPr>
        <p:spPr>
          <a:xfrm>
            <a:off x="4487350" y="213174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MV155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9EFE239F-0CED-4059-3ACA-D079A79A296A}"/>
              </a:ext>
            </a:extLst>
          </p:cNvPr>
          <p:cNvSpPr txBox="1"/>
          <p:nvPr/>
        </p:nvSpPr>
        <p:spPr>
          <a:xfrm>
            <a:off x="4857080" y="2810651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TC190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496FC487-F531-AE2B-A9B0-164CCCEC7367}"/>
              </a:ext>
            </a:extLst>
          </p:cNvPr>
          <p:cNvSpPr txBox="1"/>
          <p:nvPr/>
        </p:nvSpPr>
        <p:spPr>
          <a:xfrm>
            <a:off x="4857080" y="3059919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TC191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0B024F14-8FB7-868C-E2D1-7F28E86CE11B}"/>
              </a:ext>
            </a:extLst>
          </p:cNvPr>
          <p:cNvSpPr txBox="1"/>
          <p:nvPr/>
        </p:nvSpPr>
        <p:spPr>
          <a:xfrm>
            <a:off x="4857080" y="3301901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TC192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FCBE5620-DE8C-3194-5412-6AFE10E249A7}"/>
              </a:ext>
            </a:extLst>
          </p:cNvPr>
          <p:cNvSpPr txBox="1"/>
          <p:nvPr/>
        </p:nvSpPr>
        <p:spPr>
          <a:xfrm>
            <a:off x="4281743" y="4054784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FM382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67" name="TextBox 566">
            <a:extLst>
              <a:ext uri="{FF2B5EF4-FFF2-40B4-BE49-F238E27FC236}">
                <a16:creationId xmlns:a16="http://schemas.microsoft.com/office/drawing/2014/main" id="{91DF0953-462A-562B-266B-72B9F8C90D8E}"/>
              </a:ext>
            </a:extLst>
          </p:cNvPr>
          <p:cNvSpPr txBox="1"/>
          <p:nvPr/>
        </p:nvSpPr>
        <p:spPr>
          <a:xfrm>
            <a:off x="4294409" y="435677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FM382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68" name="TextBox 567">
            <a:extLst>
              <a:ext uri="{FF2B5EF4-FFF2-40B4-BE49-F238E27FC236}">
                <a16:creationId xmlns:a16="http://schemas.microsoft.com/office/drawing/2014/main" id="{CA274FD3-AB78-A0A4-5445-8DCD77421546}"/>
              </a:ext>
            </a:extLst>
          </p:cNvPr>
          <p:cNvSpPr txBox="1"/>
          <p:nvPr/>
        </p:nvSpPr>
        <p:spPr>
          <a:xfrm>
            <a:off x="4321215" y="4716582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PT383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13E7495A-EF45-6538-6AA8-257482A26538}"/>
              </a:ext>
            </a:extLst>
          </p:cNvPr>
          <p:cNvSpPr txBox="1"/>
          <p:nvPr/>
        </p:nvSpPr>
        <p:spPr>
          <a:xfrm>
            <a:off x="1820155" y="5231521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TC162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AB57AC69-B627-A893-D169-EF146016BEB2}"/>
              </a:ext>
            </a:extLst>
          </p:cNvPr>
          <p:cNvSpPr txBox="1"/>
          <p:nvPr/>
        </p:nvSpPr>
        <p:spPr>
          <a:xfrm>
            <a:off x="1825190" y="5681247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PT163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6DCE113D-893D-9774-C6AB-DBF53C3466C4}"/>
              </a:ext>
            </a:extLst>
          </p:cNvPr>
          <p:cNvSpPr txBox="1"/>
          <p:nvPr/>
        </p:nvSpPr>
        <p:spPr>
          <a:xfrm>
            <a:off x="5686653" y="328244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TC133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9F81FB6-F9DA-86B7-DFD6-52B4C2FF6555}"/>
              </a:ext>
            </a:extLst>
          </p:cNvPr>
          <p:cNvSpPr txBox="1"/>
          <p:nvPr/>
        </p:nvSpPr>
        <p:spPr>
          <a:xfrm>
            <a:off x="5674106" y="2340449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TC157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3BF6CD-E6EE-42E1-533A-CFF5F5CA4B48}"/>
              </a:ext>
            </a:extLst>
          </p:cNvPr>
          <p:cNvSpPr txBox="1"/>
          <p:nvPr/>
        </p:nvSpPr>
        <p:spPr>
          <a:xfrm>
            <a:off x="8438678" y="217802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TC147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DCD6F8-C743-6269-0D6C-3D0CC772CED0}"/>
              </a:ext>
            </a:extLst>
          </p:cNvPr>
          <p:cNvSpPr txBox="1"/>
          <p:nvPr/>
        </p:nvSpPr>
        <p:spPr>
          <a:xfrm>
            <a:off x="7814704" y="2545571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PT146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A4BCD42-7702-5F5D-FC7C-0EBCBE57F642}"/>
              </a:ext>
            </a:extLst>
          </p:cNvPr>
          <p:cNvSpPr txBox="1"/>
          <p:nvPr/>
        </p:nvSpPr>
        <p:spPr>
          <a:xfrm>
            <a:off x="6781265" y="3050600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SV145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FB32A80-1868-A13B-A9CF-C55D779005F3}"/>
              </a:ext>
            </a:extLst>
          </p:cNvPr>
          <p:cNvSpPr txBox="1"/>
          <p:nvPr/>
        </p:nvSpPr>
        <p:spPr>
          <a:xfrm>
            <a:off x="6761162" y="2142957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MV150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0B18230-DA6E-2B3E-58AE-E598CBF81D8D}"/>
              </a:ext>
            </a:extLst>
          </p:cNvPr>
          <p:cNvSpPr txBox="1"/>
          <p:nvPr/>
        </p:nvSpPr>
        <p:spPr>
          <a:xfrm>
            <a:off x="6362554" y="2518143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MV148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4F89E02-B779-6E07-2E42-417B240FDB7D}"/>
              </a:ext>
            </a:extLst>
          </p:cNvPr>
          <p:cNvSpPr txBox="1"/>
          <p:nvPr/>
        </p:nvSpPr>
        <p:spPr>
          <a:xfrm>
            <a:off x="4072190" y="5336735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MV300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B6FE2AA-3575-7AD4-30BA-EC25299E6D70}"/>
              </a:ext>
            </a:extLst>
          </p:cNvPr>
          <p:cNvSpPr txBox="1"/>
          <p:nvPr/>
        </p:nvSpPr>
        <p:spPr>
          <a:xfrm>
            <a:off x="4058951" y="6172413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MV390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AED2648-6BE4-EAFE-9B4F-F7C5C61B988A}"/>
              </a:ext>
            </a:extLst>
          </p:cNvPr>
          <p:cNvSpPr txBox="1"/>
          <p:nvPr/>
        </p:nvSpPr>
        <p:spPr>
          <a:xfrm>
            <a:off x="8929999" y="6138671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SV323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A447786-10DD-64E8-6028-A0D0F3F6A1DF}"/>
              </a:ext>
            </a:extLst>
          </p:cNvPr>
          <p:cNvSpPr txBox="1"/>
          <p:nvPr/>
        </p:nvSpPr>
        <p:spPr>
          <a:xfrm>
            <a:off x="6280626" y="6133953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P341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6510200-A61F-8EA5-1101-F5602A0984EC}"/>
              </a:ext>
            </a:extLst>
          </p:cNvPr>
          <p:cNvSpPr txBox="1"/>
          <p:nvPr/>
        </p:nvSpPr>
        <p:spPr>
          <a:xfrm>
            <a:off x="5292542" y="384898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TC507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53B8DBA-51F9-E90A-E90F-98183E7A0210}"/>
              </a:ext>
            </a:extLst>
          </p:cNvPr>
          <p:cNvSpPr txBox="1"/>
          <p:nvPr/>
        </p:nvSpPr>
        <p:spPr>
          <a:xfrm>
            <a:off x="6319511" y="3874105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TC353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F6595B2-5D2D-E1B6-200A-AEF6B79083CD}"/>
              </a:ext>
            </a:extLst>
          </p:cNvPr>
          <p:cNvSpPr txBox="1"/>
          <p:nvPr/>
        </p:nvSpPr>
        <p:spPr>
          <a:xfrm>
            <a:off x="6319511" y="4738725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TC316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6336BD1-52F2-95E0-178B-3650BBA3E331}"/>
              </a:ext>
            </a:extLst>
          </p:cNvPr>
          <p:cNvSpPr txBox="1"/>
          <p:nvPr/>
        </p:nvSpPr>
        <p:spPr>
          <a:xfrm>
            <a:off x="5170397" y="5376294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TC312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596E45-9FFE-367C-8727-7DCCE4E73C97}"/>
              </a:ext>
            </a:extLst>
          </p:cNvPr>
          <p:cNvSpPr txBox="1"/>
          <p:nvPr/>
        </p:nvSpPr>
        <p:spPr>
          <a:xfrm>
            <a:off x="5047541" y="5775304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TC393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E47D7E0-DCF7-6739-0FC7-A780F0328B41}"/>
              </a:ext>
            </a:extLst>
          </p:cNvPr>
          <p:cNvSpPr txBox="1"/>
          <p:nvPr/>
        </p:nvSpPr>
        <p:spPr>
          <a:xfrm>
            <a:off x="5069498" y="639698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TC392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E921A4F-38E4-8BD9-275A-4B6925A37775}"/>
              </a:ext>
            </a:extLst>
          </p:cNvPr>
          <p:cNvSpPr txBox="1"/>
          <p:nvPr/>
        </p:nvSpPr>
        <p:spPr>
          <a:xfrm>
            <a:off x="6329454" y="5082192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FM315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DFB35B2-ECBA-C89E-A507-AF4E7F490E79}"/>
              </a:ext>
            </a:extLst>
          </p:cNvPr>
          <p:cNvSpPr txBox="1"/>
          <p:nvPr/>
        </p:nvSpPr>
        <p:spPr>
          <a:xfrm>
            <a:off x="7712256" y="5167927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TC344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D371C4B-55F0-88B6-2619-F78D3F532D66}"/>
              </a:ext>
            </a:extLst>
          </p:cNvPr>
          <p:cNvSpPr txBox="1"/>
          <p:nvPr/>
        </p:nvSpPr>
        <p:spPr>
          <a:xfrm>
            <a:off x="7744615" y="575969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TC343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30B6383-2798-8E73-D808-8A9BDDC65846}"/>
              </a:ext>
            </a:extLst>
          </p:cNvPr>
          <p:cNvSpPr txBox="1"/>
          <p:nvPr/>
        </p:nvSpPr>
        <p:spPr>
          <a:xfrm>
            <a:off x="8726289" y="4811040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TC322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92E42F3-2521-3986-84CA-E314D05FE228}"/>
              </a:ext>
            </a:extLst>
          </p:cNvPr>
          <p:cNvSpPr txBox="1"/>
          <p:nvPr/>
        </p:nvSpPr>
        <p:spPr>
          <a:xfrm>
            <a:off x="8835060" y="5353022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CS324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D3D0C5F-800F-4BDC-59BA-824C75308F41}"/>
              </a:ext>
            </a:extLst>
          </p:cNvPr>
          <p:cNvSpPr txBox="1"/>
          <p:nvPr/>
        </p:nvSpPr>
        <p:spPr>
          <a:xfrm>
            <a:off x="8835060" y="5755859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CS324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512AED6-DCE5-1986-201F-DF47F0C4B4CD}"/>
              </a:ext>
            </a:extLst>
          </p:cNvPr>
          <p:cNvSpPr txBox="1"/>
          <p:nvPr/>
        </p:nvSpPr>
        <p:spPr>
          <a:xfrm>
            <a:off x="8441565" y="294543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TC372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E215205-DEB9-30A7-EA43-E8F3B74C33DD}"/>
              </a:ext>
            </a:extLst>
          </p:cNvPr>
          <p:cNvSpPr txBox="1"/>
          <p:nvPr/>
        </p:nvSpPr>
        <p:spPr>
          <a:xfrm>
            <a:off x="8441565" y="3323215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TC372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18EC5E-B9E0-91B3-7DEE-4E47AEFC4CF3}"/>
              </a:ext>
            </a:extLst>
          </p:cNvPr>
          <p:cNvSpPr txBox="1"/>
          <p:nvPr/>
        </p:nvSpPr>
        <p:spPr>
          <a:xfrm>
            <a:off x="8441400" y="371236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TC377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7DFD972-7E40-F0E0-9429-7F9E3D8A962E}"/>
              </a:ext>
            </a:extLst>
          </p:cNvPr>
          <p:cNvSpPr txBox="1"/>
          <p:nvPr/>
        </p:nvSpPr>
        <p:spPr>
          <a:xfrm>
            <a:off x="8448561" y="4099140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TC377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D6B5A5-B28A-20E9-0121-52A8CE2DC211}"/>
              </a:ext>
            </a:extLst>
          </p:cNvPr>
          <p:cNvSpPr txBox="1"/>
          <p:nvPr/>
        </p:nvSpPr>
        <p:spPr>
          <a:xfrm>
            <a:off x="8440631" y="1365535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TC214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E62FF98-3FF7-4AF2-810C-CCC98234375F}"/>
              </a:ext>
            </a:extLst>
          </p:cNvPr>
          <p:cNvSpPr txBox="1"/>
          <p:nvPr/>
        </p:nvSpPr>
        <p:spPr>
          <a:xfrm>
            <a:off x="8440631" y="1728643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TC215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76358D3-F504-589B-D7F0-99F918C1212E}"/>
              </a:ext>
            </a:extLst>
          </p:cNvPr>
          <p:cNvSpPr txBox="1"/>
          <p:nvPr/>
        </p:nvSpPr>
        <p:spPr>
          <a:xfrm>
            <a:off x="8558835" y="1567991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TC215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A69C0DE-15F1-B372-6547-2B3F9915C3AA}"/>
              </a:ext>
            </a:extLst>
          </p:cNvPr>
          <p:cNvSpPr txBox="1"/>
          <p:nvPr/>
        </p:nvSpPr>
        <p:spPr>
          <a:xfrm>
            <a:off x="9236889" y="1198912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TC125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939F39-7430-D38D-9F6E-79DDBC5CE643}"/>
              </a:ext>
            </a:extLst>
          </p:cNvPr>
          <p:cNvSpPr txBox="1"/>
          <p:nvPr/>
        </p:nvSpPr>
        <p:spPr>
          <a:xfrm>
            <a:off x="9598038" y="1190078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TC149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3DD97E8-4DAC-2A99-3665-6259DA4582BF}"/>
              </a:ext>
            </a:extLst>
          </p:cNvPr>
          <p:cNvSpPr txBox="1"/>
          <p:nvPr/>
        </p:nvSpPr>
        <p:spPr>
          <a:xfrm>
            <a:off x="10786794" y="1007161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H2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52BBF18-B143-8973-4253-2EB521E4BDCD}"/>
              </a:ext>
            </a:extLst>
          </p:cNvPr>
          <p:cNvSpPr txBox="1"/>
          <p:nvPr/>
        </p:nvSpPr>
        <p:spPr>
          <a:xfrm>
            <a:off x="10178604" y="1315380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GD501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EA779CB-46D5-BB5A-7C11-265203D312D9}"/>
              </a:ext>
            </a:extLst>
          </p:cNvPr>
          <p:cNvSpPr txBox="1"/>
          <p:nvPr/>
        </p:nvSpPr>
        <p:spPr>
          <a:xfrm>
            <a:off x="10736422" y="1306083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GD502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DC433AF-F3B3-86B5-160A-D4E69E8817C1}"/>
              </a:ext>
            </a:extLst>
          </p:cNvPr>
          <p:cNvSpPr txBox="1"/>
          <p:nvPr/>
        </p:nvSpPr>
        <p:spPr>
          <a:xfrm>
            <a:off x="5831077" y="479324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FAN504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651EC21-FF49-3636-A383-56439D769F71}"/>
              </a:ext>
            </a:extLst>
          </p:cNvPr>
          <p:cNvSpPr txBox="1"/>
          <p:nvPr/>
        </p:nvSpPr>
        <p:spPr>
          <a:xfrm>
            <a:off x="6094040" y="603876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INV506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D5C2249-12E1-A884-9B10-21E3A790E4E6}"/>
              </a:ext>
            </a:extLst>
          </p:cNvPr>
          <p:cNvSpPr txBox="1"/>
          <p:nvPr/>
        </p:nvSpPr>
        <p:spPr>
          <a:xfrm>
            <a:off x="6939597" y="518440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FM382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B19AABF-B6BA-93D0-071D-DDBCD3EF7D7E}"/>
              </a:ext>
            </a:extLst>
          </p:cNvPr>
          <p:cNvSpPr txBox="1"/>
          <p:nvPr/>
        </p:nvSpPr>
        <p:spPr>
          <a:xfrm>
            <a:off x="6782569" y="1083674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MFM211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DBE2658-D8F3-564E-6343-E08F07F6BF8C}"/>
              </a:ext>
            </a:extLst>
          </p:cNvPr>
          <p:cNvSpPr txBox="1"/>
          <p:nvPr/>
        </p:nvSpPr>
        <p:spPr>
          <a:xfrm>
            <a:off x="6798767" y="1434249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AB212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B240779F-51DC-85FD-4411-CA77A66DE6C3}"/>
              </a:ext>
            </a:extLst>
          </p:cNvPr>
          <p:cNvSpPr txBox="1"/>
          <p:nvPr/>
        </p:nvSpPr>
        <p:spPr>
          <a:xfrm>
            <a:off x="10040" y="222581"/>
            <a:ext cx="5205277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제어기 통신 상태</a:t>
            </a:r>
            <a:r>
              <a:rPr lang="en-US" altLang="ko-KR" dirty="0"/>
              <a:t>(</a:t>
            </a:r>
            <a:r>
              <a:rPr lang="ko-KR" altLang="en-US" dirty="0" err="1"/>
              <a:t>퍼니일렉스</a:t>
            </a:r>
            <a:r>
              <a:rPr lang="ko-KR" altLang="en-US" dirty="0"/>
              <a:t> 측과 상의 후 구성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27" name="직사각형 526">
            <a:extLst>
              <a:ext uri="{FF2B5EF4-FFF2-40B4-BE49-F238E27FC236}">
                <a16:creationId xmlns:a16="http://schemas.microsoft.com/office/drawing/2014/main" id="{6C9A2E8B-0A1F-F3F2-57F5-C1458A9F46CB}"/>
              </a:ext>
            </a:extLst>
          </p:cNvPr>
          <p:cNvSpPr/>
          <p:nvPr/>
        </p:nvSpPr>
        <p:spPr>
          <a:xfrm>
            <a:off x="11400341" y="207119"/>
            <a:ext cx="489447" cy="3120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LCD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1B77A419-0C23-7040-0F61-829943DE6273}"/>
              </a:ext>
            </a:extLst>
          </p:cNvPr>
          <p:cNvSpPr txBox="1"/>
          <p:nvPr/>
        </p:nvSpPr>
        <p:spPr>
          <a:xfrm>
            <a:off x="8436722" y="2557881"/>
            <a:ext cx="976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00FFFF"/>
                </a:highlight>
              </a:rPr>
              <a:t>TC147</a:t>
            </a:r>
            <a:endParaRPr lang="ko-KR" altLang="en-US" sz="8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831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25E75978-FE0D-138E-7FE6-154BD7FE8CB6}"/>
              </a:ext>
            </a:extLst>
          </p:cNvPr>
          <p:cNvSpPr/>
          <p:nvPr/>
        </p:nvSpPr>
        <p:spPr>
          <a:xfrm>
            <a:off x="4946191" y="7620"/>
            <a:ext cx="6791689" cy="68503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Shape 1">
            <a:extLst>
              <a:ext uri="{FF2B5EF4-FFF2-40B4-BE49-F238E27FC236}">
                <a16:creationId xmlns:a16="http://schemas.microsoft.com/office/drawing/2014/main" id="{D8C9FD0F-C565-FB9F-98F9-FAFA4B8207CF}"/>
              </a:ext>
            </a:extLst>
          </p:cNvPr>
          <p:cNvSpPr/>
          <p:nvPr/>
        </p:nvSpPr>
        <p:spPr>
          <a:xfrm>
            <a:off x="4946191" y="7620"/>
            <a:ext cx="6791689" cy="2667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DED8CBBD-205D-4A9D-262A-5917DE5E17D4}"/>
              </a:ext>
            </a:extLst>
          </p:cNvPr>
          <p:cNvSpPr/>
          <p:nvPr/>
        </p:nvSpPr>
        <p:spPr>
          <a:xfrm>
            <a:off x="5037631" y="83820"/>
            <a:ext cx="121920" cy="121920"/>
          </a:xfrm>
          <a:prstGeom prst="rect">
            <a:avLst/>
          </a:prstGeom>
          <a:solidFill>
            <a:schemeClr val="tx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C1A592B-ED33-82EA-1B02-C5741AC83028}"/>
              </a:ext>
            </a:extLst>
          </p:cNvPr>
          <p:cNvSpPr/>
          <p:nvPr/>
        </p:nvSpPr>
        <p:spPr>
          <a:xfrm>
            <a:off x="5197651" y="64770"/>
            <a:ext cx="243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Graph</a:t>
            </a:r>
            <a:endParaRPr lang="en-US" sz="1250" b="1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D4193BF4-DB2B-14E3-D31B-60EB73900EB0}"/>
              </a:ext>
            </a:extLst>
          </p:cNvPr>
          <p:cNvSpPr/>
          <p:nvPr/>
        </p:nvSpPr>
        <p:spPr>
          <a:xfrm>
            <a:off x="5123144" y="646290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833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9F02C7A-46BA-98E1-B543-2985D4D5B5FE}"/>
              </a:ext>
            </a:extLst>
          </p:cNvPr>
          <p:cNvSpPr/>
          <p:nvPr/>
        </p:nvSpPr>
        <p:spPr>
          <a:xfrm>
            <a:off x="5044402" y="922021"/>
            <a:ext cx="740269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Auto/Manual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B58E741-2603-D0E1-AF65-0F8124DF8A95}"/>
              </a:ext>
            </a:extLst>
          </p:cNvPr>
          <p:cNvSpPr/>
          <p:nvPr/>
        </p:nvSpPr>
        <p:spPr>
          <a:xfrm>
            <a:off x="5129071" y="127254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833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70C1D667-2A33-EE83-920A-8DBF0E361BD9}"/>
              </a:ext>
            </a:extLst>
          </p:cNvPr>
          <p:cNvSpPr/>
          <p:nvPr/>
        </p:nvSpPr>
        <p:spPr>
          <a:xfrm>
            <a:off x="5129071" y="161544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833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F956A3BC-83FF-A20B-1FDA-CE433965AD0F}"/>
              </a:ext>
            </a:extLst>
          </p:cNvPr>
          <p:cNvSpPr/>
          <p:nvPr/>
        </p:nvSpPr>
        <p:spPr>
          <a:xfrm>
            <a:off x="6051091" y="464820"/>
            <a:ext cx="44196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&amp; SR</a:t>
            </a:r>
            <a:endParaRPr lang="en-US" sz="833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9678C365-9B78-7EE4-EC90-2B4BA4319D2F}"/>
              </a:ext>
            </a:extLst>
          </p:cNvPr>
          <p:cNvSpPr/>
          <p:nvPr/>
        </p:nvSpPr>
        <p:spPr>
          <a:xfrm>
            <a:off x="6051091" y="594360"/>
            <a:ext cx="4419600" cy="121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142A35A0-0FEC-A119-0CAC-3BE8933E2B17}"/>
              </a:ext>
            </a:extLst>
          </p:cNvPr>
          <p:cNvSpPr/>
          <p:nvPr/>
        </p:nvSpPr>
        <p:spPr>
          <a:xfrm>
            <a:off x="6787691" y="59436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25CA30D7-2EC8-4304-ACCA-E7461DF310EA}"/>
              </a:ext>
            </a:extLst>
          </p:cNvPr>
          <p:cNvSpPr/>
          <p:nvPr/>
        </p:nvSpPr>
        <p:spPr>
          <a:xfrm>
            <a:off x="7524291" y="59436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44B0E519-5B73-EB48-C8C3-F91735E19F47}"/>
              </a:ext>
            </a:extLst>
          </p:cNvPr>
          <p:cNvSpPr/>
          <p:nvPr/>
        </p:nvSpPr>
        <p:spPr>
          <a:xfrm>
            <a:off x="8260891" y="59436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13E39969-5F33-D24A-5D09-D9D6188D481A}"/>
              </a:ext>
            </a:extLst>
          </p:cNvPr>
          <p:cNvSpPr/>
          <p:nvPr/>
        </p:nvSpPr>
        <p:spPr>
          <a:xfrm>
            <a:off x="8997491" y="59436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BB80BD1B-8DBE-AA74-B72A-77C6AC1B9206}"/>
              </a:ext>
            </a:extLst>
          </p:cNvPr>
          <p:cNvSpPr/>
          <p:nvPr/>
        </p:nvSpPr>
        <p:spPr>
          <a:xfrm>
            <a:off x="9734091" y="59436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6B5478E2-29EB-2005-6BBD-CF563007AF24}"/>
              </a:ext>
            </a:extLst>
          </p:cNvPr>
          <p:cNvSpPr/>
          <p:nvPr/>
        </p:nvSpPr>
        <p:spPr>
          <a:xfrm>
            <a:off x="6051091" y="89916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D5D4E5EB-1213-119E-849A-A5C0DFEE6B67}"/>
              </a:ext>
            </a:extLst>
          </p:cNvPr>
          <p:cNvSpPr/>
          <p:nvPr/>
        </p:nvSpPr>
        <p:spPr>
          <a:xfrm>
            <a:off x="6051091" y="120396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A265F3DA-F7A9-957D-786D-E86BB374E01E}"/>
              </a:ext>
            </a:extLst>
          </p:cNvPr>
          <p:cNvSpPr/>
          <p:nvPr/>
        </p:nvSpPr>
        <p:spPr>
          <a:xfrm>
            <a:off x="6051091" y="150876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6816346E-BF27-236B-09BE-082359E84F48}"/>
              </a:ext>
            </a:extLst>
          </p:cNvPr>
          <p:cNvSpPr/>
          <p:nvPr/>
        </p:nvSpPr>
        <p:spPr>
          <a:xfrm>
            <a:off x="6051091" y="7467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34A4D79F-3626-6553-96FB-A25049D2A6F7}"/>
              </a:ext>
            </a:extLst>
          </p:cNvPr>
          <p:cNvSpPr/>
          <p:nvPr/>
        </p:nvSpPr>
        <p:spPr>
          <a:xfrm>
            <a:off x="6051091" y="8991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A7B86F3A-3FB2-FBD8-5DD3-7464DAB675CA}"/>
              </a:ext>
            </a:extLst>
          </p:cNvPr>
          <p:cNvSpPr/>
          <p:nvPr/>
        </p:nvSpPr>
        <p:spPr>
          <a:xfrm>
            <a:off x="6051091" y="10515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B2B797FC-4B67-37FB-D1DD-ED568D5F804E}"/>
              </a:ext>
            </a:extLst>
          </p:cNvPr>
          <p:cNvSpPr/>
          <p:nvPr/>
        </p:nvSpPr>
        <p:spPr>
          <a:xfrm>
            <a:off x="6051091" y="12039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F5D44F12-6B12-CE4A-112E-26845C53268F}"/>
              </a:ext>
            </a:extLst>
          </p:cNvPr>
          <p:cNvSpPr/>
          <p:nvPr/>
        </p:nvSpPr>
        <p:spPr>
          <a:xfrm>
            <a:off x="6051091" y="13563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83F1FC69-6DE9-26E4-F5C0-81599C22073D}"/>
              </a:ext>
            </a:extLst>
          </p:cNvPr>
          <p:cNvSpPr/>
          <p:nvPr/>
        </p:nvSpPr>
        <p:spPr>
          <a:xfrm>
            <a:off x="6051091" y="15087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C5040F63-B0C3-E177-FC31-DF3982E829AB}"/>
              </a:ext>
            </a:extLst>
          </p:cNvPr>
          <p:cNvSpPr/>
          <p:nvPr/>
        </p:nvSpPr>
        <p:spPr>
          <a:xfrm>
            <a:off x="6051091" y="16611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486D7CC7-AFAB-836E-787D-2403DF18323A}"/>
              </a:ext>
            </a:extLst>
          </p:cNvPr>
          <p:cNvSpPr/>
          <p:nvPr/>
        </p:nvSpPr>
        <p:spPr>
          <a:xfrm>
            <a:off x="5792011" y="5715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75.1</a:t>
            </a:r>
            <a:endParaRPr lang="en-US" sz="40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0F977774-1621-75ED-B10C-80F3F5B71323}"/>
              </a:ext>
            </a:extLst>
          </p:cNvPr>
          <p:cNvSpPr/>
          <p:nvPr/>
        </p:nvSpPr>
        <p:spPr>
          <a:xfrm>
            <a:off x="5792011" y="8763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</a:t>
            </a:r>
            <a:endParaRPr lang="en-US" sz="4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514061CD-B168-8293-845C-178D4B1041A0}"/>
              </a:ext>
            </a:extLst>
          </p:cNvPr>
          <p:cNvSpPr/>
          <p:nvPr/>
        </p:nvSpPr>
        <p:spPr>
          <a:xfrm>
            <a:off x="5792011" y="11811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</a:t>
            </a:r>
            <a:endParaRPr lang="en-US" sz="40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2FA76725-5803-4320-B811-A4F5D509DCA6}"/>
              </a:ext>
            </a:extLst>
          </p:cNvPr>
          <p:cNvSpPr/>
          <p:nvPr/>
        </p:nvSpPr>
        <p:spPr>
          <a:xfrm>
            <a:off x="5792011" y="14859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</a:t>
            </a:r>
            <a:endParaRPr lang="en-US" sz="400" dirty="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5632268-4048-5791-5076-2584FB4FCFA0}"/>
              </a:ext>
            </a:extLst>
          </p:cNvPr>
          <p:cNvSpPr/>
          <p:nvPr/>
        </p:nvSpPr>
        <p:spPr>
          <a:xfrm>
            <a:off x="5792011" y="17907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400" dirty="0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1128A69C-AD59-8B93-F114-D91714436C56}"/>
              </a:ext>
            </a:extLst>
          </p:cNvPr>
          <p:cNvSpPr/>
          <p:nvPr/>
        </p:nvSpPr>
        <p:spPr>
          <a:xfrm>
            <a:off x="5883451" y="1920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300" dirty="0"/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AB257A50-424D-B79C-12F5-D7695DCE73C8}"/>
              </a:ext>
            </a:extLst>
          </p:cNvPr>
          <p:cNvSpPr/>
          <p:nvPr/>
        </p:nvSpPr>
        <p:spPr>
          <a:xfrm>
            <a:off x="6620051" y="1920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00:01:41</a:t>
            </a:r>
            <a:endParaRPr lang="en-US" sz="300" dirty="0"/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CBC86A20-94E1-4DA4-73DA-9ADC077FE7F8}"/>
              </a:ext>
            </a:extLst>
          </p:cNvPr>
          <p:cNvSpPr/>
          <p:nvPr/>
        </p:nvSpPr>
        <p:spPr>
          <a:xfrm>
            <a:off x="7356651" y="1920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00:03:21</a:t>
            </a:r>
            <a:endParaRPr lang="en-US" sz="300" dirty="0"/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562B243C-2897-D94B-0E33-3301FCDA5BA1}"/>
              </a:ext>
            </a:extLst>
          </p:cNvPr>
          <p:cNvSpPr/>
          <p:nvPr/>
        </p:nvSpPr>
        <p:spPr>
          <a:xfrm>
            <a:off x="8093251" y="1920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00:05:01</a:t>
            </a:r>
            <a:endParaRPr lang="en-US" sz="300" dirty="0"/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5CD61440-2032-971F-FAB8-71F224820721}"/>
              </a:ext>
            </a:extLst>
          </p:cNvPr>
          <p:cNvSpPr/>
          <p:nvPr/>
        </p:nvSpPr>
        <p:spPr>
          <a:xfrm>
            <a:off x="8829851" y="1920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00:06:41</a:t>
            </a:r>
            <a:endParaRPr lang="en-US" sz="300" dirty="0"/>
          </a:p>
        </p:txBody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20A1CEF1-30DF-98D9-179D-D4B8BD0CABCA}"/>
              </a:ext>
            </a:extLst>
          </p:cNvPr>
          <p:cNvSpPr/>
          <p:nvPr/>
        </p:nvSpPr>
        <p:spPr>
          <a:xfrm>
            <a:off x="9566451" y="1920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00:08:21</a:t>
            </a:r>
            <a:endParaRPr lang="en-US" sz="300" dirty="0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835C5BE1-A43B-7EDC-27CA-7BE681609EA3}"/>
              </a:ext>
            </a:extLst>
          </p:cNvPr>
          <p:cNvSpPr/>
          <p:nvPr/>
        </p:nvSpPr>
        <p:spPr>
          <a:xfrm>
            <a:off x="10303051" y="1920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00:10:00</a:t>
            </a:r>
            <a:endParaRPr lang="en-US" sz="300" dirty="0"/>
          </a:p>
        </p:txBody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733FFC36-65E9-C50A-5E52-B23AD19FB480}"/>
              </a:ext>
            </a:extLst>
          </p:cNvPr>
          <p:cNvSpPr/>
          <p:nvPr/>
        </p:nvSpPr>
        <p:spPr>
          <a:xfrm>
            <a:off x="10524031" y="594360"/>
            <a:ext cx="876300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4">
            <a:extLst>
              <a:ext uri="{FF2B5EF4-FFF2-40B4-BE49-F238E27FC236}">
                <a16:creationId xmlns:a16="http://schemas.microsoft.com/office/drawing/2014/main" id="{928BD590-1179-83F7-FBED-E112AA29FFA5}"/>
              </a:ext>
            </a:extLst>
          </p:cNvPr>
          <p:cNvSpPr/>
          <p:nvPr/>
        </p:nvSpPr>
        <p:spPr>
          <a:xfrm>
            <a:off x="10584991" y="647700"/>
            <a:ext cx="26670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3969F5DF-AEBD-AD9C-0B5C-F5A51AC53DBF}"/>
              </a:ext>
            </a:extLst>
          </p:cNvPr>
          <p:cNvSpPr/>
          <p:nvPr/>
        </p:nvSpPr>
        <p:spPr>
          <a:xfrm>
            <a:off x="10889791" y="61341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TC181</a:t>
            </a:r>
            <a:endParaRPr lang="en-US" sz="833" dirty="0"/>
          </a:p>
        </p:txBody>
      </p:sp>
      <p:sp>
        <p:nvSpPr>
          <p:cNvPr id="45" name="Shape 46">
            <a:extLst>
              <a:ext uri="{FF2B5EF4-FFF2-40B4-BE49-F238E27FC236}">
                <a16:creationId xmlns:a16="http://schemas.microsoft.com/office/drawing/2014/main" id="{F48404FB-A761-BD60-9668-8E2BD7A01024}"/>
              </a:ext>
            </a:extLst>
          </p:cNvPr>
          <p:cNvSpPr/>
          <p:nvPr/>
        </p:nvSpPr>
        <p:spPr>
          <a:xfrm>
            <a:off x="10584991" y="861060"/>
            <a:ext cx="266700" cy="0"/>
          </a:xfrm>
          <a:prstGeom prst="line">
            <a:avLst/>
          </a:prstGeom>
          <a:noFill/>
          <a:ln w="12700">
            <a:solidFill>
              <a:srgbClr val="00FF00"/>
            </a:solidFill>
            <a:prstDash val="solid"/>
          </a:ln>
        </p:spPr>
      </p:sp>
      <p:sp>
        <p:nvSpPr>
          <p:cNvPr id="46" name="Text 47">
            <a:extLst>
              <a:ext uri="{FF2B5EF4-FFF2-40B4-BE49-F238E27FC236}">
                <a16:creationId xmlns:a16="http://schemas.microsoft.com/office/drawing/2014/main" id="{A30FD83C-DD6C-FDA3-4240-47FF20D40262}"/>
              </a:ext>
            </a:extLst>
          </p:cNvPr>
          <p:cNvSpPr/>
          <p:nvPr/>
        </p:nvSpPr>
        <p:spPr>
          <a:xfrm>
            <a:off x="10889791" y="82677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en-US" sz="400" dirty="0"/>
          </a:p>
        </p:txBody>
      </p:sp>
      <p:sp>
        <p:nvSpPr>
          <p:cNvPr id="47" name="Shape 48">
            <a:extLst>
              <a:ext uri="{FF2B5EF4-FFF2-40B4-BE49-F238E27FC236}">
                <a16:creationId xmlns:a16="http://schemas.microsoft.com/office/drawing/2014/main" id="{AE5B067D-FC0B-5332-BE99-92B4F0E17566}"/>
              </a:ext>
            </a:extLst>
          </p:cNvPr>
          <p:cNvSpPr/>
          <p:nvPr/>
        </p:nvSpPr>
        <p:spPr>
          <a:xfrm>
            <a:off x="10584991" y="1074420"/>
            <a:ext cx="266700" cy="0"/>
          </a:xfrm>
          <a:prstGeom prst="line">
            <a:avLst/>
          </a:prstGeom>
          <a:noFill/>
          <a:ln w="12700">
            <a:solidFill>
              <a:srgbClr val="00FFFF"/>
            </a:solidFill>
            <a:prstDash val="solid"/>
          </a:ln>
        </p:spPr>
      </p:sp>
      <p:sp>
        <p:nvSpPr>
          <p:cNvPr id="48" name="Text 49">
            <a:extLst>
              <a:ext uri="{FF2B5EF4-FFF2-40B4-BE49-F238E27FC236}">
                <a16:creationId xmlns:a16="http://schemas.microsoft.com/office/drawing/2014/main" id="{812E0AFF-3EF8-83B3-AE2F-FB71282F2A6C}"/>
              </a:ext>
            </a:extLst>
          </p:cNvPr>
          <p:cNvSpPr/>
          <p:nvPr/>
        </p:nvSpPr>
        <p:spPr>
          <a:xfrm>
            <a:off x="10889791" y="104013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TC183</a:t>
            </a:r>
            <a:endParaRPr lang="en-US" sz="833" dirty="0"/>
          </a:p>
        </p:txBody>
      </p:sp>
      <p:sp>
        <p:nvSpPr>
          <p:cNvPr id="49" name="Shape 50">
            <a:extLst>
              <a:ext uri="{FF2B5EF4-FFF2-40B4-BE49-F238E27FC236}">
                <a16:creationId xmlns:a16="http://schemas.microsoft.com/office/drawing/2014/main" id="{22DD9CDB-1C20-8C9E-8F34-C677677C1D95}"/>
              </a:ext>
            </a:extLst>
          </p:cNvPr>
          <p:cNvSpPr/>
          <p:nvPr/>
        </p:nvSpPr>
        <p:spPr>
          <a:xfrm>
            <a:off x="10584991" y="1287780"/>
            <a:ext cx="26670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50" name="Text 51">
            <a:extLst>
              <a:ext uri="{FF2B5EF4-FFF2-40B4-BE49-F238E27FC236}">
                <a16:creationId xmlns:a16="http://schemas.microsoft.com/office/drawing/2014/main" id="{BC94362A-DA4D-EC88-771B-FD4DDB539B3B}"/>
              </a:ext>
            </a:extLst>
          </p:cNvPr>
          <p:cNvSpPr/>
          <p:nvPr/>
        </p:nvSpPr>
        <p:spPr>
          <a:xfrm>
            <a:off x="10889791" y="125349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TC184</a:t>
            </a:r>
            <a:endParaRPr lang="en-US" sz="833" dirty="0"/>
          </a:p>
        </p:txBody>
      </p:sp>
      <p:sp>
        <p:nvSpPr>
          <p:cNvPr id="59" name="Text 60">
            <a:extLst>
              <a:ext uri="{FF2B5EF4-FFF2-40B4-BE49-F238E27FC236}">
                <a16:creationId xmlns:a16="http://schemas.microsoft.com/office/drawing/2014/main" id="{7617C4E8-B692-4B8E-1F9D-952B88D5A298}"/>
              </a:ext>
            </a:extLst>
          </p:cNvPr>
          <p:cNvSpPr/>
          <p:nvPr/>
        </p:nvSpPr>
        <p:spPr>
          <a:xfrm>
            <a:off x="6051091" y="2369820"/>
            <a:ext cx="44196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 &amp; FEED &amp; RG</a:t>
            </a:r>
            <a:endParaRPr lang="en-US" sz="833" dirty="0"/>
          </a:p>
        </p:txBody>
      </p:sp>
      <p:sp>
        <p:nvSpPr>
          <p:cNvPr id="60" name="Shape 61">
            <a:extLst>
              <a:ext uri="{FF2B5EF4-FFF2-40B4-BE49-F238E27FC236}">
                <a16:creationId xmlns:a16="http://schemas.microsoft.com/office/drawing/2014/main" id="{394D4301-D610-6D81-4C4E-4AE05591B63E}"/>
              </a:ext>
            </a:extLst>
          </p:cNvPr>
          <p:cNvSpPr/>
          <p:nvPr/>
        </p:nvSpPr>
        <p:spPr>
          <a:xfrm>
            <a:off x="6051091" y="2499360"/>
            <a:ext cx="4419600" cy="121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62">
            <a:extLst>
              <a:ext uri="{FF2B5EF4-FFF2-40B4-BE49-F238E27FC236}">
                <a16:creationId xmlns:a16="http://schemas.microsoft.com/office/drawing/2014/main" id="{AB07A7B0-8E4E-5D5B-10CB-1161303E9414}"/>
              </a:ext>
            </a:extLst>
          </p:cNvPr>
          <p:cNvSpPr/>
          <p:nvPr/>
        </p:nvSpPr>
        <p:spPr>
          <a:xfrm>
            <a:off x="6787691" y="249936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2" name="Shape 63">
            <a:extLst>
              <a:ext uri="{FF2B5EF4-FFF2-40B4-BE49-F238E27FC236}">
                <a16:creationId xmlns:a16="http://schemas.microsoft.com/office/drawing/2014/main" id="{593E6CAE-D475-668F-86F7-FCDA8479B7E6}"/>
              </a:ext>
            </a:extLst>
          </p:cNvPr>
          <p:cNvSpPr/>
          <p:nvPr/>
        </p:nvSpPr>
        <p:spPr>
          <a:xfrm>
            <a:off x="7524291" y="249936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3" name="Shape 64">
            <a:extLst>
              <a:ext uri="{FF2B5EF4-FFF2-40B4-BE49-F238E27FC236}">
                <a16:creationId xmlns:a16="http://schemas.microsoft.com/office/drawing/2014/main" id="{E554727B-8B0F-FF21-4835-795CB465B345}"/>
              </a:ext>
            </a:extLst>
          </p:cNvPr>
          <p:cNvSpPr/>
          <p:nvPr/>
        </p:nvSpPr>
        <p:spPr>
          <a:xfrm>
            <a:off x="8260891" y="249936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4" name="Shape 65">
            <a:extLst>
              <a:ext uri="{FF2B5EF4-FFF2-40B4-BE49-F238E27FC236}">
                <a16:creationId xmlns:a16="http://schemas.microsoft.com/office/drawing/2014/main" id="{C6451357-7AF6-D888-3094-DFD6AB641E80}"/>
              </a:ext>
            </a:extLst>
          </p:cNvPr>
          <p:cNvSpPr/>
          <p:nvPr/>
        </p:nvSpPr>
        <p:spPr>
          <a:xfrm>
            <a:off x="8997491" y="249936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5" name="Shape 66">
            <a:extLst>
              <a:ext uri="{FF2B5EF4-FFF2-40B4-BE49-F238E27FC236}">
                <a16:creationId xmlns:a16="http://schemas.microsoft.com/office/drawing/2014/main" id="{AC288AC4-2BC8-F4C4-79DC-694BE4BD53F7}"/>
              </a:ext>
            </a:extLst>
          </p:cNvPr>
          <p:cNvSpPr/>
          <p:nvPr/>
        </p:nvSpPr>
        <p:spPr>
          <a:xfrm>
            <a:off x="9734091" y="249936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6" name="Shape 67">
            <a:extLst>
              <a:ext uri="{FF2B5EF4-FFF2-40B4-BE49-F238E27FC236}">
                <a16:creationId xmlns:a16="http://schemas.microsoft.com/office/drawing/2014/main" id="{1A4B1404-0C99-13A9-7AEC-CEC7F95DD434}"/>
              </a:ext>
            </a:extLst>
          </p:cNvPr>
          <p:cNvSpPr/>
          <p:nvPr/>
        </p:nvSpPr>
        <p:spPr>
          <a:xfrm>
            <a:off x="6051091" y="280416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7" name="Shape 68">
            <a:extLst>
              <a:ext uri="{FF2B5EF4-FFF2-40B4-BE49-F238E27FC236}">
                <a16:creationId xmlns:a16="http://schemas.microsoft.com/office/drawing/2014/main" id="{B88F320C-E9B4-1499-2894-9D7277C7EAEE}"/>
              </a:ext>
            </a:extLst>
          </p:cNvPr>
          <p:cNvSpPr/>
          <p:nvPr/>
        </p:nvSpPr>
        <p:spPr>
          <a:xfrm>
            <a:off x="6051091" y="310896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8" name="Shape 69">
            <a:extLst>
              <a:ext uri="{FF2B5EF4-FFF2-40B4-BE49-F238E27FC236}">
                <a16:creationId xmlns:a16="http://schemas.microsoft.com/office/drawing/2014/main" id="{FBA5AF93-DED4-829E-4A63-3233842FCC68}"/>
              </a:ext>
            </a:extLst>
          </p:cNvPr>
          <p:cNvSpPr/>
          <p:nvPr/>
        </p:nvSpPr>
        <p:spPr>
          <a:xfrm>
            <a:off x="6051091" y="341376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9" name="Shape 70">
            <a:extLst>
              <a:ext uri="{FF2B5EF4-FFF2-40B4-BE49-F238E27FC236}">
                <a16:creationId xmlns:a16="http://schemas.microsoft.com/office/drawing/2014/main" id="{A6830A77-958A-0CD4-BB67-CAE0EC771C4B}"/>
              </a:ext>
            </a:extLst>
          </p:cNvPr>
          <p:cNvSpPr/>
          <p:nvPr/>
        </p:nvSpPr>
        <p:spPr>
          <a:xfrm>
            <a:off x="6051091" y="26517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0" name="Shape 71">
            <a:extLst>
              <a:ext uri="{FF2B5EF4-FFF2-40B4-BE49-F238E27FC236}">
                <a16:creationId xmlns:a16="http://schemas.microsoft.com/office/drawing/2014/main" id="{2CEBD8EF-F7D2-66F2-827B-2E9F1DA11011}"/>
              </a:ext>
            </a:extLst>
          </p:cNvPr>
          <p:cNvSpPr/>
          <p:nvPr/>
        </p:nvSpPr>
        <p:spPr>
          <a:xfrm>
            <a:off x="6051091" y="28041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1" name="Shape 72">
            <a:extLst>
              <a:ext uri="{FF2B5EF4-FFF2-40B4-BE49-F238E27FC236}">
                <a16:creationId xmlns:a16="http://schemas.microsoft.com/office/drawing/2014/main" id="{BD0A3995-52DF-51A8-4627-CF7B89DADB4D}"/>
              </a:ext>
            </a:extLst>
          </p:cNvPr>
          <p:cNvSpPr/>
          <p:nvPr/>
        </p:nvSpPr>
        <p:spPr>
          <a:xfrm>
            <a:off x="6051091" y="29565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2" name="Shape 73">
            <a:extLst>
              <a:ext uri="{FF2B5EF4-FFF2-40B4-BE49-F238E27FC236}">
                <a16:creationId xmlns:a16="http://schemas.microsoft.com/office/drawing/2014/main" id="{CF5288CE-0A60-547F-A2B5-AE117A53087C}"/>
              </a:ext>
            </a:extLst>
          </p:cNvPr>
          <p:cNvSpPr/>
          <p:nvPr/>
        </p:nvSpPr>
        <p:spPr>
          <a:xfrm>
            <a:off x="6051091" y="31089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3" name="Shape 74">
            <a:extLst>
              <a:ext uri="{FF2B5EF4-FFF2-40B4-BE49-F238E27FC236}">
                <a16:creationId xmlns:a16="http://schemas.microsoft.com/office/drawing/2014/main" id="{2C7AFE0C-1A68-4329-99D9-C46E92257CDB}"/>
              </a:ext>
            </a:extLst>
          </p:cNvPr>
          <p:cNvSpPr/>
          <p:nvPr/>
        </p:nvSpPr>
        <p:spPr>
          <a:xfrm>
            <a:off x="6051091" y="32613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4" name="Shape 75">
            <a:extLst>
              <a:ext uri="{FF2B5EF4-FFF2-40B4-BE49-F238E27FC236}">
                <a16:creationId xmlns:a16="http://schemas.microsoft.com/office/drawing/2014/main" id="{96FFAE49-6F12-9CFA-88FA-9A120EF0EF55}"/>
              </a:ext>
            </a:extLst>
          </p:cNvPr>
          <p:cNvSpPr/>
          <p:nvPr/>
        </p:nvSpPr>
        <p:spPr>
          <a:xfrm>
            <a:off x="6051091" y="34137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5" name="Shape 76">
            <a:extLst>
              <a:ext uri="{FF2B5EF4-FFF2-40B4-BE49-F238E27FC236}">
                <a16:creationId xmlns:a16="http://schemas.microsoft.com/office/drawing/2014/main" id="{4027B353-7471-9B55-1927-EA27224E1F82}"/>
              </a:ext>
            </a:extLst>
          </p:cNvPr>
          <p:cNvSpPr/>
          <p:nvPr/>
        </p:nvSpPr>
        <p:spPr>
          <a:xfrm>
            <a:off x="6051091" y="356616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6" name="Text 77">
            <a:extLst>
              <a:ext uri="{FF2B5EF4-FFF2-40B4-BE49-F238E27FC236}">
                <a16:creationId xmlns:a16="http://schemas.microsoft.com/office/drawing/2014/main" id="{1F9775F6-8177-76F0-9945-52E83F62B90A}"/>
              </a:ext>
            </a:extLst>
          </p:cNvPr>
          <p:cNvSpPr/>
          <p:nvPr/>
        </p:nvSpPr>
        <p:spPr>
          <a:xfrm>
            <a:off x="5792011" y="24765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54.8</a:t>
            </a:r>
            <a:endParaRPr lang="en-US" sz="400" dirty="0"/>
          </a:p>
        </p:txBody>
      </p:sp>
      <p:sp>
        <p:nvSpPr>
          <p:cNvPr id="77" name="Text 78">
            <a:extLst>
              <a:ext uri="{FF2B5EF4-FFF2-40B4-BE49-F238E27FC236}">
                <a16:creationId xmlns:a16="http://schemas.microsoft.com/office/drawing/2014/main" id="{442A4DAC-0FD6-9CCA-EE44-6B86225B8CFA}"/>
              </a:ext>
            </a:extLst>
          </p:cNvPr>
          <p:cNvSpPr/>
          <p:nvPr/>
        </p:nvSpPr>
        <p:spPr>
          <a:xfrm>
            <a:off x="5792011" y="27203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</a:t>
            </a:r>
            <a:endParaRPr lang="en-US" sz="400" dirty="0"/>
          </a:p>
        </p:txBody>
      </p:sp>
      <p:sp>
        <p:nvSpPr>
          <p:cNvPr id="78" name="Text 79">
            <a:extLst>
              <a:ext uri="{FF2B5EF4-FFF2-40B4-BE49-F238E27FC236}">
                <a16:creationId xmlns:a16="http://schemas.microsoft.com/office/drawing/2014/main" id="{8E7E362C-A5FB-415D-65A9-8A1881E8CD83}"/>
              </a:ext>
            </a:extLst>
          </p:cNvPr>
          <p:cNvSpPr/>
          <p:nvPr/>
        </p:nvSpPr>
        <p:spPr>
          <a:xfrm>
            <a:off x="5792011" y="29641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</a:t>
            </a:r>
            <a:endParaRPr lang="en-US" sz="400" dirty="0"/>
          </a:p>
        </p:txBody>
      </p:sp>
      <p:sp>
        <p:nvSpPr>
          <p:cNvPr id="79" name="Text 80">
            <a:extLst>
              <a:ext uri="{FF2B5EF4-FFF2-40B4-BE49-F238E27FC236}">
                <a16:creationId xmlns:a16="http://schemas.microsoft.com/office/drawing/2014/main" id="{6D5C4952-62D5-D448-E8EA-93BCB8CA480C}"/>
              </a:ext>
            </a:extLst>
          </p:cNvPr>
          <p:cNvSpPr/>
          <p:nvPr/>
        </p:nvSpPr>
        <p:spPr>
          <a:xfrm>
            <a:off x="5792011" y="320802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</a:t>
            </a:r>
            <a:endParaRPr lang="en-US" sz="400" dirty="0"/>
          </a:p>
        </p:txBody>
      </p:sp>
      <p:sp>
        <p:nvSpPr>
          <p:cNvPr id="80" name="Text 81">
            <a:extLst>
              <a:ext uri="{FF2B5EF4-FFF2-40B4-BE49-F238E27FC236}">
                <a16:creationId xmlns:a16="http://schemas.microsoft.com/office/drawing/2014/main" id="{F673E30B-4FD5-AE8D-EDCF-BFD3B7115170}"/>
              </a:ext>
            </a:extLst>
          </p:cNvPr>
          <p:cNvSpPr/>
          <p:nvPr/>
        </p:nvSpPr>
        <p:spPr>
          <a:xfrm>
            <a:off x="5792011" y="345186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</a:t>
            </a:r>
            <a:endParaRPr lang="en-US" sz="400" dirty="0"/>
          </a:p>
        </p:txBody>
      </p:sp>
      <p:sp>
        <p:nvSpPr>
          <p:cNvPr id="81" name="Text 82">
            <a:extLst>
              <a:ext uri="{FF2B5EF4-FFF2-40B4-BE49-F238E27FC236}">
                <a16:creationId xmlns:a16="http://schemas.microsoft.com/office/drawing/2014/main" id="{684F2DCE-90C3-3C48-5190-1F69397E19A4}"/>
              </a:ext>
            </a:extLst>
          </p:cNvPr>
          <p:cNvSpPr/>
          <p:nvPr/>
        </p:nvSpPr>
        <p:spPr>
          <a:xfrm>
            <a:off x="5792011" y="36957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400" dirty="0"/>
          </a:p>
        </p:txBody>
      </p:sp>
      <p:sp>
        <p:nvSpPr>
          <p:cNvPr id="82" name="Text 83">
            <a:extLst>
              <a:ext uri="{FF2B5EF4-FFF2-40B4-BE49-F238E27FC236}">
                <a16:creationId xmlns:a16="http://schemas.microsoft.com/office/drawing/2014/main" id="{5175755B-E500-15C2-CE9D-D7360134BC9D}"/>
              </a:ext>
            </a:extLst>
          </p:cNvPr>
          <p:cNvSpPr/>
          <p:nvPr/>
        </p:nvSpPr>
        <p:spPr>
          <a:xfrm>
            <a:off x="5883451" y="3825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300" dirty="0"/>
          </a:p>
        </p:txBody>
      </p:sp>
      <p:sp>
        <p:nvSpPr>
          <p:cNvPr id="83" name="Text 84">
            <a:extLst>
              <a:ext uri="{FF2B5EF4-FFF2-40B4-BE49-F238E27FC236}">
                <a16:creationId xmlns:a16="http://schemas.microsoft.com/office/drawing/2014/main" id="{FA88DB37-3322-C38B-DA29-09D4E2F9C562}"/>
              </a:ext>
            </a:extLst>
          </p:cNvPr>
          <p:cNvSpPr/>
          <p:nvPr/>
        </p:nvSpPr>
        <p:spPr>
          <a:xfrm>
            <a:off x="6620051" y="3825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00:01:41</a:t>
            </a:r>
            <a:endParaRPr lang="en-US" sz="300" dirty="0"/>
          </a:p>
        </p:txBody>
      </p:sp>
      <p:sp>
        <p:nvSpPr>
          <p:cNvPr id="84" name="Text 85">
            <a:extLst>
              <a:ext uri="{FF2B5EF4-FFF2-40B4-BE49-F238E27FC236}">
                <a16:creationId xmlns:a16="http://schemas.microsoft.com/office/drawing/2014/main" id="{1CC3BC81-1ABA-4A46-5DD4-02AAA402B13D}"/>
              </a:ext>
            </a:extLst>
          </p:cNvPr>
          <p:cNvSpPr/>
          <p:nvPr/>
        </p:nvSpPr>
        <p:spPr>
          <a:xfrm>
            <a:off x="7356651" y="3825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00:03:21</a:t>
            </a:r>
            <a:endParaRPr lang="en-US" sz="300" dirty="0"/>
          </a:p>
        </p:txBody>
      </p:sp>
      <p:sp>
        <p:nvSpPr>
          <p:cNvPr id="85" name="Text 86">
            <a:extLst>
              <a:ext uri="{FF2B5EF4-FFF2-40B4-BE49-F238E27FC236}">
                <a16:creationId xmlns:a16="http://schemas.microsoft.com/office/drawing/2014/main" id="{EAD0D649-61ED-D519-C496-5ABD2D0985BF}"/>
              </a:ext>
            </a:extLst>
          </p:cNvPr>
          <p:cNvSpPr/>
          <p:nvPr/>
        </p:nvSpPr>
        <p:spPr>
          <a:xfrm>
            <a:off x="8093251" y="3825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00:05:01</a:t>
            </a:r>
            <a:endParaRPr lang="en-US" sz="300" dirty="0"/>
          </a:p>
        </p:txBody>
      </p:sp>
      <p:sp>
        <p:nvSpPr>
          <p:cNvPr id="86" name="Text 87">
            <a:extLst>
              <a:ext uri="{FF2B5EF4-FFF2-40B4-BE49-F238E27FC236}">
                <a16:creationId xmlns:a16="http://schemas.microsoft.com/office/drawing/2014/main" id="{F9C2D6CF-D33A-0936-5AF3-832408A9CA80}"/>
              </a:ext>
            </a:extLst>
          </p:cNvPr>
          <p:cNvSpPr/>
          <p:nvPr/>
        </p:nvSpPr>
        <p:spPr>
          <a:xfrm>
            <a:off x="8829851" y="3825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00:06:41</a:t>
            </a:r>
            <a:endParaRPr lang="en-US" sz="300" dirty="0"/>
          </a:p>
        </p:txBody>
      </p:sp>
      <p:sp>
        <p:nvSpPr>
          <p:cNvPr id="87" name="Text 88">
            <a:extLst>
              <a:ext uri="{FF2B5EF4-FFF2-40B4-BE49-F238E27FC236}">
                <a16:creationId xmlns:a16="http://schemas.microsoft.com/office/drawing/2014/main" id="{400C49BE-47A2-ADD2-A6FE-3DD29AEF7633}"/>
              </a:ext>
            </a:extLst>
          </p:cNvPr>
          <p:cNvSpPr/>
          <p:nvPr/>
        </p:nvSpPr>
        <p:spPr>
          <a:xfrm>
            <a:off x="9566451" y="3825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00:08:21</a:t>
            </a:r>
            <a:endParaRPr lang="en-US" sz="300" dirty="0"/>
          </a:p>
        </p:txBody>
      </p:sp>
      <p:sp>
        <p:nvSpPr>
          <p:cNvPr id="88" name="Text 89">
            <a:extLst>
              <a:ext uri="{FF2B5EF4-FFF2-40B4-BE49-F238E27FC236}">
                <a16:creationId xmlns:a16="http://schemas.microsoft.com/office/drawing/2014/main" id="{158076F8-3A06-FB6F-4C24-C40927E5F697}"/>
              </a:ext>
            </a:extLst>
          </p:cNvPr>
          <p:cNvSpPr/>
          <p:nvPr/>
        </p:nvSpPr>
        <p:spPr>
          <a:xfrm>
            <a:off x="10303051" y="382524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00:10:00</a:t>
            </a:r>
            <a:endParaRPr lang="en-US" sz="300" dirty="0"/>
          </a:p>
        </p:txBody>
      </p:sp>
      <p:sp>
        <p:nvSpPr>
          <p:cNvPr id="93" name="Shape 94">
            <a:extLst>
              <a:ext uri="{FF2B5EF4-FFF2-40B4-BE49-F238E27FC236}">
                <a16:creationId xmlns:a16="http://schemas.microsoft.com/office/drawing/2014/main" id="{6B2B1223-5343-291A-1851-54E5F1F87E6E}"/>
              </a:ext>
            </a:extLst>
          </p:cNvPr>
          <p:cNvSpPr/>
          <p:nvPr/>
        </p:nvSpPr>
        <p:spPr>
          <a:xfrm>
            <a:off x="10524031" y="2499360"/>
            <a:ext cx="876300" cy="9296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5">
            <a:extLst>
              <a:ext uri="{FF2B5EF4-FFF2-40B4-BE49-F238E27FC236}">
                <a16:creationId xmlns:a16="http://schemas.microsoft.com/office/drawing/2014/main" id="{C74FC1A0-9F57-2995-44BD-36BDE7A63ABC}"/>
              </a:ext>
            </a:extLst>
          </p:cNvPr>
          <p:cNvSpPr/>
          <p:nvPr/>
        </p:nvSpPr>
        <p:spPr>
          <a:xfrm>
            <a:off x="10584991" y="2552700"/>
            <a:ext cx="26670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95" name="Text 96">
            <a:extLst>
              <a:ext uri="{FF2B5EF4-FFF2-40B4-BE49-F238E27FC236}">
                <a16:creationId xmlns:a16="http://schemas.microsoft.com/office/drawing/2014/main" id="{8B44BF96-7B73-6E7E-2829-B34B46E27939}"/>
              </a:ext>
            </a:extLst>
          </p:cNvPr>
          <p:cNvSpPr/>
          <p:nvPr/>
        </p:nvSpPr>
        <p:spPr>
          <a:xfrm>
            <a:off x="10889791" y="251841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TC185</a:t>
            </a:r>
            <a:endParaRPr lang="en-US" sz="833" dirty="0"/>
          </a:p>
        </p:txBody>
      </p:sp>
      <p:sp>
        <p:nvSpPr>
          <p:cNvPr id="96" name="Shape 97">
            <a:extLst>
              <a:ext uri="{FF2B5EF4-FFF2-40B4-BE49-F238E27FC236}">
                <a16:creationId xmlns:a16="http://schemas.microsoft.com/office/drawing/2014/main" id="{23E88717-4CD9-9A30-B47D-7181965E5516}"/>
              </a:ext>
            </a:extLst>
          </p:cNvPr>
          <p:cNvSpPr/>
          <p:nvPr/>
        </p:nvSpPr>
        <p:spPr>
          <a:xfrm>
            <a:off x="10584991" y="2766060"/>
            <a:ext cx="266700" cy="0"/>
          </a:xfrm>
          <a:prstGeom prst="line">
            <a:avLst/>
          </a:prstGeom>
          <a:noFill/>
          <a:ln w="12700">
            <a:solidFill>
              <a:srgbClr val="00FF00"/>
            </a:solidFill>
            <a:prstDash val="solid"/>
          </a:ln>
        </p:spPr>
      </p:sp>
      <p:sp>
        <p:nvSpPr>
          <p:cNvPr id="97" name="Text 98">
            <a:extLst>
              <a:ext uri="{FF2B5EF4-FFF2-40B4-BE49-F238E27FC236}">
                <a16:creationId xmlns:a16="http://schemas.microsoft.com/office/drawing/2014/main" id="{703A9F24-36D4-B6E8-55F4-1647865B89F2}"/>
              </a:ext>
            </a:extLst>
          </p:cNvPr>
          <p:cNvSpPr/>
          <p:nvPr/>
        </p:nvSpPr>
        <p:spPr>
          <a:xfrm>
            <a:off x="10889791" y="273177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TC186</a:t>
            </a:r>
            <a:endParaRPr lang="en-US" sz="833" dirty="0"/>
          </a:p>
        </p:txBody>
      </p:sp>
      <p:sp>
        <p:nvSpPr>
          <p:cNvPr id="98" name="Shape 99">
            <a:extLst>
              <a:ext uri="{FF2B5EF4-FFF2-40B4-BE49-F238E27FC236}">
                <a16:creationId xmlns:a16="http://schemas.microsoft.com/office/drawing/2014/main" id="{59E1C376-17D1-2574-DC7E-2166C218B16C}"/>
              </a:ext>
            </a:extLst>
          </p:cNvPr>
          <p:cNvSpPr/>
          <p:nvPr/>
        </p:nvSpPr>
        <p:spPr>
          <a:xfrm>
            <a:off x="10584991" y="2979420"/>
            <a:ext cx="266700" cy="0"/>
          </a:xfrm>
          <a:prstGeom prst="line">
            <a:avLst/>
          </a:prstGeom>
          <a:noFill/>
          <a:ln w="12700">
            <a:solidFill>
              <a:srgbClr val="00FFFF"/>
            </a:solidFill>
            <a:prstDash val="solid"/>
          </a:ln>
        </p:spPr>
      </p:sp>
      <p:sp>
        <p:nvSpPr>
          <p:cNvPr id="99" name="Text 100">
            <a:extLst>
              <a:ext uri="{FF2B5EF4-FFF2-40B4-BE49-F238E27FC236}">
                <a16:creationId xmlns:a16="http://schemas.microsoft.com/office/drawing/2014/main" id="{AC31865E-5A8A-7798-7C9B-16ABF8051D81}"/>
              </a:ext>
            </a:extLst>
          </p:cNvPr>
          <p:cNvSpPr/>
          <p:nvPr/>
        </p:nvSpPr>
        <p:spPr>
          <a:xfrm>
            <a:off x="10889791" y="294513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TC187</a:t>
            </a:r>
            <a:endParaRPr lang="en-US" sz="833" dirty="0"/>
          </a:p>
        </p:txBody>
      </p:sp>
      <p:sp>
        <p:nvSpPr>
          <p:cNvPr id="100" name="Shape 101">
            <a:extLst>
              <a:ext uri="{FF2B5EF4-FFF2-40B4-BE49-F238E27FC236}">
                <a16:creationId xmlns:a16="http://schemas.microsoft.com/office/drawing/2014/main" id="{1CE56070-61FA-B626-812C-BCA417C81C4E}"/>
              </a:ext>
            </a:extLst>
          </p:cNvPr>
          <p:cNvSpPr/>
          <p:nvPr/>
        </p:nvSpPr>
        <p:spPr>
          <a:xfrm>
            <a:off x="10584991" y="3192780"/>
            <a:ext cx="26670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101" name="Text 102">
            <a:extLst>
              <a:ext uri="{FF2B5EF4-FFF2-40B4-BE49-F238E27FC236}">
                <a16:creationId xmlns:a16="http://schemas.microsoft.com/office/drawing/2014/main" id="{1609A18C-547C-A591-71E9-A3822864E087}"/>
              </a:ext>
            </a:extLst>
          </p:cNvPr>
          <p:cNvSpPr/>
          <p:nvPr/>
        </p:nvSpPr>
        <p:spPr>
          <a:xfrm>
            <a:off x="10889791" y="315849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TC188</a:t>
            </a:r>
            <a:endParaRPr lang="en-US" sz="833" dirty="0"/>
          </a:p>
        </p:txBody>
      </p:sp>
      <p:sp>
        <p:nvSpPr>
          <p:cNvPr id="110" name="Text 111">
            <a:extLst>
              <a:ext uri="{FF2B5EF4-FFF2-40B4-BE49-F238E27FC236}">
                <a16:creationId xmlns:a16="http://schemas.microsoft.com/office/drawing/2014/main" id="{634C1069-F89A-9E68-55E1-DDFF0D77A83C}"/>
              </a:ext>
            </a:extLst>
          </p:cNvPr>
          <p:cNvSpPr/>
          <p:nvPr/>
        </p:nvSpPr>
        <p:spPr>
          <a:xfrm>
            <a:off x="6051091" y="4305300"/>
            <a:ext cx="44196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 &amp; PROX</a:t>
            </a:r>
            <a:endParaRPr lang="en-US" sz="833" dirty="0"/>
          </a:p>
        </p:txBody>
      </p:sp>
      <p:sp>
        <p:nvSpPr>
          <p:cNvPr id="111" name="Shape 112">
            <a:extLst>
              <a:ext uri="{FF2B5EF4-FFF2-40B4-BE49-F238E27FC236}">
                <a16:creationId xmlns:a16="http://schemas.microsoft.com/office/drawing/2014/main" id="{5D24A843-6DA5-C32F-724B-BE817D248F89}"/>
              </a:ext>
            </a:extLst>
          </p:cNvPr>
          <p:cNvSpPr/>
          <p:nvPr/>
        </p:nvSpPr>
        <p:spPr>
          <a:xfrm>
            <a:off x="6051091" y="4434840"/>
            <a:ext cx="4419600" cy="121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3">
            <a:extLst>
              <a:ext uri="{FF2B5EF4-FFF2-40B4-BE49-F238E27FC236}">
                <a16:creationId xmlns:a16="http://schemas.microsoft.com/office/drawing/2014/main" id="{C96C4F9B-6BA6-CF9A-84AB-D5E8063FCD26}"/>
              </a:ext>
            </a:extLst>
          </p:cNvPr>
          <p:cNvSpPr/>
          <p:nvPr/>
        </p:nvSpPr>
        <p:spPr>
          <a:xfrm>
            <a:off x="6787691" y="443484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3" name="Shape 114">
            <a:extLst>
              <a:ext uri="{FF2B5EF4-FFF2-40B4-BE49-F238E27FC236}">
                <a16:creationId xmlns:a16="http://schemas.microsoft.com/office/drawing/2014/main" id="{F747C2CC-E7C0-345A-5045-24AAA0567223}"/>
              </a:ext>
            </a:extLst>
          </p:cNvPr>
          <p:cNvSpPr/>
          <p:nvPr/>
        </p:nvSpPr>
        <p:spPr>
          <a:xfrm>
            <a:off x="7524291" y="443484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4" name="Shape 115">
            <a:extLst>
              <a:ext uri="{FF2B5EF4-FFF2-40B4-BE49-F238E27FC236}">
                <a16:creationId xmlns:a16="http://schemas.microsoft.com/office/drawing/2014/main" id="{6A1E5971-BF06-9B84-002B-C6E39C79A26C}"/>
              </a:ext>
            </a:extLst>
          </p:cNvPr>
          <p:cNvSpPr/>
          <p:nvPr/>
        </p:nvSpPr>
        <p:spPr>
          <a:xfrm>
            <a:off x="8260891" y="443484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5" name="Shape 116">
            <a:extLst>
              <a:ext uri="{FF2B5EF4-FFF2-40B4-BE49-F238E27FC236}">
                <a16:creationId xmlns:a16="http://schemas.microsoft.com/office/drawing/2014/main" id="{5CE634D3-92C6-F762-B1C6-561567687AE3}"/>
              </a:ext>
            </a:extLst>
          </p:cNvPr>
          <p:cNvSpPr/>
          <p:nvPr/>
        </p:nvSpPr>
        <p:spPr>
          <a:xfrm>
            <a:off x="8997491" y="443484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6" name="Shape 117">
            <a:extLst>
              <a:ext uri="{FF2B5EF4-FFF2-40B4-BE49-F238E27FC236}">
                <a16:creationId xmlns:a16="http://schemas.microsoft.com/office/drawing/2014/main" id="{A5FEAFCE-2611-5C3C-4252-62589DD77C3C}"/>
              </a:ext>
            </a:extLst>
          </p:cNvPr>
          <p:cNvSpPr/>
          <p:nvPr/>
        </p:nvSpPr>
        <p:spPr>
          <a:xfrm>
            <a:off x="9734091" y="443484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7" name="Shape 118">
            <a:extLst>
              <a:ext uri="{FF2B5EF4-FFF2-40B4-BE49-F238E27FC236}">
                <a16:creationId xmlns:a16="http://schemas.microsoft.com/office/drawing/2014/main" id="{E1640C13-A98D-FDCA-932A-66DE9F0DFB87}"/>
              </a:ext>
            </a:extLst>
          </p:cNvPr>
          <p:cNvSpPr/>
          <p:nvPr/>
        </p:nvSpPr>
        <p:spPr>
          <a:xfrm>
            <a:off x="6051091" y="473964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8" name="Shape 119">
            <a:extLst>
              <a:ext uri="{FF2B5EF4-FFF2-40B4-BE49-F238E27FC236}">
                <a16:creationId xmlns:a16="http://schemas.microsoft.com/office/drawing/2014/main" id="{CB5DB31D-C514-A3A2-9062-96F4A53CB8AC}"/>
              </a:ext>
            </a:extLst>
          </p:cNvPr>
          <p:cNvSpPr/>
          <p:nvPr/>
        </p:nvSpPr>
        <p:spPr>
          <a:xfrm>
            <a:off x="6051091" y="504444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9" name="Shape 120">
            <a:extLst>
              <a:ext uri="{FF2B5EF4-FFF2-40B4-BE49-F238E27FC236}">
                <a16:creationId xmlns:a16="http://schemas.microsoft.com/office/drawing/2014/main" id="{A39ED22E-C896-1825-FB0A-457411894605}"/>
              </a:ext>
            </a:extLst>
          </p:cNvPr>
          <p:cNvSpPr/>
          <p:nvPr/>
        </p:nvSpPr>
        <p:spPr>
          <a:xfrm>
            <a:off x="6051091" y="534924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20" name="Shape 121">
            <a:extLst>
              <a:ext uri="{FF2B5EF4-FFF2-40B4-BE49-F238E27FC236}">
                <a16:creationId xmlns:a16="http://schemas.microsoft.com/office/drawing/2014/main" id="{40381225-71EA-4EE9-569A-116930D42477}"/>
              </a:ext>
            </a:extLst>
          </p:cNvPr>
          <p:cNvSpPr/>
          <p:nvPr/>
        </p:nvSpPr>
        <p:spPr>
          <a:xfrm>
            <a:off x="6051091" y="458724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1" name="Shape 122">
            <a:extLst>
              <a:ext uri="{FF2B5EF4-FFF2-40B4-BE49-F238E27FC236}">
                <a16:creationId xmlns:a16="http://schemas.microsoft.com/office/drawing/2014/main" id="{2269A4D4-F1F7-3B64-6670-23DAECECDAE2}"/>
              </a:ext>
            </a:extLst>
          </p:cNvPr>
          <p:cNvSpPr/>
          <p:nvPr/>
        </p:nvSpPr>
        <p:spPr>
          <a:xfrm>
            <a:off x="6051091" y="473964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2" name="Shape 123">
            <a:extLst>
              <a:ext uri="{FF2B5EF4-FFF2-40B4-BE49-F238E27FC236}">
                <a16:creationId xmlns:a16="http://schemas.microsoft.com/office/drawing/2014/main" id="{FE692386-4382-DEC6-46A9-C1E91209A39C}"/>
              </a:ext>
            </a:extLst>
          </p:cNvPr>
          <p:cNvSpPr/>
          <p:nvPr/>
        </p:nvSpPr>
        <p:spPr>
          <a:xfrm>
            <a:off x="6051091" y="489204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3" name="Shape 124">
            <a:extLst>
              <a:ext uri="{FF2B5EF4-FFF2-40B4-BE49-F238E27FC236}">
                <a16:creationId xmlns:a16="http://schemas.microsoft.com/office/drawing/2014/main" id="{9C8E31C9-4D05-D11B-A902-3E308F66D4AA}"/>
              </a:ext>
            </a:extLst>
          </p:cNvPr>
          <p:cNvSpPr/>
          <p:nvPr/>
        </p:nvSpPr>
        <p:spPr>
          <a:xfrm>
            <a:off x="6051091" y="504444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4" name="Shape 125">
            <a:extLst>
              <a:ext uri="{FF2B5EF4-FFF2-40B4-BE49-F238E27FC236}">
                <a16:creationId xmlns:a16="http://schemas.microsoft.com/office/drawing/2014/main" id="{E1A38D0D-2689-A89B-0745-741F9AB52CF9}"/>
              </a:ext>
            </a:extLst>
          </p:cNvPr>
          <p:cNvSpPr/>
          <p:nvPr/>
        </p:nvSpPr>
        <p:spPr>
          <a:xfrm>
            <a:off x="6051091" y="519684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5" name="Shape 126">
            <a:extLst>
              <a:ext uri="{FF2B5EF4-FFF2-40B4-BE49-F238E27FC236}">
                <a16:creationId xmlns:a16="http://schemas.microsoft.com/office/drawing/2014/main" id="{3C22642E-7225-74FF-142F-C231C8CBC3DD}"/>
              </a:ext>
            </a:extLst>
          </p:cNvPr>
          <p:cNvSpPr/>
          <p:nvPr/>
        </p:nvSpPr>
        <p:spPr>
          <a:xfrm>
            <a:off x="6051091" y="534924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6" name="Shape 127">
            <a:extLst>
              <a:ext uri="{FF2B5EF4-FFF2-40B4-BE49-F238E27FC236}">
                <a16:creationId xmlns:a16="http://schemas.microsoft.com/office/drawing/2014/main" id="{5FD32813-A72C-3BDC-E8AD-CD7EF6EBA0B9}"/>
              </a:ext>
            </a:extLst>
          </p:cNvPr>
          <p:cNvSpPr/>
          <p:nvPr/>
        </p:nvSpPr>
        <p:spPr>
          <a:xfrm>
            <a:off x="6051091" y="550164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7" name="Text 128">
            <a:extLst>
              <a:ext uri="{FF2B5EF4-FFF2-40B4-BE49-F238E27FC236}">
                <a16:creationId xmlns:a16="http://schemas.microsoft.com/office/drawing/2014/main" id="{59D36C7A-7ABC-54F3-F7C3-228B1999FC7F}"/>
              </a:ext>
            </a:extLst>
          </p:cNvPr>
          <p:cNvSpPr/>
          <p:nvPr/>
        </p:nvSpPr>
        <p:spPr>
          <a:xfrm>
            <a:off x="5792011" y="44119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24.7</a:t>
            </a:r>
            <a:endParaRPr lang="en-US" sz="400" dirty="0"/>
          </a:p>
        </p:txBody>
      </p:sp>
      <p:sp>
        <p:nvSpPr>
          <p:cNvPr id="128" name="Text 129">
            <a:extLst>
              <a:ext uri="{FF2B5EF4-FFF2-40B4-BE49-F238E27FC236}">
                <a16:creationId xmlns:a16="http://schemas.microsoft.com/office/drawing/2014/main" id="{DFA17605-A5D5-C76C-D335-82FCB33E043A}"/>
              </a:ext>
            </a:extLst>
          </p:cNvPr>
          <p:cNvSpPr/>
          <p:nvPr/>
        </p:nvSpPr>
        <p:spPr>
          <a:xfrm>
            <a:off x="5792011" y="46151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</a:t>
            </a:r>
            <a:endParaRPr lang="en-US" sz="400" dirty="0"/>
          </a:p>
        </p:txBody>
      </p:sp>
      <p:sp>
        <p:nvSpPr>
          <p:cNvPr id="129" name="Text 130">
            <a:extLst>
              <a:ext uri="{FF2B5EF4-FFF2-40B4-BE49-F238E27FC236}">
                <a16:creationId xmlns:a16="http://schemas.microsoft.com/office/drawing/2014/main" id="{097F9B49-D25B-6E08-7AD6-578DE63710DD}"/>
              </a:ext>
            </a:extLst>
          </p:cNvPr>
          <p:cNvSpPr/>
          <p:nvPr/>
        </p:nvSpPr>
        <p:spPr>
          <a:xfrm>
            <a:off x="5792011" y="48183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</a:t>
            </a:r>
            <a:endParaRPr lang="en-US" sz="400" dirty="0"/>
          </a:p>
        </p:txBody>
      </p:sp>
      <p:sp>
        <p:nvSpPr>
          <p:cNvPr id="130" name="Text 131">
            <a:extLst>
              <a:ext uri="{FF2B5EF4-FFF2-40B4-BE49-F238E27FC236}">
                <a16:creationId xmlns:a16="http://schemas.microsoft.com/office/drawing/2014/main" id="{2FE7B564-F916-3659-F39B-34DE2165D980}"/>
              </a:ext>
            </a:extLst>
          </p:cNvPr>
          <p:cNvSpPr/>
          <p:nvPr/>
        </p:nvSpPr>
        <p:spPr>
          <a:xfrm>
            <a:off x="5792011" y="50215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</a:t>
            </a:r>
            <a:endParaRPr lang="en-US" sz="400" dirty="0"/>
          </a:p>
        </p:txBody>
      </p:sp>
      <p:sp>
        <p:nvSpPr>
          <p:cNvPr id="131" name="Text 132">
            <a:extLst>
              <a:ext uri="{FF2B5EF4-FFF2-40B4-BE49-F238E27FC236}">
                <a16:creationId xmlns:a16="http://schemas.microsoft.com/office/drawing/2014/main" id="{53E071DB-391C-F02C-EE0A-D6617A0F2381}"/>
              </a:ext>
            </a:extLst>
          </p:cNvPr>
          <p:cNvSpPr/>
          <p:nvPr/>
        </p:nvSpPr>
        <p:spPr>
          <a:xfrm>
            <a:off x="5792011" y="52247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</a:t>
            </a:r>
            <a:endParaRPr lang="en-US" sz="400" dirty="0"/>
          </a:p>
        </p:txBody>
      </p:sp>
      <p:sp>
        <p:nvSpPr>
          <p:cNvPr id="132" name="Text 133">
            <a:extLst>
              <a:ext uri="{FF2B5EF4-FFF2-40B4-BE49-F238E27FC236}">
                <a16:creationId xmlns:a16="http://schemas.microsoft.com/office/drawing/2014/main" id="{8C30EB28-332E-0344-6964-2A46B587E2E2}"/>
              </a:ext>
            </a:extLst>
          </p:cNvPr>
          <p:cNvSpPr/>
          <p:nvPr/>
        </p:nvSpPr>
        <p:spPr>
          <a:xfrm>
            <a:off x="5792011" y="54279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</a:t>
            </a:r>
            <a:endParaRPr lang="en-US" sz="400" dirty="0"/>
          </a:p>
        </p:txBody>
      </p:sp>
      <p:sp>
        <p:nvSpPr>
          <p:cNvPr id="133" name="Text 134">
            <a:extLst>
              <a:ext uri="{FF2B5EF4-FFF2-40B4-BE49-F238E27FC236}">
                <a16:creationId xmlns:a16="http://schemas.microsoft.com/office/drawing/2014/main" id="{8CD1B3F0-AF6C-0F75-5451-26894B1E0DF2}"/>
              </a:ext>
            </a:extLst>
          </p:cNvPr>
          <p:cNvSpPr/>
          <p:nvPr/>
        </p:nvSpPr>
        <p:spPr>
          <a:xfrm>
            <a:off x="5792011" y="56311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</a:t>
            </a:r>
            <a:endParaRPr lang="en-US" sz="400" dirty="0"/>
          </a:p>
        </p:txBody>
      </p:sp>
      <p:sp>
        <p:nvSpPr>
          <p:cNvPr id="134" name="Text 135">
            <a:extLst>
              <a:ext uri="{FF2B5EF4-FFF2-40B4-BE49-F238E27FC236}">
                <a16:creationId xmlns:a16="http://schemas.microsoft.com/office/drawing/2014/main" id="{FFD04D34-2991-FEFB-D4F8-B457EC7AE199}"/>
              </a:ext>
            </a:extLst>
          </p:cNvPr>
          <p:cNvSpPr/>
          <p:nvPr/>
        </p:nvSpPr>
        <p:spPr>
          <a:xfrm>
            <a:off x="5883451" y="576072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300" dirty="0"/>
          </a:p>
        </p:txBody>
      </p:sp>
      <p:sp>
        <p:nvSpPr>
          <p:cNvPr id="135" name="Text 136">
            <a:extLst>
              <a:ext uri="{FF2B5EF4-FFF2-40B4-BE49-F238E27FC236}">
                <a16:creationId xmlns:a16="http://schemas.microsoft.com/office/drawing/2014/main" id="{85F3ED4C-7D7A-7699-F0AB-262A2F020ECA}"/>
              </a:ext>
            </a:extLst>
          </p:cNvPr>
          <p:cNvSpPr/>
          <p:nvPr/>
        </p:nvSpPr>
        <p:spPr>
          <a:xfrm>
            <a:off x="6620051" y="576072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00:01:41</a:t>
            </a:r>
            <a:endParaRPr lang="en-US" sz="300" dirty="0"/>
          </a:p>
        </p:txBody>
      </p:sp>
      <p:sp>
        <p:nvSpPr>
          <p:cNvPr id="136" name="Text 137">
            <a:extLst>
              <a:ext uri="{FF2B5EF4-FFF2-40B4-BE49-F238E27FC236}">
                <a16:creationId xmlns:a16="http://schemas.microsoft.com/office/drawing/2014/main" id="{3721015E-3FE9-C87F-E5AD-1B97670F0461}"/>
              </a:ext>
            </a:extLst>
          </p:cNvPr>
          <p:cNvSpPr/>
          <p:nvPr/>
        </p:nvSpPr>
        <p:spPr>
          <a:xfrm>
            <a:off x="7356651" y="576072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00:03:21</a:t>
            </a:r>
            <a:endParaRPr lang="en-US" sz="300" dirty="0"/>
          </a:p>
        </p:txBody>
      </p:sp>
      <p:sp>
        <p:nvSpPr>
          <p:cNvPr id="137" name="Text 138">
            <a:extLst>
              <a:ext uri="{FF2B5EF4-FFF2-40B4-BE49-F238E27FC236}">
                <a16:creationId xmlns:a16="http://schemas.microsoft.com/office/drawing/2014/main" id="{61D00235-1058-988F-8EAC-CEFAD7C5C513}"/>
              </a:ext>
            </a:extLst>
          </p:cNvPr>
          <p:cNvSpPr/>
          <p:nvPr/>
        </p:nvSpPr>
        <p:spPr>
          <a:xfrm>
            <a:off x="8093251" y="576072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00:05:01</a:t>
            </a:r>
            <a:endParaRPr lang="en-US" sz="300" dirty="0"/>
          </a:p>
        </p:txBody>
      </p:sp>
      <p:sp>
        <p:nvSpPr>
          <p:cNvPr id="138" name="Text 139">
            <a:extLst>
              <a:ext uri="{FF2B5EF4-FFF2-40B4-BE49-F238E27FC236}">
                <a16:creationId xmlns:a16="http://schemas.microsoft.com/office/drawing/2014/main" id="{9666D7E6-9ACA-22BA-A302-0E1DFE04A9C7}"/>
              </a:ext>
            </a:extLst>
          </p:cNvPr>
          <p:cNvSpPr/>
          <p:nvPr/>
        </p:nvSpPr>
        <p:spPr>
          <a:xfrm>
            <a:off x="8829851" y="576072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00:06:41</a:t>
            </a:r>
            <a:endParaRPr lang="en-US" sz="300" dirty="0"/>
          </a:p>
        </p:txBody>
      </p:sp>
      <p:sp>
        <p:nvSpPr>
          <p:cNvPr id="139" name="Text 140">
            <a:extLst>
              <a:ext uri="{FF2B5EF4-FFF2-40B4-BE49-F238E27FC236}">
                <a16:creationId xmlns:a16="http://schemas.microsoft.com/office/drawing/2014/main" id="{4168B2A4-B5F9-5A75-7906-DB6CE2D61E9A}"/>
              </a:ext>
            </a:extLst>
          </p:cNvPr>
          <p:cNvSpPr/>
          <p:nvPr/>
        </p:nvSpPr>
        <p:spPr>
          <a:xfrm>
            <a:off x="9566451" y="576072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00:08:21</a:t>
            </a:r>
            <a:endParaRPr lang="en-US" sz="300" dirty="0"/>
          </a:p>
        </p:txBody>
      </p:sp>
      <p:sp>
        <p:nvSpPr>
          <p:cNvPr id="140" name="Text 141">
            <a:extLst>
              <a:ext uri="{FF2B5EF4-FFF2-40B4-BE49-F238E27FC236}">
                <a16:creationId xmlns:a16="http://schemas.microsoft.com/office/drawing/2014/main" id="{5F258D43-27EE-7BBF-77BA-FBEE5EEC1D2B}"/>
              </a:ext>
            </a:extLst>
          </p:cNvPr>
          <p:cNvSpPr/>
          <p:nvPr/>
        </p:nvSpPr>
        <p:spPr>
          <a:xfrm>
            <a:off x="10303051" y="576072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00:10:00</a:t>
            </a:r>
            <a:endParaRPr lang="en-US" sz="300" dirty="0"/>
          </a:p>
        </p:txBody>
      </p:sp>
      <p:sp>
        <p:nvSpPr>
          <p:cNvPr id="145" name="Shape 146">
            <a:extLst>
              <a:ext uri="{FF2B5EF4-FFF2-40B4-BE49-F238E27FC236}">
                <a16:creationId xmlns:a16="http://schemas.microsoft.com/office/drawing/2014/main" id="{D9050F1A-D2F7-8724-E252-51D24B57FC31}"/>
              </a:ext>
            </a:extLst>
          </p:cNvPr>
          <p:cNvSpPr/>
          <p:nvPr/>
        </p:nvSpPr>
        <p:spPr>
          <a:xfrm>
            <a:off x="10524031" y="4434840"/>
            <a:ext cx="876300" cy="10668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1500" dirty="0"/>
          </a:p>
        </p:txBody>
      </p:sp>
      <p:sp>
        <p:nvSpPr>
          <p:cNvPr id="146" name="Shape 147">
            <a:extLst>
              <a:ext uri="{FF2B5EF4-FFF2-40B4-BE49-F238E27FC236}">
                <a16:creationId xmlns:a16="http://schemas.microsoft.com/office/drawing/2014/main" id="{C94D636F-214D-765C-B181-B10779AAF567}"/>
              </a:ext>
            </a:extLst>
          </p:cNvPr>
          <p:cNvSpPr/>
          <p:nvPr/>
        </p:nvSpPr>
        <p:spPr>
          <a:xfrm>
            <a:off x="10584991" y="4488180"/>
            <a:ext cx="26670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147" name="Text 148">
            <a:extLst>
              <a:ext uri="{FF2B5EF4-FFF2-40B4-BE49-F238E27FC236}">
                <a16:creationId xmlns:a16="http://schemas.microsoft.com/office/drawing/2014/main" id="{329F27B5-7AAA-7C29-F8BB-08EA65F31B1A}"/>
              </a:ext>
            </a:extLst>
          </p:cNvPr>
          <p:cNvSpPr/>
          <p:nvPr/>
        </p:nvSpPr>
        <p:spPr>
          <a:xfrm>
            <a:off x="10889791" y="4453890"/>
            <a:ext cx="48006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TC189</a:t>
            </a:r>
            <a:endParaRPr lang="en-US" sz="833" dirty="0"/>
          </a:p>
        </p:txBody>
      </p:sp>
      <p:sp>
        <p:nvSpPr>
          <p:cNvPr id="148" name="Shape 149">
            <a:extLst>
              <a:ext uri="{FF2B5EF4-FFF2-40B4-BE49-F238E27FC236}">
                <a16:creationId xmlns:a16="http://schemas.microsoft.com/office/drawing/2014/main" id="{C36FAA8B-CF3A-D2DF-8192-CC386C37EFE7}"/>
              </a:ext>
            </a:extLst>
          </p:cNvPr>
          <p:cNvSpPr/>
          <p:nvPr/>
        </p:nvSpPr>
        <p:spPr>
          <a:xfrm>
            <a:off x="10584991" y="4754880"/>
            <a:ext cx="266700" cy="0"/>
          </a:xfrm>
          <a:prstGeom prst="line">
            <a:avLst/>
          </a:prstGeom>
          <a:noFill/>
          <a:ln w="12700">
            <a:solidFill>
              <a:srgbClr val="00FF00"/>
            </a:solidFill>
            <a:prstDash val="solid"/>
          </a:ln>
        </p:spPr>
      </p:sp>
      <p:sp>
        <p:nvSpPr>
          <p:cNvPr id="149" name="Text 150">
            <a:extLst>
              <a:ext uri="{FF2B5EF4-FFF2-40B4-BE49-F238E27FC236}">
                <a16:creationId xmlns:a16="http://schemas.microsoft.com/office/drawing/2014/main" id="{6B7C8F00-3DBA-4B6A-FE02-8A2E47B7F372}"/>
              </a:ext>
            </a:extLst>
          </p:cNvPr>
          <p:cNvSpPr/>
          <p:nvPr/>
        </p:nvSpPr>
        <p:spPr>
          <a:xfrm>
            <a:off x="10889791" y="4720590"/>
            <a:ext cx="48006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TC190</a:t>
            </a:r>
            <a:endParaRPr lang="en-US" sz="833" dirty="0"/>
          </a:p>
        </p:txBody>
      </p:sp>
      <p:sp>
        <p:nvSpPr>
          <p:cNvPr id="150" name="Shape 151">
            <a:extLst>
              <a:ext uri="{FF2B5EF4-FFF2-40B4-BE49-F238E27FC236}">
                <a16:creationId xmlns:a16="http://schemas.microsoft.com/office/drawing/2014/main" id="{C55104CD-F433-223F-3B84-BF71B51F1F9E}"/>
              </a:ext>
            </a:extLst>
          </p:cNvPr>
          <p:cNvSpPr/>
          <p:nvPr/>
        </p:nvSpPr>
        <p:spPr>
          <a:xfrm>
            <a:off x="10584991" y="5021580"/>
            <a:ext cx="266700" cy="0"/>
          </a:xfrm>
          <a:prstGeom prst="line">
            <a:avLst/>
          </a:prstGeom>
          <a:noFill/>
          <a:ln w="12700">
            <a:solidFill>
              <a:srgbClr val="00FFFF"/>
            </a:solidFill>
            <a:prstDash val="solid"/>
          </a:ln>
        </p:spPr>
      </p:sp>
      <p:sp>
        <p:nvSpPr>
          <p:cNvPr id="151" name="Text 152">
            <a:extLst>
              <a:ext uri="{FF2B5EF4-FFF2-40B4-BE49-F238E27FC236}">
                <a16:creationId xmlns:a16="http://schemas.microsoft.com/office/drawing/2014/main" id="{0FDCC66E-D4A1-D4E1-071F-E2141363300C}"/>
              </a:ext>
            </a:extLst>
          </p:cNvPr>
          <p:cNvSpPr/>
          <p:nvPr/>
        </p:nvSpPr>
        <p:spPr>
          <a:xfrm>
            <a:off x="10889791" y="4987290"/>
            <a:ext cx="48006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TC191</a:t>
            </a:r>
            <a:endParaRPr lang="en-US" sz="833" dirty="0"/>
          </a:p>
        </p:txBody>
      </p:sp>
      <p:sp>
        <p:nvSpPr>
          <p:cNvPr id="152" name="Shape 153">
            <a:extLst>
              <a:ext uri="{FF2B5EF4-FFF2-40B4-BE49-F238E27FC236}">
                <a16:creationId xmlns:a16="http://schemas.microsoft.com/office/drawing/2014/main" id="{EC069563-BEC1-13B3-CF55-438568BB39D7}"/>
              </a:ext>
            </a:extLst>
          </p:cNvPr>
          <p:cNvSpPr/>
          <p:nvPr/>
        </p:nvSpPr>
        <p:spPr>
          <a:xfrm>
            <a:off x="10584991" y="5288280"/>
            <a:ext cx="26670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153" name="Text 154">
            <a:extLst>
              <a:ext uri="{FF2B5EF4-FFF2-40B4-BE49-F238E27FC236}">
                <a16:creationId xmlns:a16="http://schemas.microsoft.com/office/drawing/2014/main" id="{CAA5F9AB-BE66-087B-B73E-9DF8A542F37D}"/>
              </a:ext>
            </a:extLst>
          </p:cNvPr>
          <p:cNvSpPr/>
          <p:nvPr/>
        </p:nvSpPr>
        <p:spPr>
          <a:xfrm>
            <a:off x="10889791" y="5253990"/>
            <a:ext cx="48006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TC192</a:t>
            </a:r>
            <a:endParaRPr lang="en-US" sz="833" dirty="0"/>
          </a:p>
        </p:txBody>
      </p:sp>
      <p:sp>
        <p:nvSpPr>
          <p:cNvPr id="154" name="Text 155">
            <a:extLst>
              <a:ext uri="{FF2B5EF4-FFF2-40B4-BE49-F238E27FC236}">
                <a16:creationId xmlns:a16="http://schemas.microsoft.com/office/drawing/2014/main" id="{DDA2F733-8EB6-6960-E192-D0D3D3BECE0A}"/>
              </a:ext>
            </a:extLst>
          </p:cNvPr>
          <p:cNvSpPr/>
          <p:nvPr/>
        </p:nvSpPr>
        <p:spPr>
          <a:xfrm>
            <a:off x="5118550" y="6284140"/>
            <a:ext cx="71683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X축 시간 [분]</a:t>
            </a:r>
            <a:endParaRPr lang="en-US" sz="833" dirty="0"/>
          </a:p>
        </p:txBody>
      </p:sp>
      <p:sp>
        <p:nvSpPr>
          <p:cNvPr id="155" name="Text 156">
            <a:extLst>
              <a:ext uri="{FF2B5EF4-FFF2-40B4-BE49-F238E27FC236}">
                <a16:creationId xmlns:a16="http://schemas.microsoft.com/office/drawing/2014/main" id="{97BF33D6-F15F-2882-A996-1DE11B9800FE}"/>
              </a:ext>
            </a:extLst>
          </p:cNvPr>
          <p:cNvSpPr/>
          <p:nvPr/>
        </p:nvSpPr>
        <p:spPr>
          <a:xfrm>
            <a:off x="5130554" y="6474640"/>
            <a:ext cx="487680" cy="194546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33" dirty="0"/>
          </a:p>
        </p:txBody>
      </p:sp>
      <p:sp>
        <p:nvSpPr>
          <p:cNvPr id="156" name="Text 5">
            <a:extLst>
              <a:ext uri="{FF2B5EF4-FFF2-40B4-BE49-F238E27FC236}">
                <a16:creationId xmlns:a16="http://schemas.microsoft.com/office/drawing/2014/main" id="{1BBA20A6-E92D-C933-1E2C-C7A690047985}"/>
              </a:ext>
            </a:extLst>
          </p:cNvPr>
          <p:cNvSpPr/>
          <p:nvPr/>
        </p:nvSpPr>
        <p:spPr>
          <a:xfrm>
            <a:off x="5064441" y="1030111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833" dirty="0"/>
          </a:p>
        </p:txBody>
      </p:sp>
      <p:sp>
        <p:nvSpPr>
          <p:cNvPr id="157" name="Text 5">
            <a:extLst>
              <a:ext uri="{FF2B5EF4-FFF2-40B4-BE49-F238E27FC236}">
                <a16:creationId xmlns:a16="http://schemas.microsoft.com/office/drawing/2014/main" id="{9796EE86-E1E1-023D-5FDC-1783C018ACF5}"/>
              </a:ext>
            </a:extLst>
          </p:cNvPr>
          <p:cNvSpPr/>
          <p:nvPr/>
        </p:nvSpPr>
        <p:spPr>
          <a:xfrm>
            <a:off x="5055412" y="1368918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833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85DDB0E-74A9-4DD7-EA24-F33B26F6E78C}"/>
              </a:ext>
            </a:extLst>
          </p:cNvPr>
          <p:cNvSpPr/>
          <p:nvPr/>
        </p:nvSpPr>
        <p:spPr>
          <a:xfrm>
            <a:off x="5126651" y="2566530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833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41E290D-1B9C-1D8B-EDEF-8C6A6FB48375}"/>
              </a:ext>
            </a:extLst>
          </p:cNvPr>
          <p:cNvSpPr/>
          <p:nvPr/>
        </p:nvSpPr>
        <p:spPr>
          <a:xfrm>
            <a:off x="5047908" y="2842261"/>
            <a:ext cx="740269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Auto/Manual</a:t>
            </a: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D405F300-FD00-695C-3151-7B4E7C0FA29B}"/>
              </a:ext>
            </a:extLst>
          </p:cNvPr>
          <p:cNvSpPr/>
          <p:nvPr/>
        </p:nvSpPr>
        <p:spPr>
          <a:xfrm>
            <a:off x="5132578" y="319278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833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DAA3CDC9-BE53-206D-6F0D-27CECD72DB36}"/>
              </a:ext>
            </a:extLst>
          </p:cNvPr>
          <p:cNvSpPr/>
          <p:nvPr/>
        </p:nvSpPr>
        <p:spPr>
          <a:xfrm>
            <a:off x="5132578" y="353568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833" dirty="0"/>
          </a:p>
        </p:txBody>
      </p:sp>
      <p:sp>
        <p:nvSpPr>
          <p:cNvPr id="89" name="Text 5">
            <a:extLst>
              <a:ext uri="{FF2B5EF4-FFF2-40B4-BE49-F238E27FC236}">
                <a16:creationId xmlns:a16="http://schemas.microsoft.com/office/drawing/2014/main" id="{0A2A0CFF-A825-2B47-0968-A08ED69C0173}"/>
              </a:ext>
            </a:extLst>
          </p:cNvPr>
          <p:cNvSpPr/>
          <p:nvPr/>
        </p:nvSpPr>
        <p:spPr>
          <a:xfrm>
            <a:off x="5067948" y="2950351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833" dirty="0"/>
          </a:p>
        </p:txBody>
      </p:sp>
      <p:sp>
        <p:nvSpPr>
          <p:cNvPr id="90" name="Text 5">
            <a:extLst>
              <a:ext uri="{FF2B5EF4-FFF2-40B4-BE49-F238E27FC236}">
                <a16:creationId xmlns:a16="http://schemas.microsoft.com/office/drawing/2014/main" id="{C4421AFA-4477-06BB-5B40-3BD85D032D10}"/>
              </a:ext>
            </a:extLst>
          </p:cNvPr>
          <p:cNvSpPr/>
          <p:nvPr/>
        </p:nvSpPr>
        <p:spPr>
          <a:xfrm>
            <a:off x="5058919" y="3289158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833" dirty="0"/>
          </a:p>
        </p:txBody>
      </p:sp>
      <p:sp>
        <p:nvSpPr>
          <p:cNvPr id="91" name="Text 5">
            <a:extLst>
              <a:ext uri="{FF2B5EF4-FFF2-40B4-BE49-F238E27FC236}">
                <a16:creationId xmlns:a16="http://schemas.microsoft.com/office/drawing/2014/main" id="{CEF0360F-FB82-264B-2A90-F309682CE461}"/>
              </a:ext>
            </a:extLst>
          </p:cNvPr>
          <p:cNvSpPr/>
          <p:nvPr/>
        </p:nvSpPr>
        <p:spPr>
          <a:xfrm>
            <a:off x="5129955" y="4511129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833" dirty="0"/>
          </a:p>
        </p:txBody>
      </p:sp>
      <p:sp>
        <p:nvSpPr>
          <p:cNvPr id="141" name="Text 6">
            <a:extLst>
              <a:ext uri="{FF2B5EF4-FFF2-40B4-BE49-F238E27FC236}">
                <a16:creationId xmlns:a16="http://schemas.microsoft.com/office/drawing/2014/main" id="{D2EF32E4-68E3-CDB5-F145-33CC697ACDAE}"/>
              </a:ext>
            </a:extLst>
          </p:cNvPr>
          <p:cNvSpPr/>
          <p:nvPr/>
        </p:nvSpPr>
        <p:spPr>
          <a:xfrm>
            <a:off x="5051212" y="4786860"/>
            <a:ext cx="740269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Auto/Manual</a:t>
            </a:r>
          </a:p>
        </p:txBody>
      </p:sp>
      <p:sp>
        <p:nvSpPr>
          <p:cNvPr id="142" name="Text 8">
            <a:extLst>
              <a:ext uri="{FF2B5EF4-FFF2-40B4-BE49-F238E27FC236}">
                <a16:creationId xmlns:a16="http://schemas.microsoft.com/office/drawing/2014/main" id="{1BA3982C-8746-EDB1-D424-79EC249A66C6}"/>
              </a:ext>
            </a:extLst>
          </p:cNvPr>
          <p:cNvSpPr/>
          <p:nvPr/>
        </p:nvSpPr>
        <p:spPr>
          <a:xfrm>
            <a:off x="5135882" y="5137379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833" dirty="0"/>
          </a:p>
        </p:txBody>
      </p:sp>
      <p:sp>
        <p:nvSpPr>
          <p:cNvPr id="143" name="Text 10">
            <a:extLst>
              <a:ext uri="{FF2B5EF4-FFF2-40B4-BE49-F238E27FC236}">
                <a16:creationId xmlns:a16="http://schemas.microsoft.com/office/drawing/2014/main" id="{03A8B9DD-AD54-45E4-03D2-3A73D6A163D2}"/>
              </a:ext>
            </a:extLst>
          </p:cNvPr>
          <p:cNvSpPr/>
          <p:nvPr/>
        </p:nvSpPr>
        <p:spPr>
          <a:xfrm>
            <a:off x="5135882" y="5480279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833" dirty="0"/>
          </a:p>
        </p:txBody>
      </p:sp>
      <p:sp>
        <p:nvSpPr>
          <p:cNvPr id="144" name="Text 5">
            <a:extLst>
              <a:ext uri="{FF2B5EF4-FFF2-40B4-BE49-F238E27FC236}">
                <a16:creationId xmlns:a16="http://schemas.microsoft.com/office/drawing/2014/main" id="{FB652A67-99BF-DD6C-6A8F-F6A5F7DAF7AE}"/>
              </a:ext>
            </a:extLst>
          </p:cNvPr>
          <p:cNvSpPr/>
          <p:nvPr/>
        </p:nvSpPr>
        <p:spPr>
          <a:xfrm>
            <a:off x="5071252" y="4894950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833" dirty="0"/>
          </a:p>
        </p:txBody>
      </p:sp>
      <p:sp>
        <p:nvSpPr>
          <p:cNvPr id="158" name="Text 5">
            <a:extLst>
              <a:ext uri="{FF2B5EF4-FFF2-40B4-BE49-F238E27FC236}">
                <a16:creationId xmlns:a16="http://schemas.microsoft.com/office/drawing/2014/main" id="{A20B4A92-5872-AA88-AEF5-75E00FF306A1}"/>
              </a:ext>
            </a:extLst>
          </p:cNvPr>
          <p:cNvSpPr/>
          <p:nvPr/>
        </p:nvSpPr>
        <p:spPr>
          <a:xfrm>
            <a:off x="5062223" y="5233758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833" dirty="0"/>
          </a:p>
        </p:txBody>
      </p:sp>
      <p:sp>
        <p:nvSpPr>
          <p:cNvPr id="159" name="Text 45">
            <a:extLst>
              <a:ext uri="{FF2B5EF4-FFF2-40B4-BE49-F238E27FC236}">
                <a16:creationId xmlns:a16="http://schemas.microsoft.com/office/drawing/2014/main" id="{7FF3E8CC-D9AF-1A60-D8BD-AC05D3D8104D}"/>
              </a:ext>
            </a:extLst>
          </p:cNvPr>
          <p:cNvSpPr/>
          <p:nvPr/>
        </p:nvSpPr>
        <p:spPr>
          <a:xfrm>
            <a:off x="10889791" y="82677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TC182</a:t>
            </a:r>
            <a:endParaRPr lang="en-US" sz="833" dirty="0"/>
          </a:p>
        </p:txBody>
      </p:sp>
      <p:sp>
        <p:nvSpPr>
          <p:cNvPr id="163" name="Text 4">
            <a:extLst>
              <a:ext uri="{FF2B5EF4-FFF2-40B4-BE49-F238E27FC236}">
                <a16:creationId xmlns:a16="http://schemas.microsoft.com/office/drawing/2014/main" id="{0E212A9C-4797-99DD-FD1B-A5FD9BC0C6DE}"/>
              </a:ext>
            </a:extLst>
          </p:cNvPr>
          <p:cNvSpPr/>
          <p:nvPr/>
        </p:nvSpPr>
        <p:spPr>
          <a:xfrm>
            <a:off x="11406747" y="-84073"/>
            <a:ext cx="350183" cy="43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5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463BBE6-0AFE-2133-6F06-E5615DFB5DDA}"/>
              </a:ext>
            </a:extLst>
          </p:cNvPr>
          <p:cNvSpPr/>
          <p:nvPr/>
        </p:nvSpPr>
        <p:spPr>
          <a:xfrm>
            <a:off x="2013476" y="1868141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REF.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ECD585-6990-894B-77C1-D3E8519D8419}"/>
              </a:ext>
            </a:extLst>
          </p:cNvPr>
          <p:cNvSpPr txBox="1"/>
          <p:nvPr/>
        </p:nvSpPr>
        <p:spPr>
          <a:xfrm>
            <a:off x="209973" y="1820951"/>
            <a:ext cx="44331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메인 </a:t>
            </a:r>
            <a:r>
              <a:rPr lang="en-US" altLang="ko-KR" b="1" dirty="0"/>
              <a:t>UI</a:t>
            </a:r>
            <a:r>
              <a:rPr lang="ko-KR" altLang="en-US" b="1" dirty="0"/>
              <a:t>에서           클릭 시 다음과 같이 팝업 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- X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시간</a:t>
            </a:r>
            <a:endParaRPr lang="en-US" altLang="ko-KR" dirty="0"/>
          </a:p>
          <a:p>
            <a:r>
              <a:rPr lang="en-US" altLang="ko-KR" dirty="0"/>
              <a:t>  Y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 err="1"/>
              <a:t>온도값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Auto, Manual </a:t>
            </a:r>
            <a:r>
              <a:rPr lang="ko-KR" altLang="en-US" dirty="0"/>
              <a:t>모드 설정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Manual </a:t>
            </a:r>
            <a:r>
              <a:rPr lang="ko-KR" altLang="en-US" dirty="0"/>
              <a:t>모드에서 </a:t>
            </a:r>
            <a:r>
              <a:rPr lang="en-US" altLang="ko-KR" dirty="0"/>
              <a:t>Y</a:t>
            </a:r>
            <a:r>
              <a:rPr lang="ko-KR" altLang="en-US" dirty="0"/>
              <a:t>축 최댓값</a:t>
            </a:r>
            <a:r>
              <a:rPr lang="en-US" altLang="ko-KR" dirty="0"/>
              <a:t>, </a:t>
            </a:r>
            <a:r>
              <a:rPr lang="ko-KR" altLang="en-US" dirty="0"/>
              <a:t>최솟값 설정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X</a:t>
            </a:r>
            <a:r>
              <a:rPr lang="ko-KR" altLang="en-US" dirty="0"/>
              <a:t>축 시간 설정 가능</a:t>
            </a:r>
          </a:p>
        </p:txBody>
      </p:sp>
    </p:spTree>
    <p:extLst>
      <p:ext uri="{BB962C8B-B14F-4D97-AF65-F5344CB8AC3E}">
        <p14:creationId xmlns:p14="http://schemas.microsoft.com/office/powerpoint/2010/main" val="551613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98344-7095-1EAE-3C04-87BF6C285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F4AFB4F2-BD16-8B5A-D186-D22E69F2938C}"/>
              </a:ext>
            </a:extLst>
          </p:cNvPr>
          <p:cNvSpPr/>
          <p:nvPr/>
        </p:nvSpPr>
        <p:spPr>
          <a:xfrm>
            <a:off x="4838311" y="956918"/>
            <a:ext cx="6791689" cy="46621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Shape 1">
            <a:extLst>
              <a:ext uri="{FF2B5EF4-FFF2-40B4-BE49-F238E27FC236}">
                <a16:creationId xmlns:a16="http://schemas.microsoft.com/office/drawing/2014/main" id="{F789A6BE-8A7C-D90E-94CD-D1294586B683}"/>
              </a:ext>
            </a:extLst>
          </p:cNvPr>
          <p:cNvSpPr/>
          <p:nvPr/>
        </p:nvSpPr>
        <p:spPr>
          <a:xfrm>
            <a:off x="4837820" y="956918"/>
            <a:ext cx="6791689" cy="2667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3CDAA1ED-A3F6-F169-6337-E7F4A180A1BD}"/>
              </a:ext>
            </a:extLst>
          </p:cNvPr>
          <p:cNvSpPr/>
          <p:nvPr/>
        </p:nvSpPr>
        <p:spPr>
          <a:xfrm>
            <a:off x="4929260" y="1033118"/>
            <a:ext cx="121920" cy="121920"/>
          </a:xfrm>
          <a:prstGeom prst="rect">
            <a:avLst/>
          </a:prstGeom>
          <a:solidFill>
            <a:schemeClr val="tx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32D7EA9D-76EA-5C67-223A-45D50B3CB3B0}"/>
              </a:ext>
            </a:extLst>
          </p:cNvPr>
          <p:cNvSpPr/>
          <p:nvPr/>
        </p:nvSpPr>
        <p:spPr>
          <a:xfrm>
            <a:off x="5089280" y="1014068"/>
            <a:ext cx="243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 Graph</a:t>
            </a:r>
            <a:endParaRPr lang="en-US" sz="1250" b="1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1E0DDBB9-26C9-9824-902E-C88959D703AE}"/>
              </a:ext>
            </a:extLst>
          </p:cNvPr>
          <p:cNvSpPr/>
          <p:nvPr/>
        </p:nvSpPr>
        <p:spPr>
          <a:xfrm>
            <a:off x="5014773" y="1595588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833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DCC6993-35C4-6C10-0053-287B82C5F171}"/>
              </a:ext>
            </a:extLst>
          </p:cNvPr>
          <p:cNvSpPr/>
          <p:nvPr/>
        </p:nvSpPr>
        <p:spPr>
          <a:xfrm>
            <a:off x="4936031" y="1871319"/>
            <a:ext cx="740269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Auto/Manual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B2343189-01A1-0CBB-3395-D053C9316B80}"/>
              </a:ext>
            </a:extLst>
          </p:cNvPr>
          <p:cNvSpPr/>
          <p:nvPr/>
        </p:nvSpPr>
        <p:spPr>
          <a:xfrm>
            <a:off x="5020700" y="2221838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833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F35FD71B-48B4-CBBD-40A7-F3DF60E3F75A}"/>
              </a:ext>
            </a:extLst>
          </p:cNvPr>
          <p:cNvSpPr/>
          <p:nvPr/>
        </p:nvSpPr>
        <p:spPr>
          <a:xfrm>
            <a:off x="5020700" y="2564738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833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77F2558-A8F0-FD0F-8552-57E652631335}"/>
              </a:ext>
            </a:extLst>
          </p:cNvPr>
          <p:cNvSpPr/>
          <p:nvPr/>
        </p:nvSpPr>
        <p:spPr>
          <a:xfrm>
            <a:off x="5942720" y="1414118"/>
            <a:ext cx="44196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&amp; Gas Temp</a:t>
            </a:r>
            <a:endParaRPr lang="en-US" sz="833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7F7C751A-00FB-D6E7-BB49-F085A8F1181E}"/>
              </a:ext>
            </a:extLst>
          </p:cNvPr>
          <p:cNvSpPr/>
          <p:nvPr/>
        </p:nvSpPr>
        <p:spPr>
          <a:xfrm>
            <a:off x="5942720" y="1543658"/>
            <a:ext cx="4419600" cy="121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36652B49-A4C0-4A02-1E70-4DCE3DB09ABD}"/>
              </a:ext>
            </a:extLst>
          </p:cNvPr>
          <p:cNvSpPr/>
          <p:nvPr/>
        </p:nvSpPr>
        <p:spPr>
          <a:xfrm>
            <a:off x="6679320" y="1543658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0FDC97CD-94FE-058E-925A-3183E20221BA}"/>
              </a:ext>
            </a:extLst>
          </p:cNvPr>
          <p:cNvSpPr/>
          <p:nvPr/>
        </p:nvSpPr>
        <p:spPr>
          <a:xfrm>
            <a:off x="7415920" y="1543658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BE0D42AA-B7BC-8BE7-9169-AD2286EB4AFC}"/>
              </a:ext>
            </a:extLst>
          </p:cNvPr>
          <p:cNvSpPr/>
          <p:nvPr/>
        </p:nvSpPr>
        <p:spPr>
          <a:xfrm>
            <a:off x="8152520" y="1543658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8B607B7F-D3B6-8036-7EF8-1200383DAF00}"/>
              </a:ext>
            </a:extLst>
          </p:cNvPr>
          <p:cNvSpPr/>
          <p:nvPr/>
        </p:nvSpPr>
        <p:spPr>
          <a:xfrm>
            <a:off x="8889120" y="1543658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FFF1B850-3FF7-A5DB-F3BC-C88E2E9AC9FD}"/>
              </a:ext>
            </a:extLst>
          </p:cNvPr>
          <p:cNvSpPr/>
          <p:nvPr/>
        </p:nvSpPr>
        <p:spPr>
          <a:xfrm>
            <a:off x="9625720" y="1543658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8D7721DD-F823-5D20-5DF7-4AFBD4AB8AD8}"/>
              </a:ext>
            </a:extLst>
          </p:cNvPr>
          <p:cNvSpPr/>
          <p:nvPr/>
        </p:nvSpPr>
        <p:spPr>
          <a:xfrm>
            <a:off x="5942720" y="1848458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4629202C-6B8E-6A72-D8B5-9925AB567AD5}"/>
              </a:ext>
            </a:extLst>
          </p:cNvPr>
          <p:cNvSpPr/>
          <p:nvPr/>
        </p:nvSpPr>
        <p:spPr>
          <a:xfrm>
            <a:off x="5942720" y="2153258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AD4CBD7B-AC2A-B03A-E5B8-D2B32F33B089}"/>
              </a:ext>
            </a:extLst>
          </p:cNvPr>
          <p:cNvSpPr/>
          <p:nvPr/>
        </p:nvSpPr>
        <p:spPr>
          <a:xfrm>
            <a:off x="5942720" y="2458058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5E04CB6D-ED97-1F0F-F74E-1D4E47EE1482}"/>
              </a:ext>
            </a:extLst>
          </p:cNvPr>
          <p:cNvSpPr/>
          <p:nvPr/>
        </p:nvSpPr>
        <p:spPr>
          <a:xfrm>
            <a:off x="5942720" y="16960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501D2C20-128B-39F8-2C6F-EC69F3896971}"/>
              </a:ext>
            </a:extLst>
          </p:cNvPr>
          <p:cNvSpPr/>
          <p:nvPr/>
        </p:nvSpPr>
        <p:spPr>
          <a:xfrm>
            <a:off x="5942720" y="18484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F5E78884-B4BD-7362-FD5A-2E75FF30D825}"/>
              </a:ext>
            </a:extLst>
          </p:cNvPr>
          <p:cNvSpPr/>
          <p:nvPr/>
        </p:nvSpPr>
        <p:spPr>
          <a:xfrm>
            <a:off x="5942720" y="20008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2BF44EA1-8BCB-1B1B-6FD3-75AEF8B2FA94}"/>
              </a:ext>
            </a:extLst>
          </p:cNvPr>
          <p:cNvSpPr/>
          <p:nvPr/>
        </p:nvSpPr>
        <p:spPr>
          <a:xfrm>
            <a:off x="5942720" y="21532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8354D740-E06D-DB16-7473-263E70D41FEB}"/>
              </a:ext>
            </a:extLst>
          </p:cNvPr>
          <p:cNvSpPr/>
          <p:nvPr/>
        </p:nvSpPr>
        <p:spPr>
          <a:xfrm>
            <a:off x="5942720" y="23056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5F55527C-E6EB-06AA-4AE6-ABAC58E2BBEC}"/>
              </a:ext>
            </a:extLst>
          </p:cNvPr>
          <p:cNvSpPr/>
          <p:nvPr/>
        </p:nvSpPr>
        <p:spPr>
          <a:xfrm>
            <a:off x="5942720" y="24580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399C0593-168D-3027-7FE3-14FE21E0D8D0}"/>
              </a:ext>
            </a:extLst>
          </p:cNvPr>
          <p:cNvSpPr/>
          <p:nvPr/>
        </p:nvSpPr>
        <p:spPr>
          <a:xfrm>
            <a:off x="5942720" y="26104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8AD5C4FF-E19F-2B92-7EAC-D8ADF91F8125}"/>
              </a:ext>
            </a:extLst>
          </p:cNvPr>
          <p:cNvSpPr/>
          <p:nvPr/>
        </p:nvSpPr>
        <p:spPr>
          <a:xfrm>
            <a:off x="5683640" y="152079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75.1</a:t>
            </a:r>
            <a:endParaRPr lang="en-US" sz="40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2A753E53-0D3F-7BDE-EF48-7F7C80A8D81B}"/>
              </a:ext>
            </a:extLst>
          </p:cNvPr>
          <p:cNvSpPr/>
          <p:nvPr/>
        </p:nvSpPr>
        <p:spPr>
          <a:xfrm>
            <a:off x="5683640" y="182559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</a:t>
            </a:r>
            <a:endParaRPr lang="en-US" sz="4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60CC0EFE-4E1E-4CF7-6C22-76C44B274B06}"/>
              </a:ext>
            </a:extLst>
          </p:cNvPr>
          <p:cNvSpPr/>
          <p:nvPr/>
        </p:nvSpPr>
        <p:spPr>
          <a:xfrm>
            <a:off x="5683640" y="213039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</a:t>
            </a:r>
            <a:endParaRPr lang="en-US" sz="40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372FF802-16B8-AADD-4A5F-208D4E495D16}"/>
              </a:ext>
            </a:extLst>
          </p:cNvPr>
          <p:cNvSpPr/>
          <p:nvPr/>
        </p:nvSpPr>
        <p:spPr>
          <a:xfrm>
            <a:off x="5683640" y="243519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</a:t>
            </a:r>
            <a:endParaRPr lang="en-US" sz="400" dirty="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BBD0CB83-8A8A-F2EF-934C-3815ED70A485}"/>
              </a:ext>
            </a:extLst>
          </p:cNvPr>
          <p:cNvSpPr/>
          <p:nvPr/>
        </p:nvSpPr>
        <p:spPr>
          <a:xfrm>
            <a:off x="5683640" y="273999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400" dirty="0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731C7146-510D-42E3-0371-F947C631B982}"/>
              </a:ext>
            </a:extLst>
          </p:cNvPr>
          <p:cNvSpPr/>
          <p:nvPr/>
        </p:nvSpPr>
        <p:spPr>
          <a:xfrm>
            <a:off x="5775080" y="2869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300" dirty="0"/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B8D9C72F-E0B2-54C0-F587-8DE6B656ADDC}"/>
              </a:ext>
            </a:extLst>
          </p:cNvPr>
          <p:cNvSpPr/>
          <p:nvPr/>
        </p:nvSpPr>
        <p:spPr>
          <a:xfrm>
            <a:off x="6511680" y="2869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00:01:41</a:t>
            </a:r>
            <a:endParaRPr lang="en-US" sz="300" dirty="0"/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553E2A84-2DC7-5987-AD67-043102A53C25}"/>
              </a:ext>
            </a:extLst>
          </p:cNvPr>
          <p:cNvSpPr/>
          <p:nvPr/>
        </p:nvSpPr>
        <p:spPr>
          <a:xfrm>
            <a:off x="7248280" y="2869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00:03:21</a:t>
            </a:r>
            <a:endParaRPr lang="en-US" sz="300" dirty="0"/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FC7DD840-C88B-315B-BFEF-75D11B47C0F3}"/>
              </a:ext>
            </a:extLst>
          </p:cNvPr>
          <p:cNvSpPr/>
          <p:nvPr/>
        </p:nvSpPr>
        <p:spPr>
          <a:xfrm>
            <a:off x="7984880" y="2869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00:05:01</a:t>
            </a:r>
            <a:endParaRPr lang="en-US" sz="300" dirty="0"/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13D0C77A-818F-B3EC-31DB-2F9506A56697}"/>
              </a:ext>
            </a:extLst>
          </p:cNvPr>
          <p:cNvSpPr/>
          <p:nvPr/>
        </p:nvSpPr>
        <p:spPr>
          <a:xfrm>
            <a:off x="8721480" y="2869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00:06:41</a:t>
            </a:r>
            <a:endParaRPr lang="en-US" sz="300" dirty="0"/>
          </a:p>
        </p:txBody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17D43615-D476-A904-718C-9E2D25A7C722}"/>
              </a:ext>
            </a:extLst>
          </p:cNvPr>
          <p:cNvSpPr/>
          <p:nvPr/>
        </p:nvSpPr>
        <p:spPr>
          <a:xfrm>
            <a:off x="9458080" y="2869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00:08:21</a:t>
            </a:r>
            <a:endParaRPr lang="en-US" sz="300" dirty="0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F9154BB1-8562-99DB-94EE-3F866DC05C4D}"/>
              </a:ext>
            </a:extLst>
          </p:cNvPr>
          <p:cNvSpPr/>
          <p:nvPr/>
        </p:nvSpPr>
        <p:spPr>
          <a:xfrm>
            <a:off x="10194680" y="2869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00:10:00</a:t>
            </a:r>
            <a:endParaRPr lang="en-US" sz="300" dirty="0"/>
          </a:p>
        </p:txBody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B2D2B688-AA5A-FDCE-DA4A-F6D338CA6B4D}"/>
              </a:ext>
            </a:extLst>
          </p:cNvPr>
          <p:cNvSpPr/>
          <p:nvPr/>
        </p:nvSpPr>
        <p:spPr>
          <a:xfrm>
            <a:off x="10415660" y="1543658"/>
            <a:ext cx="876300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4">
            <a:extLst>
              <a:ext uri="{FF2B5EF4-FFF2-40B4-BE49-F238E27FC236}">
                <a16:creationId xmlns:a16="http://schemas.microsoft.com/office/drawing/2014/main" id="{1150F091-AC3E-2A32-7EDE-706371137EF3}"/>
              </a:ext>
            </a:extLst>
          </p:cNvPr>
          <p:cNvSpPr/>
          <p:nvPr/>
        </p:nvSpPr>
        <p:spPr>
          <a:xfrm>
            <a:off x="10476620" y="1596998"/>
            <a:ext cx="26670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C68C896B-AD35-7895-22AD-F70FBF9C5209}"/>
              </a:ext>
            </a:extLst>
          </p:cNvPr>
          <p:cNvSpPr/>
          <p:nvPr/>
        </p:nvSpPr>
        <p:spPr>
          <a:xfrm>
            <a:off x="10781420" y="1562708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TC214</a:t>
            </a:r>
            <a:endParaRPr lang="en-US" sz="833" dirty="0"/>
          </a:p>
        </p:txBody>
      </p:sp>
      <p:sp>
        <p:nvSpPr>
          <p:cNvPr id="45" name="Shape 46">
            <a:extLst>
              <a:ext uri="{FF2B5EF4-FFF2-40B4-BE49-F238E27FC236}">
                <a16:creationId xmlns:a16="http://schemas.microsoft.com/office/drawing/2014/main" id="{3E099C03-8CA8-9D9A-2883-1AEC24DFB4B4}"/>
              </a:ext>
            </a:extLst>
          </p:cNvPr>
          <p:cNvSpPr/>
          <p:nvPr/>
        </p:nvSpPr>
        <p:spPr>
          <a:xfrm>
            <a:off x="10476620" y="1810358"/>
            <a:ext cx="266700" cy="0"/>
          </a:xfrm>
          <a:prstGeom prst="line">
            <a:avLst/>
          </a:prstGeom>
          <a:noFill/>
          <a:ln w="12700">
            <a:solidFill>
              <a:srgbClr val="00FF00"/>
            </a:solidFill>
            <a:prstDash val="solid"/>
          </a:ln>
        </p:spPr>
      </p:sp>
      <p:sp>
        <p:nvSpPr>
          <p:cNvPr id="46" name="Text 47">
            <a:extLst>
              <a:ext uri="{FF2B5EF4-FFF2-40B4-BE49-F238E27FC236}">
                <a16:creationId xmlns:a16="http://schemas.microsoft.com/office/drawing/2014/main" id="{04271DB6-CEEB-DAFC-7578-6D74B93D870D}"/>
              </a:ext>
            </a:extLst>
          </p:cNvPr>
          <p:cNvSpPr/>
          <p:nvPr/>
        </p:nvSpPr>
        <p:spPr>
          <a:xfrm>
            <a:off x="10781420" y="1776068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en-US" sz="400" dirty="0"/>
          </a:p>
        </p:txBody>
      </p:sp>
      <p:sp>
        <p:nvSpPr>
          <p:cNvPr id="47" name="Shape 48">
            <a:extLst>
              <a:ext uri="{FF2B5EF4-FFF2-40B4-BE49-F238E27FC236}">
                <a16:creationId xmlns:a16="http://schemas.microsoft.com/office/drawing/2014/main" id="{BA6B9DAA-8AC2-D9E5-3663-1A648DA919B6}"/>
              </a:ext>
            </a:extLst>
          </p:cNvPr>
          <p:cNvSpPr/>
          <p:nvPr/>
        </p:nvSpPr>
        <p:spPr>
          <a:xfrm>
            <a:off x="10476620" y="2023718"/>
            <a:ext cx="266700" cy="0"/>
          </a:xfrm>
          <a:prstGeom prst="line">
            <a:avLst/>
          </a:prstGeom>
          <a:noFill/>
          <a:ln w="12700">
            <a:solidFill>
              <a:srgbClr val="00FFFF"/>
            </a:solidFill>
            <a:prstDash val="solid"/>
          </a:ln>
        </p:spPr>
      </p:sp>
      <p:sp>
        <p:nvSpPr>
          <p:cNvPr id="48" name="Text 49">
            <a:extLst>
              <a:ext uri="{FF2B5EF4-FFF2-40B4-BE49-F238E27FC236}">
                <a16:creationId xmlns:a16="http://schemas.microsoft.com/office/drawing/2014/main" id="{A47C37FD-0809-65B1-582E-441BB162D7F2}"/>
              </a:ext>
            </a:extLst>
          </p:cNvPr>
          <p:cNvSpPr/>
          <p:nvPr/>
        </p:nvSpPr>
        <p:spPr>
          <a:xfrm>
            <a:off x="10781420" y="1989428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TC147</a:t>
            </a:r>
            <a:endParaRPr lang="en-US" sz="833" dirty="0"/>
          </a:p>
        </p:txBody>
      </p:sp>
      <p:sp>
        <p:nvSpPr>
          <p:cNvPr id="59" name="Text 60">
            <a:extLst>
              <a:ext uri="{FF2B5EF4-FFF2-40B4-BE49-F238E27FC236}">
                <a16:creationId xmlns:a16="http://schemas.microsoft.com/office/drawing/2014/main" id="{229DB81F-FE0C-C5C8-4280-8303867685C8}"/>
              </a:ext>
            </a:extLst>
          </p:cNvPr>
          <p:cNvSpPr/>
          <p:nvPr/>
        </p:nvSpPr>
        <p:spPr>
          <a:xfrm>
            <a:off x="5942720" y="3319118"/>
            <a:ext cx="44196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Coolant Temp</a:t>
            </a:r>
            <a:endParaRPr lang="en-US" sz="833" dirty="0"/>
          </a:p>
        </p:txBody>
      </p:sp>
      <p:sp>
        <p:nvSpPr>
          <p:cNvPr id="60" name="Shape 61">
            <a:extLst>
              <a:ext uri="{FF2B5EF4-FFF2-40B4-BE49-F238E27FC236}">
                <a16:creationId xmlns:a16="http://schemas.microsoft.com/office/drawing/2014/main" id="{A0E2E729-2926-475B-9660-E899CC0C3BAC}"/>
              </a:ext>
            </a:extLst>
          </p:cNvPr>
          <p:cNvSpPr/>
          <p:nvPr/>
        </p:nvSpPr>
        <p:spPr>
          <a:xfrm>
            <a:off x="5942720" y="3448658"/>
            <a:ext cx="4419600" cy="121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62">
            <a:extLst>
              <a:ext uri="{FF2B5EF4-FFF2-40B4-BE49-F238E27FC236}">
                <a16:creationId xmlns:a16="http://schemas.microsoft.com/office/drawing/2014/main" id="{AD5A2051-F5EA-B296-44AC-B6FE6266F149}"/>
              </a:ext>
            </a:extLst>
          </p:cNvPr>
          <p:cNvSpPr/>
          <p:nvPr/>
        </p:nvSpPr>
        <p:spPr>
          <a:xfrm>
            <a:off x="6679320" y="3448658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2" name="Shape 63">
            <a:extLst>
              <a:ext uri="{FF2B5EF4-FFF2-40B4-BE49-F238E27FC236}">
                <a16:creationId xmlns:a16="http://schemas.microsoft.com/office/drawing/2014/main" id="{2857CCB3-1705-A38D-5A1F-218A95293742}"/>
              </a:ext>
            </a:extLst>
          </p:cNvPr>
          <p:cNvSpPr/>
          <p:nvPr/>
        </p:nvSpPr>
        <p:spPr>
          <a:xfrm>
            <a:off x="7415920" y="3448658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3" name="Shape 64">
            <a:extLst>
              <a:ext uri="{FF2B5EF4-FFF2-40B4-BE49-F238E27FC236}">
                <a16:creationId xmlns:a16="http://schemas.microsoft.com/office/drawing/2014/main" id="{293FE107-9DAC-06C3-AA20-945D9366024E}"/>
              </a:ext>
            </a:extLst>
          </p:cNvPr>
          <p:cNvSpPr/>
          <p:nvPr/>
        </p:nvSpPr>
        <p:spPr>
          <a:xfrm>
            <a:off x="8152520" y="3448658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4" name="Shape 65">
            <a:extLst>
              <a:ext uri="{FF2B5EF4-FFF2-40B4-BE49-F238E27FC236}">
                <a16:creationId xmlns:a16="http://schemas.microsoft.com/office/drawing/2014/main" id="{799ACB57-8B88-E4AF-B156-2DEC7C2D3103}"/>
              </a:ext>
            </a:extLst>
          </p:cNvPr>
          <p:cNvSpPr/>
          <p:nvPr/>
        </p:nvSpPr>
        <p:spPr>
          <a:xfrm>
            <a:off x="8889120" y="3448658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5" name="Shape 66">
            <a:extLst>
              <a:ext uri="{FF2B5EF4-FFF2-40B4-BE49-F238E27FC236}">
                <a16:creationId xmlns:a16="http://schemas.microsoft.com/office/drawing/2014/main" id="{15A6F1F2-F3F5-031E-F664-5838FFC1DA9F}"/>
              </a:ext>
            </a:extLst>
          </p:cNvPr>
          <p:cNvSpPr/>
          <p:nvPr/>
        </p:nvSpPr>
        <p:spPr>
          <a:xfrm>
            <a:off x="9625720" y="3448658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6" name="Shape 67">
            <a:extLst>
              <a:ext uri="{FF2B5EF4-FFF2-40B4-BE49-F238E27FC236}">
                <a16:creationId xmlns:a16="http://schemas.microsoft.com/office/drawing/2014/main" id="{CBD9392C-F852-F38D-FA20-FEE96A3E47A2}"/>
              </a:ext>
            </a:extLst>
          </p:cNvPr>
          <p:cNvSpPr/>
          <p:nvPr/>
        </p:nvSpPr>
        <p:spPr>
          <a:xfrm>
            <a:off x="5942720" y="3753458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7" name="Shape 68">
            <a:extLst>
              <a:ext uri="{FF2B5EF4-FFF2-40B4-BE49-F238E27FC236}">
                <a16:creationId xmlns:a16="http://schemas.microsoft.com/office/drawing/2014/main" id="{0EE3BB68-E059-822F-EC91-6B2FBE0FFD78}"/>
              </a:ext>
            </a:extLst>
          </p:cNvPr>
          <p:cNvSpPr/>
          <p:nvPr/>
        </p:nvSpPr>
        <p:spPr>
          <a:xfrm>
            <a:off x="5942720" y="4058258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8" name="Shape 69">
            <a:extLst>
              <a:ext uri="{FF2B5EF4-FFF2-40B4-BE49-F238E27FC236}">
                <a16:creationId xmlns:a16="http://schemas.microsoft.com/office/drawing/2014/main" id="{84BAB383-76D4-3F2A-03F5-4BFD01D5F655}"/>
              </a:ext>
            </a:extLst>
          </p:cNvPr>
          <p:cNvSpPr/>
          <p:nvPr/>
        </p:nvSpPr>
        <p:spPr>
          <a:xfrm>
            <a:off x="5942720" y="4363058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9" name="Shape 70">
            <a:extLst>
              <a:ext uri="{FF2B5EF4-FFF2-40B4-BE49-F238E27FC236}">
                <a16:creationId xmlns:a16="http://schemas.microsoft.com/office/drawing/2014/main" id="{AD3C0EAA-F1AB-BAB6-3D40-C551063F519A}"/>
              </a:ext>
            </a:extLst>
          </p:cNvPr>
          <p:cNvSpPr/>
          <p:nvPr/>
        </p:nvSpPr>
        <p:spPr>
          <a:xfrm>
            <a:off x="5942720" y="36010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0" name="Shape 71">
            <a:extLst>
              <a:ext uri="{FF2B5EF4-FFF2-40B4-BE49-F238E27FC236}">
                <a16:creationId xmlns:a16="http://schemas.microsoft.com/office/drawing/2014/main" id="{67239916-0B1C-0D33-B335-5E4E26BE01B3}"/>
              </a:ext>
            </a:extLst>
          </p:cNvPr>
          <p:cNvSpPr/>
          <p:nvPr/>
        </p:nvSpPr>
        <p:spPr>
          <a:xfrm>
            <a:off x="5942720" y="37534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1" name="Shape 72">
            <a:extLst>
              <a:ext uri="{FF2B5EF4-FFF2-40B4-BE49-F238E27FC236}">
                <a16:creationId xmlns:a16="http://schemas.microsoft.com/office/drawing/2014/main" id="{B6DB1240-0087-4C66-9A29-6EFB6FF58801}"/>
              </a:ext>
            </a:extLst>
          </p:cNvPr>
          <p:cNvSpPr/>
          <p:nvPr/>
        </p:nvSpPr>
        <p:spPr>
          <a:xfrm>
            <a:off x="5942720" y="39058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2" name="Shape 73">
            <a:extLst>
              <a:ext uri="{FF2B5EF4-FFF2-40B4-BE49-F238E27FC236}">
                <a16:creationId xmlns:a16="http://schemas.microsoft.com/office/drawing/2014/main" id="{7C42CD50-759B-7737-1A7C-269D40FE38A1}"/>
              </a:ext>
            </a:extLst>
          </p:cNvPr>
          <p:cNvSpPr/>
          <p:nvPr/>
        </p:nvSpPr>
        <p:spPr>
          <a:xfrm>
            <a:off x="5942720" y="40582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3" name="Shape 74">
            <a:extLst>
              <a:ext uri="{FF2B5EF4-FFF2-40B4-BE49-F238E27FC236}">
                <a16:creationId xmlns:a16="http://schemas.microsoft.com/office/drawing/2014/main" id="{362E74A3-6115-F7F7-825B-72D831780086}"/>
              </a:ext>
            </a:extLst>
          </p:cNvPr>
          <p:cNvSpPr/>
          <p:nvPr/>
        </p:nvSpPr>
        <p:spPr>
          <a:xfrm>
            <a:off x="5942720" y="42106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4" name="Shape 75">
            <a:extLst>
              <a:ext uri="{FF2B5EF4-FFF2-40B4-BE49-F238E27FC236}">
                <a16:creationId xmlns:a16="http://schemas.microsoft.com/office/drawing/2014/main" id="{A60EE566-2632-1413-289F-C70D753CDD54}"/>
              </a:ext>
            </a:extLst>
          </p:cNvPr>
          <p:cNvSpPr/>
          <p:nvPr/>
        </p:nvSpPr>
        <p:spPr>
          <a:xfrm>
            <a:off x="5942720" y="43630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5" name="Shape 76">
            <a:extLst>
              <a:ext uri="{FF2B5EF4-FFF2-40B4-BE49-F238E27FC236}">
                <a16:creationId xmlns:a16="http://schemas.microsoft.com/office/drawing/2014/main" id="{134FE3BD-71AF-2520-5C64-0D4B96956866}"/>
              </a:ext>
            </a:extLst>
          </p:cNvPr>
          <p:cNvSpPr/>
          <p:nvPr/>
        </p:nvSpPr>
        <p:spPr>
          <a:xfrm>
            <a:off x="5942720" y="4515458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6" name="Text 77">
            <a:extLst>
              <a:ext uri="{FF2B5EF4-FFF2-40B4-BE49-F238E27FC236}">
                <a16:creationId xmlns:a16="http://schemas.microsoft.com/office/drawing/2014/main" id="{723F58A7-7E98-7186-30A7-784EA1CC7E3A}"/>
              </a:ext>
            </a:extLst>
          </p:cNvPr>
          <p:cNvSpPr/>
          <p:nvPr/>
        </p:nvSpPr>
        <p:spPr>
          <a:xfrm>
            <a:off x="5683640" y="342579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54.8</a:t>
            </a:r>
            <a:endParaRPr lang="en-US" sz="400" dirty="0"/>
          </a:p>
        </p:txBody>
      </p:sp>
      <p:sp>
        <p:nvSpPr>
          <p:cNvPr id="77" name="Text 78">
            <a:extLst>
              <a:ext uri="{FF2B5EF4-FFF2-40B4-BE49-F238E27FC236}">
                <a16:creationId xmlns:a16="http://schemas.microsoft.com/office/drawing/2014/main" id="{4C969AE4-C268-89C0-2224-E71FCAAF60CD}"/>
              </a:ext>
            </a:extLst>
          </p:cNvPr>
          <p:cNvSpPr/>
          <p:nvPr/>
        </p:nvSpPr>
        <p:spPr>
          <a:xfrm>
            <a:off x="5683640" y="366963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</a:t>
            </a:r>
            <a:endParaRPr lang="en-US" sz="400" dirty="0"/>
          </a:p>
        </p:txBody>
      </p:sp>
      <p:sp>
        <p:nvSpPr>
          <p:cNvPr id="78" name="Text 79">
            <a:extLst>
              <a:ext uri="{FF2B5EF4-FFF2-40B4-BE49-F238E27FC236}">
                <a16:creationId xmlns:a16="http://schemas.microsoft.com/office/drawing/2014/main" id="{4C6E1AA1-7296-F0CE-C601-BE190FDD3499}"/>
              </a:ext>
            </a:extLst>
          </p:cNvPr>
          <p:cNvSpPr/>
          <p:nvPr/>
        </p:nvSpPr>
        <p:spPr>
          <a:xfrm>
            <a:off x="5683640" y="391347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</a:t>
            </a:r>
            <a:endParaRPr lang="en-US" sz="400" dirty="0"/>
          </a:p>
        </p:txBody>
      </p:sp>
      <p:sp>
        <p:nvSpPr>
          <p:cNvPr id="79" name="Text 80">
            <a:extLst>
              <a:ext uri="{FF2B5EF4-FFF2-40B4-BE49-F238E27FC236}">
                <a16:creationId xmlns:a16="http://schemas.microsoft.com/office/drawing/2014/main" id="{D8B9DE6B-D848-1B16-76D2-77BD9C7FFBCD}"/>
              </a:ext>
            </a:extLst>
          </p:cNvPr>
          <p:cNvSpPr/>
          <p:nvPr/>
        </p:nvSpPr>
        <p:spPr>
          <a:xfrm>
            <a:off x="5683640" y="415731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</a:t>
            </a:r>
            <a:endParaRPr lang="en-US" sz="400" dirty="0"/>
          </a:p>
        </p:txBody>
      </p:sp>
      <p:sp>
        <p:nvSpPr>
          <p:cNvPr id="80" name="Text 81">
            <a:extLst>
              <a:ext uri="{FF2B5EF4-FFF2-40B4-BE49-F238E27FC236}">
                <a16:creationId xmlns:a16="http://schemas.microsoft.com/office/drawing/2014/main" id="{CFC3C37C-04C1-2AC0-826F-F79616699770}"/>
              </a:ext>
            </a:extLst>
          </p:cNvPr>
          <p:cNvSpPr/>
          <p:nvPr/>
        </p:nvSpPr>
        <p:spPr>
          <a:xfrm>
            <a:off x="5683640" y="440115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</a:t>
            </a:r>
            <a:endParaRPr lang="en-US" sz="400" dirty="0"/>
          </a:p>
        </p:txBody>
      </p:sp>
      <p:sp>
        <p:nvSpPr>
          <p:cNvPr id="81" name="Text 82">
            <a:extLst>
              <a:ext uri="{FF2B5EF4-FFF2-40B4-BE49-F238E27FC236}">
                <a16:creationId xmlns:a16="http://schemas.microsoft.com/office/drawing/2014/main" id="{06C8D68A-3174-9CC9-FA69-8F5777879B4B}"/>
              </a:ext>
            </a:extLst>
          </p:cNvPr>
          <p:cNvSpPr/>
          <p:nvPr/>
        </p:nvSpPr>
        <p:spPr>
          <a:xfrm>
            <a:off x="5683640" y="4644998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400" dirty="0"/>
          </a:p>
        </p:txBody>
      </p:sp>
      <p:sp>
        <p:nvSpPr>
          <p:cNvPr id="82" name="Text 83">
            <a:extLst>
              <a:ext uri="{FF2B5EF4-FFF2-40B4-BE49-F238E27FC236}">
                <a16:creationId xmlns:a16="http://schemas.microsoft.com/office/drawing/2014/main" id="{B49C3739-A66A-0856-6E40-B97D9EEA71FA}"/>
              </a:ext>
            </a:extLst>
          </p:cNvPr>
          <p:cNvSpPr/>
          <p:nvPr/>
        </p:nvSpPr>
        <p:spPr>
          <a:xfrm>
            <a:off x="5775080" y="4774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300" dirty="0"/>
          </a:p>
        </p:txBody>
      </p:sp>
      <p:sp>
        <p:nvSpPr>
          <p:cNvPr id="83" name="Text 84">
            <a:extLst>
              <a:ext uri="{FF2B5EF4-FFF2-40B4-BE49-F238E27FC236}">
                <a16:creationId xmlns:a16="http://schemas.microsoft.com/office/drawing/2014/main" id="{9522D5B5-58E1-0E8F-2EA5-C3E2574335B4}"/>
              </a:ext>
            </a:extLst>
          </p:cNvPr>
          <p:cNvSpPr/>
          <p:nvPr/>
        </p:nvSpPr>
        <p:spPr>
          <a:xfrm>
            <a:off x="6511680" y="4774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00:01:41</a:t>
            </a:r>
            <a:endParaRPr lang="en-US" sz="300" dirty="0"/>
          </a:p>
        </p:txBody>
      </p:sp>
      <p:sp>
        <p:nvSpPr>
          <p:cNvPr id="84" name="Text 85">
            <a:extLst>
              <a:ext uri="{FF2B5EF4-FFF2-40B4-BE49-F238E27FC236}">
                <a16:creationId xmlns:a16="http://schemas.microsoft.com/office/drawing/2014/main" id="{E39DB571-9A03-378E-F88B-8A6F9E2A88F7}"/>
              </a:ext>
            </a:extLst>
          </p:cNvPr>
          <p:cNvSpPr/>
          <p:nvPr/>
        </p:nvSpPr>
        <p:spPr>
          <a:xfrm>
            <a:off x="7248280" y="4774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00:03:21</a:t>
            </a:r>
            <a:endParaRPr lang="en-US" sz="300" dirty="0"/>
          </a:p>
        </p:txBody>
      </p:sp>
      <p:sp>
        <p:nvSpPr>
          <p:cNvPr id="85" name="Text 86">
            <a:extLst>
              <a:ext uri="{FF2B5EF4-FFF2-40B4-BE49-F238E27FC236}">
                <a16:creationId xmlns:a16="http://schemas.microsoft.com/office/drawing/2014/main" id="{1591016E-F017-9E64-C76A-42EA2DCD5639}"/>
              </a:ext>
            </a:extLst>
          </p:cNvPr>
          <p:cNvSpPr/>
          <p:nvPr/>
        </p:nvSpPr>
        <p:spPr>
          <a:xfrm>
            <a:off x="7984880" y="4774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00:05:01</a:t>
            </a:r>
            <a:endParaRPr lang="en-US" sz="300" dirty="0"/>
          </a:p>
        </p:txBody>
      </p:sp>
      <p:sp>
        <p:nvSpPr>
          <p:cNvPr id="86" name="Text 87">
            <a:extLst>
              <a:ext uri="{FF2B5EF4-FFF2-40B4-BE49-F238E27FC236}">
                <a16:creationId xmlns:a16="http://schemas.microsoft.com/office/drawing/2014/main" id="{7DEE92BC-4ED0-D7DA-3DCB-2B2AF99A61A2}"/>
              </a:ext>
            </a:extLst>
          </p:cNvPr>
          <p:cNvSpPr/>
          <p:nvPr/>
        </p:nvSpPr>
        <p:spPr>
          <a:xfrm>
            <a:off x="8721480" y="4774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00:06:41</a:t>
            </a:r>
            <a:endParaRPr lang="en-US" sz="300" dirty="0"/>
          </a:p>
        </p:txBody>
      </p:sp>
      <p:sp>
        <p:nvSpPr>
          <p:cNvPr id="87" name="Text 88">
            <a:extLst>
              <a:ext uri="{FF2B5EF4-FFF2-40B4-BE49-F238E27FC236}">
                <a16:creationId xmlns:a16="http://schemas.microsoft.com/office/drawing/2014/main" id="{3D1BF586-02A7-1F3D-5CB2-CFA8AA8B0A9E}"/>
              </a:ext>
            </a:extLst>
          </p:cNvPr>
          <p:cNvSpPr/>
          <p:nvPr/>
        </p:nvSpPr>
        <p:spPr>
          <a:xfrm>
            <a:off x="9458080" y="4774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00:08:21</a:t>
            </a:r>
            <a:endParaRPr lang="en-US" sz="300" dirty="0"/>
          </a:p>
        </p:txBody>
      </p:sp>
      <p:sp>
        <p:nvSpPr>
          <p:cNvPr id="88" name="Text 89">
            <a:extLst>
              <a:ext uri="{FF2B5EF4-FFF2-40B4-BE49-F238E27FC236}">
                <a16:creationId xmlns:a16="http://schemas.microsoft.com/office/drawing/2014/main" id="{129BF3A7-8A85-1D9F-1CD9-591BE1F59D3B}"/>
              </a:ext>
            </a:extLst>
          </p:cNvPr>
          <p:cNvSpPr/>
          <p:nvPr/>
        </p:nvSpPr>
        <p:spPr>
          <a:xfrm>
            <a:off x="10194680" y="4774538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00:10:00</a:t>
            </a:r>
            <a:endParaRPr lang="en-US" sz="300" dirty="0"/>
          </a:p>
        </p:txBody>
      </p:sp>
      <p:sp>
        <p:nvSpPr>
          <p:cNvPr id="93" name="Shape 94">
            <a:extLst>
              <a:ext uri="{FF2B5EF4-FFF2-40B4-BE49-F238E27FC236}">
                <a16:creationId xmlns:a16="http://schemas.microsoft.com/office/drawing/2014/main" id="{854100D1-4C6A-0E34-6684-769739146FBF}"/>
              </a:ext>
            </a:extLst>
          </p:cNvPr>
          <p:cNvSpPr/>
          <p:nvPr/>
        </p:nvSpPr>
        <p:spPr>
          <a:xfrm>
            <a:off x="10415660" y="3448658"/>
            <a:ext cx="876300" cy="9296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5">
            <a:extLst>
              <a:ext uri="{FF2B5EF4-FFF2-40B4-BE49-F238E27FC236}">
                <a16:creationId xmlns:a16="http://schemas.microsoft.com/office/drawing/2014/main" id="{0AA3513F-D638-6A2E-CFBC-0A11E325E260}"/>
              </a:ext>
            </a:extLst>
          </p:cNvPr>
          <p:cNvSpPr/>
          <p:nvPr/>
        </p:nvSpPr>
        <p:spPr>
          <a:xfrm>
            <a:off x="10476620" y="3501998"/>
            <a:ext cx="26670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95" name="Text 96">
            <a:extLst>
              <a:ext uri="{FF2B5EF4-FFF2-40B4-BE49-F238E27FC236}">
                <a16:creationId xmlns:a16="http://schemas.microsoft.com/office/drawing/2014/main" id="{BF41B25A-AC19-43C1-BF28-85F6BA390FAB}"/>
              </a:ext>
            </a:extLst>
          </p:cNvPr>
          <p:cNvSpPr/>
          <p:nvPr/>
        </p:nvSpPr>
        <p:spPr>
          <a:xfrm>
            <a:off x="10781420" y="3467708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TC322</a:t>
            </a:r>
            <a:endParaRPr lang="en-US" sz="833" dirty="0"/>
          </a:p>
        </p:txBody>
      </p:sp>
      <p:sp>
        <p:nvSpPr>
          <p:cNvPr id="96" name="Shape 97">
            <a:extLst>
              <a:ext uri="{FF2B5EF4-FFF2-40B4-BE49-F238E27FC236}">
                <a16:creationId xmlns:a16="http://schemas.microsoft.com/office/drawing/2014/main" id="{76AE2A78-B322-1951-B105-E03671236D5C}"/>
              </a:ext>
            </a:extLst>
          </p:cNvPr>
          <p:cNvSpPr/>
          <p:nvPr/>
        </p:nvSpPr>
        <p:spPr>
          <a:xfrm>
            <a:off x="10476620" y="3715358"/>
            <a:ext cx="266700" cy="0"/>
          </a:xfrm>
          <a:prstGeom prst="line">
            <a:avLst/>
          </a:prstGeom>
          <a:noFill/>
          <a:ln w="12700">
            <a:solidFill>
              <a:srgbClr val="00FF00"/>
            </a:solidFill>
            <a:prstDash val="solid"/>
          </a:ln>
        </p:spPr>
      </p:sp>
      <p:sp>
        <p:nvSpPr>
          <p:cNvPr id="97" name="Text 98">
            <a:extLst>
              <a:ext uri="{FF2B5EF4-FFF2-40B4-BE49-F238E27FC236}">
                <a16:creationId xmlns:a16="http://schemas.microsoft.com/office/drawing/2014/main" id="{DE1AF10C-351A-7906-F87C-1B9B5FED63F5}"/>
              </a:ext>
            </a:extLst>
          </p:cNvPr>
          <p:cNvSpPr/>
          <p:nvPr/>
        </p:nvSpPr>
        <p:spPr>
          <a:xfrm>
            <a:off x="10781420" y="3681068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TC372</a:t>
            </a:r>
            <a:endParaRPr lang="en-US" sz="833" dirty="0"/>
          </a:p>
        </p:txBody>
      </p:sp>
      <p:sp>
        <p:nvSpPr>
          <p:cNvPr id="98" name="Shape 99">
            <a:extLst>
              <a:ext uri="{FF2B5EF4-FFF2-40B4-BE49-F238E27FC236}">
                <a16:creationId xmlns:a16="http://schemas.microsoft.com/office/drawing/2014/main" id="{6F656399-6DB8-73BF-A662-27073174B87E}"/>
              </a:ext>
            </a:extLst>
          </p:cNvPr>
          <p:cNvSpPr/>
          <p:nvPr/>
        </p:nvSpPr>
        <p:spPr>
          <a:xfrm>
            <a:off x="10476620" y="3928718"/>
            <a:ext cx="266700" cy="0"/>
          </a:xfrm>
          <a:prstGeom prst="line">
            <a:avLst/>
          </a:prstGeom>
          <a:noFill/>
          <a:ln w="12700">
            <a:solidFill>
              <a:srgbClr val="00FFFF"/>
            </a:solidFill>
            <a:prstDash val="solid"/>
          </a:ln>
        </p:spPr>
      </p:sp>
      <p:sp>
        <p:nvSpPr>
          <p:cNvPr id="99" name="Text 100">
            <a:extLst>
              <a:ext uri="{FF2B5EF4-FFF2-40B4-BE49-F238E27FC236}">
                <a16:creationId xmlns:a16="http://schemas.microsoft.com/office/drawing/2014/main" id="{E6F9F7BF-B66F-960D-80D9-61DEFBC6FDCF}"/>
              </a:ext>
            </a:extLst>
          </p:cNvPr>
          <p:cNvSpPr/>
          <p:nvPr/>
        </p:nvSpPr>
        <p:spPr>
          <a:xfrm>
            <a:off x="10781420" y="3894428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TC377</a:t>
            </a:r>
            <a:endParaRPr lang="en-US" sz="833" dirty="0"/>
          </a:p>
        </p:txBody>
      </p:sp>
      <p:sp>
        <p:nvSpPr>
          <p:cNvPr id="154" name="Text 155">
            <a:extLst>
              <a:ext uri="{FF2B5EF4-FFF2-40B4-BE49-F238E27FC236}">
                <a16:creationId xmlns:a16="http://schemas.microsoft.com/office/drawing/2014/main" id="{8C4651FD-0F91-5C4F-6D97-D3383114D625}"/>
              </a:ext>
            </a:extLst>
          </p:cNvPr>
          <p:cNvSpPr/>
          <p:nvPr/>
        </p:nvSpPr>
        <p:spPr>
          <a:xfrm>
            <a:off x="5010179" y="5132414"/>
            <a:ext cx="71683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X축 시간 [분]</a:t>
            </a:r>
            <a:endParaRPr lang="en-US" sz="833" dirty="0"/>
          </a:p>
        </p:txBody>
      </p:sp>
      <p:sp>
        <p:nvSpPr>
          <p:cNvPr id="155" name="Text 156">
            <a:extLst>
              <a:ext uri="{FF2B5EF4-FFF2-40B4-BE49-F238E27FC236}">
                <a16:creationId xmlns:a16="http://schemas.microsoft.com/office/drawing/2014/main" id="{5323EAD0-1F67-95E2-E281-93161B424168}"/>
              </a:ext>
            </a:extLst>
          </p:cNvPr>
          <p:cNvSpPr/>
          <p:nvPr/>
        </p:nvSpPr>
        <p:spPr>
          <a:xfrm>
            <a:off x="5022183" y="5322914"/>
            <a:ext cx="487680" cy="194546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33" dirty="0"/>
          </a:p>
        </p:txBody>
      </p:sp>
      <p:sp>
        <p:nvSpPr>
          <p:cNvPr id="156" name="Text 5">
            <a:extLst>
              <a:ext uri="{FF2B5EF4-FFF2-40B4-BE49-F238E27FC236}">
                <a16:creationId xmlns:a16="http://schemas.microsoft.com/office/drawing/2014/main" id="{439D2B01-3F48-7294-BAFF-EC2AE031D791}"/>
              </a:ext>
            </a:extLst>
          </p:cNvPr>
          <p:cNvSpPr/>
          <p:nvPr/>
        </p:nvSpPr>
        <p:spPr>
          <a:xfrm>
            <a:off x="4956070" y="1979409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833" dirty="0"/>
          </a:p>
        </p:txBody>
      </p:sp>
      <p:sp>
        <p:nvSpPr>
          <p:cNvPr id="157" name="Text 5">
            <a:extLst>
              <a:ext uri="{FF2B5EF4-FFF2-40B4-BE49-F238E27FC236}">
                <a16:creationId xmlns:a16="http://schemas.microsoft.com/office/drawing/2014/main" id="{6EE0F16C-9343-0B3F-07EB-2A6C24FD2470}"/>
              </a:ext>
            </a:extLst>
          </p:cNvPr>
          <p:cNvSpPr/>
          <p:nvPr/>
        </p:nvSpPr>
        <p:spPr>
          <a:xfrm>
            <a:off x="4947041" y="2318216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833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EFA3455-5091-105E-B352-E93AA8308DF8}"/>
              </a:ext>
            </a:extLst>
          </p:cNvPr>
          <p:cNvSpPr/>
          <p:nvPr/>
        </p:nvSpPr>
        <p:spPr>
          <a:xfrm>
            <a:off x="5018280" y="3515828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833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A5D78D2-0331-4F19-7327-A4AEDA56CB04}"/>
              </a:ext>
            </a:extLst>
          </p:cNvPr>
          <p:cNvSpPr/>
          <p:nvPr/>
        </p:nvSpPr>
        <p:spPr>
          <a:xfrm>
            <a:off x="4939537" y="3791559"/>
            <a:ext cx="740269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Auto/Manual</a:t>
            </a: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3774E281-E50D-F2AD-5782-CDC73423F04F}"/>
              </a:ext>
            </a:extLst>
          </p:cNvPr>
          <p:cNvSpPr/>
          <p:nvPr/>
        </p:nvSpPr>
        <p:spPr>
          <a:xfrm>
            <a:off x="5024207" y="4142078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833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D14470CE-AEF9-5A9A-76D5-D328EB4981E5}"/>
              </a:ext>
            </a:extLst>
          </p:cNvPr>
          <p:cNvSpPr/>
          <p:nvPr/>
        </p:nvSpPr>
        <p:spPr>
          <a:xfrm>
            <a:off x="5024207" y="4484978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833" dirty="0"/>
          </a:p>
        </p:txBody>
      </p:sp>
      <p:sp>
        <p:nvSpPr>
          <p:cNvPr id="89" name="Text 5">
            <a:extLst>
              <a:ext uri="{FF2B5EF4-FFF2-40B4-BE49-F238E27FC236}">
                <a16:creationId xmlns:a16="http://schemas.microsoft.com/office/drawing/2014/main" id="{8CD6EA24-9AFC-30EF-97E0-7B53A2D0CEDE}"/>
              </a:ext>
            </a:extLst>
          </p:cNvPr>
          <p:cNvSpPr/>
          <p:nvPr/>
        </p:nvSpPr>
        <p:spPr>
          <a:xfrm>
            <a:off x="4959577" y="3899649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833" dirty="0"/>
          </a:p>
        </p:txBody>
      </p:sp>
      <p:sp>
        <p:nvSpPr>
          <p:cNvPr id="90" name="Text 5">
            <a:extLst>
              <a:ext uri="{FF2B5EF4-FFF2-40B4-BE49-F238E27FC236}">
                <a16:creationId xmlns:a16="http://schemas.microsoft.com/office/drawing/2014/main" id="{2558BC3D-00CA-C247-A086-6CD21B93E9AF}"/>
              </a:ext>
            </a:extLst>
          </p:cNvPr>
          <p:cNvSpPr/>
          <p:nvPr/>
        </p:nvSpPr>
        <p:spPr>
          <a:xfrm>
            <a:off x="4950548" y="4238456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833" dirty="0"/>
          </a:p>
        </p:txBody>
      </p:sp>
      <p:sp>
        <p:nvSpPr>
          <p:cNvPr id="159" name="Text 45">
            <a:extLst>
              <a:ext uri="{FF2B5EF4-FFF2-40B4-BE49-F238E27FC236}">
                <a16:creationId xmlns:a16="http://schemas.microsoft.com/office/drawing/2014/main" id="{B0B1C98C-9D6F-BE34-3B75-215A18EB85B8}"/>
              </a:ext>
            </a:extLst>
          </p:cNvPr>
          <p:cNvSpPr/>
          <p:nvPr/>
        </p:nvSpPr>
        <p:spPr>
          <a:xfrm>
            <a:off x="10781420" y="1776068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TC215</a:t>
            </a:r>
            <a:endParaRPr lang="en-US" sz="833" dirty="0"/>
          </a:p>
        </p:txBody>
      </p:sp>
      <p:sp>
        <p:nvSpPr>
          <p:cNvPr id="163" name="Text 4">
            <a:extLst>
              <a:ext uri="{FF2B5EF4-FFF2-40B4-BE49-F238E27FC236}">
                <a16:creationId xmlns:a16="http://schemas.microsoft.com/office/drawing/2014/main" id="{3AFC8B68-A17B-049E-6EE7-DE046861506C}"/>
              </a:ext>
            </a:extLst>
          </p:cNvPr>
          <p:cNvSpPr/>
          <p:nvPr/>
        </p:nvSpPr>
        <p:spPr>
          <a:xfrm>
            <a:off x="11298376" y="865225"/>
            <a:ext cx="350183" cy="43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99AD04-9961-D6B2-C70D-EDC0CC5EE1F5}"/>
              </a:ext>
            </a:extLst>
          </p:cNvPr>
          <p:cNvSpPr txBox="1"/>
          <p:nvPr/>
        </p:nvSpPr>
        <p:spPr>
          <a:xfrm>
            <a:off x="223520" y="1357029"/>
            <a:ext cx="44532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메인 </a:t>
            </a:r>
            <a:r>
              <a:rPr lang="en-US" altLang="ko-KR" b="1" dirty="0"/>
              <a:t>UI</a:t>
            </a:r>
            <a:r>
              <a:rPr lang="ko-KR" altLang="en-US" b="1" dirty="0"/>
              <a:t>에서           클릭 시 다음과 같이 팝업 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- X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시간</a:t>
            </a:r>
            <a:endParaRPr lang="en-US" altLang="ko-KR" dirty="0"/>
          </a:p>
          <a:p>
            <a:r>
              <a:rPr lang="en-US" altLang="ko-KR" dirty="0"/>
              <a:t>  Y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 err="1"/>
              <a:t>온도값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Auto, Manual </a:t>
            </a:r>
            <a:r>
              <a:rPr lang="ko-KR" altLang="en-US" dirty="0"/>
              <a:t>모드 설정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Manual </a:t>
            </a:r>
            <a:r>
              <a:rPr lang="ko-KR" altLang="en-US" dirty="0"/>
              <a:t>모드에서 </a:t>
            </a:r>
            <a:r>
              <a:rPr lang="en-US" altLang="ko-KR" dirty="0"/>
              <a:t>Y</a:t>
            </a:r>
            <a:r>
              <a:rPr lang="ko-KR" altLang="en-US" dirty="0"/>
              <a:t>축 최댓값</a:t>
            </a:r>
            <a:r>
              <a:rPr lang="en-US" altLang="ko-KR" dirty="0"/>
              <a:t>, </a:t>
            </a:r>
            <a:r>
              <a:rPr lang="ko-KR" altLang="en-US" dirty="0"/>
              <a:t>최솟값 설정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X</a:t>
            </a:r>
            <a:r>
              <a:rPr lang="ko-KR" altLang="en-US" dirty="0"/>
              <a:t>축 시간 설정 가능</a:t>
            </a:r>
            <a:r>
              <a:rPr lang="en-US" altLang="ko-KR" dirty="0"/>
              <a:t>(1</a:t>
            </a:r>
            <a:r>
              <a:rPr lang="ko-KR" altLang="en-US" dirty="0"/>
              <a:t>분</a:t>
            </a:r>
            <a:r>
              <a:rPr lang="en-US" altLang="ko-KR" dirty="0"/>
              <a:t>~10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71A801F-6FFE-8435-71A8-0D69C63B1FD9}"/>
              </a:ext>
            </a:extLst>
          </p:cNvPr>
          <p:cNvSpPr/>
          <p:nvPr/>
        </p:nvSpPr>
        <p:spPr>
          <a:xfrm>
            <a:off x="1976359" y="1408533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Stack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18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A06544-7AEE-2B15-0EE2-6B6B15A88B1B}"/>
              </a:ext>
            </a:extLst>
          </p:cNvPr>
          <p:cNvSpPr txBox="1"/>
          <p:nvPr/>
        </p:nvSpPr>
        <p:spPr>
          <a:xfrm>
            <a:off x="2994439" y="1944390"/>
            <a:ext cx="62031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메인 </a:t>
            </a:r>
            <a:r>
              <a:rPr lang="en-US" altLang="ko-KR" b="1" dirty="0"/>
              <a:t>UI</a:t>
            </a:r>
            <a:r>
              <a:rPr lang="ko-KR" altLang="en-US" b="1" dirty="0"/>
              <a:t>에서           클릭 시 </a:t>
            </a:r>
            <a:r>
              <a:rPr lang="en-US" altLang="ko-KR" b="1" dirty="0"/>
              <a:t>6</a:t>
            </a:r>
            <a:r>
              <a:rPr lang="ko-KR" altLang="en-US" b="1" dirty="0"/>
              <a:t>번 슬라이드와 같이 팝업 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- X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 err="1"/>
              <a:t>시간축</a:t>
            </a:r>
            <a:r>
              <a:rPr lang="en-US" altLang="ko-KR" dirty="0"/>
              <a:t>(</a:t>
            </a:r>
            <a:r>
              <a:rPr lang="ko-KR" altLang="en-US" dirty="0"/>
              <a:t>시간 설정 </a:t>
            </a:r>
            <a:r>
              <a:rPr lang="en-US" altLang="ko-KR" dirty="0"/>
              <a:t>: 1</a:t>
            </a:r>
            <a:r>
              <a:rPr lang="ko-KR" altLang="en-US" dirty="0"/>
              <a:t>분 고정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Y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각 센서의 </a:t>
            </a:r>
            <a:r>
              <a:rPr lang="ko-KR" altLang="en-US" dirty="0" err="1"/>
              <a:t>계측값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0~5V </a:t>
            </a:r>
            <a:r>
              <a:rPr lang="ko-KR" altLang="en-US" dirty="0" err="1"/>
              <a:t>전압값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PID, Voltage </a:t>
            </a:r>
            <a:r>
              <a:rPr lang="ko-KR" altLang="en-US" dirty="0"/>
              <a:t>모드 설정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P gain, I gain, LPF, </a:t>
            </a:r>
            <a:r>
              <a:rPr lang="ko-KR" altLang="en-US" dirty="0"/>
              <a:t>최대 허용 전압</a:t>
            </a:r>
            <a:r>
              <a:rPr lang="en-US" altLang="ko-KR" dirty="0"/>
              <a:t>(0~5V) </a:t>
            </a:r>
            <a:r>
              <a:rPr lang="ko-KR" altLang="en-US" dirty="0"/>
              <a:t>설정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사용자가 입력한 값 저장 기능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D5DAA8-DCEE-0671-3C26-AEEC215E4C63}"/>
              </a:ext>
            </a:extLst>
          </p:cNvPr>
          <p:cNvSpPr/>
          <p:nvPr/>
        </p:nvSpPr>
        <p:spPr>
          <a:xfrm>
            <a:off x="4745904" y="1988858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PID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4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3F3F-592E-B2BF-0939-EDF883F24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Shape 0">
            <a:extLst>
              <a:ext uri="{FF2B5EF4-FFF2-40B4-BE49-F238E27FC236}">
                <a16:creationId xmlns:a16="http://schemas.microsoft.com/office/drawing/2014/main" id="{6BBC0E15-3B98-896A-906F-B7FF2BD21C9D}"/>
              </a:ext>
            </a:extLst>
          </p:cNvPr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AC13CF-8218-1AB5-D1ED-51D48810FA84}"/>
              </a:ext>
            </a:extLst>
          </p:cNvPr>
          <p:cNvSpPr/>
          <p:nvPr/>
        </p:nvSpPr>
        <p:spPr>
          <a:xfrm>
            <a:off x="38100" y="38100"/>
            <a:ext cx="12115800" cy="213360"/>
          </a:xfrm>
          <a:prstGeom prst="rect">
            <a:avLst/>
          </a:prstGeom>
          <a:solidFill>
            <a:srgbClr val="F7F7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85EBF7-C6B4-723D-BCC4-9FF8998D193C}"/>
              </a:ext>
            </a:extLst>
          </p:cNvPr>
          <p:cNvSpPr/>
          <p:nvPr/>
        </p:nvSpPr>
        <p:spPr>
          <a:xfrm>
            <a:off x="91440" y="675125"/>
            <a:ext cx="10287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AB212   PI#1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520CA96-B907-72F3-6885-A1A3B82B9A5C}"/>
              </a:ext>
            </a:extLst>
          </p:cNvPr>
          <p:cNvSpPr/>
          <p:nvPr/>
        </p:nvSpPr>
        <p:spPr>
          <a:xfrm>
            <a:off x="1391715" y="614165"/>
            <a:ext cx="342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5117C09-75D5-724C-105F-FCC72804C457}"/>
              </a:ext>
            </a:extLst>
          </p:cNvPr>
          <p:cNvSpPr/>
          <p:nvPr/>
        </p:nvSpPr>
        <p:spPr>
          <a:xfrm>
            <a:off x="1386840" y="71322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5.000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7D1C54-0AA8-4A5E-B0DB-D296CD75A843}"/>
              </a:ext>
            </a:extLst>
          </p:cNvPr>
          <p:cNvSpPr/>
          <p:nvPr/>
        </p:nvSpPr>
        <p:spPr>
          <a:xfrm>
            <a:off x="663855" y="1002785"/>
            <a:ext cx="563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D6EF345-8E37-3F84-1CF2-63DD61683B41}"/>
              </a:ext>
            </a:extLst>
          </p:cNvPr>
          <p:cNvSpPr/>
          <p:nvPr/>
        </p:nvSpPr>
        <p:spPr>
          <a:xfrm>
            <a:off x="706525" y="110184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38F331B-1F7F-F21B-F967-2F34D06F0FD5}"/>
              </a:ext>
            </a:extLst>
          </p:cNvPr>
          <p:cNvSpPr/>
          <p:nvPr/>
        </p:nvSpPr>
        <p:spPr>
          <a:xfrm>
            <a:off x="1212495" y="980840"/>
            <a:ext cx="697990" cy="14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B31AC48-4D70-D498-935F-879E4B44327A}"/>
              </a:ext>
            </a:extLst>
          </p:cNvPr>
          <p:cNvSpPr/>
          <p:nvPr/>
        </p:nvSpPr>
        <p:spPr>
          <a:xfrm>
            <a:off x="1315515" y="110184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42AF34F-33FC-A172-C604-C91181526469}"/>
              </a:ext>
            </a:extLst>
          </p:cNvPr>
          <p:cNvSpPr/>
          <p:nvPr/>
        </p:nvSpPr>
        <p:spPr>
          <a:xfrm>
            <a:off x="61264" y="995165"/>
            <a:ext cx="563879" cy="167640"/>
          </a:xfrm>
          <a:prstGeom prst="rect">
            <a:avLst/>
          </a:prstGeom>
          <a:solidFill>
            <a:srgbClr val="EDEDED"/>
          </a:solidFill>
          <a:ln>
            <a:solidFill>
              <a:srgbClr val="88888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PID/VOL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125CC4E-3C0E-0494-E87E-6BF562EF9ABD}"/>
              </a:ext>
            </a:extLst>
          </p:cNvPr>
          <p:cNvSpPr/>
          <p:nvPr/>
        </p:nvSpPr>
        <p:spPr>
          <a:xfrm>
            <a:off x="91440" y="129234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gain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A1AFA53-E7D8-5B07-CE92-AE3657415822}"/>
              </a:ext>
            </a:extLst>
          </p:cNvPr>
          <p:cNvSpPr/>
          <p:nvPr/>
        </p:nvSpPr>
        <p:spPr>
          <a:xfrm>
            <a:off x="716280" y="129234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gain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AC4674B-EF89-7344-359B-78080757E662}"/>
              </a:ext>
            </a:extLst>
          </p:cNvPr>
          <p:cNvSpPr/>
          <p:nvPr/>
        </p:nvSpPr>
        <p:spPr>
          <a:xfrm>
            <a:off x="1333500" y="129234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57CFF67-9F4C-7899-ACAA-F95A2CBE2E9F}"/>
              </a:ext>
            </a:extLst>
          </p:cNvPr>
          <p:cNvSpPr/>
          <p:nvPr/>
        </p:nvSpPr>
        <p:spPr>
          <a:xfrm>
            <a:off x="114300" y="139140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44B6DFD-2427-D099-3662-3660B2A66970}"/>
              </a:ext>
            </a:extLst>
          </p:cNvPr>
          <p:cNvSpPr/>
          <p:nvPr/>
        </p:nvSpPr>
        <p:spPr>
          <a:xfrm>
            <a:off x="731520" y="139140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F03BBCD-E217-FB0F-1793-2F303EE90664}"/>
              </a:ext>
            </a:extLst>
          </p:cNvPr>
          <p:cNvSpPr/>
          <p:nvPr/>
        </p:nvSpPr>
        <p:spPr>
          <a:xfrm>
            <a:off x="1326795" y="139140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D26624B-B249-7065-E0B5-2F1DD93A1612}"/>
              </a:ext>
            </a:extLst>
          </p:cNvPr>
          <p:cNvSpPr/>
          <p:nvPr/>
        </p:nvSpPr>
        <p:spPr>
          <a:xfrm>
            <a:off x="2019909" y="456051"/>
            <a:ext cx="1615745" cy="1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Signal : MFM212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29B8FB2-D956-90DF-8259-9B1A32CAA775}"/>
              </a:ext>
            </a:extLst>
          </p:cNvPr>
          <p:cNvSpPr/>
          <p:nvPr/>
        </p:nvSpPr>
        <p:spPr>
          <a:xfrm>
            <a:off x="2034540" y="65226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99026FD-8229-AEAD-22A0-6AED6217C617}"/>
              </a:ext>
            </a:extLst>
          </p:cNvPr>
          <p:cNvSpPr/>
          <p:nvPr/>
        </p:nvSpPr>
        <p:spPr>
          <a:xfrm>
            <a:off x="2260600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4A607EB-3F27-441C-8B60-CF15188F2765}"/>
              </a:ext>
            </a:extLst>
          </p:cNvPr>
          <p:cNvSpPr/>
          <p:nvPr/>
        </p:nvSpPr>
        <p:spPr>
          <a:xfrm>
            <a:off x="2486660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B04562F-E8A0-2303-CD64-11978CADA001}"/>
              </a:ext>
            </a:extLst>
          </p:cNvPr>
          <p:cNvSpPr/>
          <p:nvPr/>
        </p:nvSpPr>
        <p:spPr>
          <a:xfrm>
            <a:off x="2712720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BE30346-85B0-3AB0-65A1-A9670771E1D0}"/>
              </a:ext>
            </a:extLst>
          </p:cNvPr>
          <p:cNvSpPr/>
          <p:nvPr/>
        </p:nvSpPr>
        <p:spPr>
          <a:xfrm>
            <a:off x="2938780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39FDF64-6402-92DA-3263-FB6E475E45AD}"/>
              </a:ext>
            </a:extLst>
          </p:cNvPr>
          <p:cNvSpPr/>
          <p:nvPr/>
        </p:nvSpPr>
        <p:spPr>
          <a:xfrm>
            <a:off x="3164840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4C444DC-5F49-3FB2-13DA-39383C8E96B4}"/>
              </a:ext>
            </a:extLst>
          </p:cNvPr>
          <p:cNvSpPr/>
          <p:nvPr/>
        </p:nvSpPr>
        <p:spPr>
          <a:xfrm>
            <a:off x="2034540" y="84848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07BDC0D-9ED3-1887-5161-287890C897C1}"/>
              </a:ext>
            </a:extLst>
          </p:cNvPr>
          <p:cNvSpPr/>
          <p:nvPr/>
        </p:nvSpPr>
        <p:spPr>
          <a:xfrm>
            <a:off x="2034540" y="104469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F1277EC-54BE-B8C4-36D4-5A7352998443}"/>
              </a:ext>
            </a:extLst>
          </p:cNvPr>
          <p:cNvSpPr/>
          <p:nvPr/>
        </p:nvSpPr>
        <p:spPr>
          <a:xfrm>
            <a:off x="2034540" y="124091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94FBFC7-1576-3AFF-0A2E-391289982480}"/>
              </a:ext>
            </a:extLst>
          </p:cNvPr>
          <p:cNvSpPr/>
          <p:nvPr/>
        </p:nvSpPr>
        <p:spPr>
          <a:xfrm>
            <a:off x="2034540" y="75037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0BA4857-3130-4C23-E444-17991C648E2A}"/>
              </a:ext>
            </a:extLst>
          </p:cNvPr>
          <p:cNvSpPr/>
          <p:nvPr/>
        </p:nvSpPr>
        <p:spPr>
          <a:xfrm>
            <a:off x="2034540" y="84848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E492CF0-2E5C-16DA-00FA-4E7678221C4A}"/>
              </a:ext>
            </a:extLst>
          </p:cNvPr>
          <p:cNvSpPr/>
          <p:nvPr/>
        </p:nvSpPr>
        <p:spPr>
          <a:xfrm>
            <a:off x="2034540" y="94658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41607F0-BBDE-CA7E-6AB0-AFF1546017FF}"/>
              </a:ext>
            </a:extLst>
          </p:cNvPr>
          <p:cNvSpPr/>
          <p:nvPr/>
        </p:nvSpPr>
        <p:spPr>
          <a:xfrm>
            <a:off x="2034540" y="104469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74EC32F-8A74-5774-8C33-6E17D635D9BF}"/>
              </a:ext>
            </a:extLst>
          </p:cNvPr>
          <p:cNvSpPr/>
          <p:nvPr/>
        </p:nvSpPr>
        <p:spPr>
          <a:xfrm>
            <a:off x="2034540" y="114280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C48645D-2CCF-4248-F3F3-BA7838827334}"/>
              </a:ext>
            </a:extLst>
          </p:cNvPr>
          <p:cNvSpPr/>
          <p:nvPr/>
        </p:nvSpPr>
        <p:spPr>
          <a:xfrm>
            <a:off x="2034540" y="124091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221E280-2EE3-EA8D-B888-BE1DECF543F0}"/>
              </a:ext>
            </a:extLst>
          </p:cNvPr>
          <p:cNvSpPr/>
          <p:nvPr/>
        </p:nvSpPr>
        <p:spPr>
          <a:xfrm>
            <a:off x="2034540" y="133901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7D34A8A-EC43-5933-570C-1C2359A9279C}"/>
              </a:ext>
            </a:extLst>
          </p:cNvPr>
          <p:cNvSpPr/>
          <p:nvPr/>
        </p:nvSpPr>
        <p:spPr>
          <a:xfrm>
            <a:off x="2034540" y="1044695"/>
            <a:ext cx="135636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1FCADBE-5C61-DEDB-7C18-7D547D747AEB}"/>
              </a:ext>
            </a:extLst>
          </p:cNvPr>
          <p:cNvSpPr/>
          <p:nvPr/>
        </p:nvSpPr>
        <p:spPr>
          <a:xfrm>
            <a:off x="3787140" y="515410"/>
            <a:ext cx="1356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Voltage : 0~5V</a:t>
            </a:r>
            <a:endParaRPr lang="en-US" sz="10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BE6E4F5-5C15-0671-C583-5B5E3A08A79C}"/>
              </a:ext>
            </a:extLst>
          </p:cNvPr>
          <p:cNvSpPr/>
          <p:nvPr/>
        </p:nvSpPr>
        <p:spPr>
          <a:xfrm>
            <a:off x="3787140" y="65226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861E4DCF-2B3F-8309-93D7-DBB76330FA43}"/>
              </a:ext>
            </a:extLst>
          </p:cNvPr>
          <p:cNvSpPr/>
          <p:nvPr/>
        </p:nvSpPr>
        <p:spPr>
          <a:xfrm>
            <a:off x="4013200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51E620C-14AC-8372-59BC-5325D7B345CC}"/>
              </a:ext>
            </a:extLst>
          </p:cNvPr>
          <p:cNvSpPr/>
          <p:nvPr/>
        </p:nvSpPr>
        <p:spPr>
          <a:xfrm>
            <a:off x="4239260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927F1838-373A-3EAB-BE02-99F3E8695682}"/>
              </a:ext>
            </a:extLst>
          </p:cNvPr>
          <p:cNvSpPr/>
          <p:nvPr/>
        </p:nvSpPr>
        <p:spPr>
          <a:xfrm>
            <a:off x="4465320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5CAB3AC-C4F1-2F15-A528-980DC6CCF3A4}"/>
              </a:ext>
            </a:extLst>
          </p:cNvPr>
          <p:cNvSpPr/>
          <p:nvPr/>
        </p:nvSpPr>
        <p:spPr>
          <a:xfrm>
            <a:off x="4691380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5A4EF2DE-C15E-98E3-B1B1-E02344E5153E}"/>
              </a:ext>
            </a:extLst>
          </p:cNvPr>
          <p:cNvSpPr/>
          <p:nvPr/>
        </p:nvSpPr>
        <p:spPr>
          <a:xfrm>
            <a:off x="4917440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AD4EFC4-2056-EA1E-AD01-B93931E8C674}"/>
              </a:ext>
            </a:extLst>
          </p:cNvPr>
          <p:cNvSpPr/>
          <p:nvPr/>
        </p:nvSpPr>
        <p:spPr>
          <a:xfrm>
            <a:off x="3787140" y="84848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062B778-CAE9-311A-5CDC-914671DB3EFA}"/>
              </a:ext>
            </a:extLst>
          </p:cNvPr>
          <p:cNvSpPr/>
          <p:nvPr/>
        </p:nvSpPr>
        <p:spPr>
          <a:xfrm>
            <a:off x="3787140" y="104469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9B04499-409A-7DCC-8B89-551DBE9C5072}"/>
              </a:ext>
            </a:extLst>
          </p:cNvPr>
          <p:cNvSpPr/>
          <p:nvPr/>
        </p:nvSpPr>
        <p:spPr>
          <a:xfrm>
            <a:off x="3787140" y="124091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FB8B3C91-C048-337B-EC45-A9BCBB1C5DA9}"/>
              </a:ext>
            </a:extLst>
          </p:cNvPr>
          <p:cNvSpPr/>
          <p:nvPr/>
        </p:nvSpPr>
        <p:spPr>
          <a:xfrm>
            <a:off x="3787140" y="75037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4F4C104-DC6F-556C-572A-2F494ECD238E}"/>
              </a:ext>
            </a:extLst>
          </p:cNvPr>
          <p:cNvSpPr/>
          <p:nvPr/>
        </p:nvSpPr>
        <p:spPr>
          <a:xfrm>
            <a:off x="3787140" y="84848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8CC6B7FD-8238-D44E-2184-61E2ADA7318F}"/>
              </a:ext>
            </a:extLst>
          </p:cNvPr>
          <p:cNvSpPr/>
          <p:nvPr/>
        </p:nvSpPr>
        <p:spPr>
          <a:xfrm>
            <a:off x="3787140" y="94658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D02D077-DB4B-1BA2-A34C-9C06C0C91376}"/>
              </a:ext>
            </a:extLst>
          </p:cNvPr>
          <p:cNvSpPr/>
          <p:nvPr/>
        </p:nvSpPr>
        <p:spPr>
          <a:xfrm>
            <a:off x="3787140" y="104469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4F3BDD1C-1D4A-EF40-F6E4-56FA3A07E8A8}"/>
              </a:ext>
            </a:extLst>
          </p:cNvPr>
          <p:cNvSpPr/>
          <p:nvPr/>
        </p:nvSpPr>
        <p:spPr>
          <a:xfrm>
            <a:off x="3787140" y="114280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6CDABC15-57B7-18DC-8512-01DDA26E1B00}"/>
              </a:ext>
            </a:extLst>
          </p:cNvPr>
          <p:cNvSpPr/>
          <p:nvPr/>
        </p:nvSpPr>
        <p:spPr>
          <a:xfrm>
            <a:off x="3787140" y="124091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F8EC1FA-ADEE-26C4-AD7F-7E57B8928676}"/>
              </a:ext>
            </a:extLst>
          </p:cNvPr>
          <p:cNvSpPr/>
          <p:nvPr/>
        </p:nvSpPr>
        <p:spPr>
          <a:xfrm>
            <a:off x="3787140" y="133901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7810E0D8-6916-F568-737D-2AC486366480}"/>
              </a:ext>
            </a:extLst>
          </p:cNvPr>
          <p:cNvSpPr/>
          <p:nvPr/>
        </p:nvSpPr>
        <p:spPr>
          <a:xfrm>
            <a:off x="3787140" y="1044695"/>
            <a:ext cx="135636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607" name="Text 605">
            <a:extLst>
              <a:ext uri="{FF2B5EF4-FFF2-40B4-BE49-F238E27FC236}">
                <a16:creationId xmlns:a16="http://schemas.microsoft.com/office/drawing/2014/main" id="{843CA045-DB37-9122-8D4F-F549E72C59D9}"/>
              </a:ext>
            </a:extLst>
          </p:cNvPr>
          <p:cNvSpPr/>
          <p:nvPr/>
        </p:nvSpPr>
        <p:spPr>
          <a:xfrm>
            <a:off x="11309600" y="6557765"/>
            <a:ext cx="457200" cy="190500"/>
          </a:xfrm>
          <a:prstGeom prst="rect">
            <a:avLst/>
          </a:prstGeom>
          <a:solidFill>
            <a:srgbClr val="0D37C9"/>
          </a:solidFill>
          <a:ln>
            <a:solidFill>
              <a:srgbClr val="0020A0"/>
            </a:solidFill>
          </a:ln>
        </p:spPr>
        <p:txBody>
          <a:bodyPr wrap="square" lIns="318" tIns="318" rIns="318" bIns="318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</a:t>
            </a:r>
            <a:endParaRPr lang="en-US" sz="1000" dirty="0"/>
          </a:p>
        </p:txBody>
      </p:sp>
      <p:sp>
        <p:nvSpPr>
          <p:cNvPr id="608" name="Shape 606">
            <a:extLst>
              <a:ext uri="{FF2B5EF4-FFF2-40B4-BE49-F238E27FC236}">
                <a16:creationId xmlns:a16="http://schemas.microsoft.com/office/drawing/2014/main" id="{B4965B97-BF5C-0C45-FF95-1363FE26CFC1}"/>
              </a:ext>
            </a:extLst>
          </p:cNvPr>
          <p:cNvSpPr/>
          <p:nvPr/>
        </p:nvSpPr>
        <p:spPr>
          <a:xfrm>
            <a:off x="11340080" y="6588245"/>
            <a:ext cx="396240" cy="0"/>
          </a:xfrm>
          <a:prstGeom prst="line">
            <a:avLst/>
          </a:prstGeom>
          <a:noFill/>
          <a:ln w="12700">
            <a:solidFill>
              <a:srgbClr val="4F75FF"/>
            </a:solidFill>
            <a:prstDash val="solid"/>
          </a:ln>
        </p:spPr>
      </p:sp>
      <p:sp>
        <p:nvSpPr>
          <p:cNvPr id="609" name="Shape 607">
            <a:extLst>
              <a:ext uri="{FF2B5EF4-FFF2-40B4-BE49-F238E27FC236}">
                <a16:creationId xmlns:a16="http://schemas.microsoft.com/office/drawing/2014/main" id="{AE266B98-026E-0EE1-7CE0-5F97798FE226}"/>
              </a:ext>
            </a:extLst>
          </p:cNvPr>
          <p:cNvSpPr/>
          <p:nvPr/>
        </p:nvSpPr>
        <p:spPr>
          <a:xfrm>
            <a:off x="11340080" y="6588245"/>
            <a:ext cx="0" cy="129540"/>
          </a:xfrm>
          <a:prstGeom prst="line">
            <a:avLst/>
          </a:prstGeom>
          <a:noFill/>
          <a:ln w="12700">
            <a:solidFill>
              <a:srgbClr val="4F75FF"/>
            </a:solidFill>
            <a:prstDash val="solid"/>
          </a:ln>
        </p:spPr>
      </p:sp>
      <p:sp>
        <p:nvSpPr>
          <p:cNvPr id="610" name="Text 608">
            <a:extLst>
              <a:ext uri="{FF2B5EF4-FFF2-40B4-BE49-F238E27FC236}">
                <a16:creationId xmlns:a16="http://schemas.microsoft.com/office/drawing/2014/main" id="{AACC9DBA-624A-5531-857E-C098EA03E55D}"/>
              </a:ext>
            </a:extLst>
          </p:cNvPr>
          <p:cNvSpPr/>
          <p:nvPr/>
        </p:nvSpPr>
        <p:spPr>
          <a:xfrm>
            <a:off x="11385800" y="6199625"/>
            <a:ext cx="4572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X축 1분</a:t>
            </a:r>
            <a:endParaRPr lang="en-US" sz="1000" dirty="0"/>
          </a:p>
        </p:txBody>
      </p:sp>
      <p:sp>
        <p:nvSpPr>
          <p:cNvPr id="611" name="Shape 2">
            <a:extLst>
              <a:ext uri="{FF2B5EF4-FFF2-40B4-BE49-F238E27FC236}">
                <a16:creationId xmlns:a16="http://schemas.microsoft.com/office/drawing/2014/main" id="{11E64D6A-0153-4119-8B64-515D8217AE53}"/>
              </a:ext>
            </a:extLst>
          </p:cNvPr>
          <p:cNvSpPr/>
          <p:nvPr/>
        </p:nvSpPr>
        <p:spPr>
          <a:xfrm>
            <a:off x="96083" y="83820"/>
            <a:ext cx="121920" cy="121920"/>
          </a:xfrm>
          <a:prstGeom prst="rect">
            <a:avLst/>
          </a:prstGeom>
          <a:solidFill>
            <a:schemeClr val="tx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2" name="Text 3">
            <a:extLst>
              <a:ext uri="{FF2B5EF4-FFF2-40B4-BE49-F238E27FC236}">
                <a16:creationId xmlns:a16="http://schemas.microsoft.com/office/drawing/2014/main" id="{2AF9A83A-6CBC-CDDF-F91B-80639147FF52}"/>
              </a:ext>
            </a:extLst>
          </p:cNvPr>
          <p:cNvSpPr/>
          <p:nvPr/>
        </p:nvSpPr>
        <p:spPr>
          <a:xfrm>
            <a:off x="256103" y="64770"/>
            <a:ext cx="243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</a:rPr>
              <a:t>PID</a:t>
            </a:r>
            <a:r>
              <a:rPr lang="ko-KR" alt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</a:rPr>
              <a:t>Controller</a:t>
            </a:r>
            <a:endParaRPr lang="en-US" sz="1250" b="1" dirty="0"/>
          </a:p>
        </p:txBody>
      </p:sp>
      <p:sp>
        <p:nvSpPr>
          <p:cNvPr id="613" name="Text 4">
            <a:extLst>
              <a:ext uri="{FF2B5EF4-FFF2-40B4-BE49-F238E27FC236}">
                <a16:creationId xmlns:a16="http://schemas.microsoft.com/office/drawing/2014/main" id="{C43F758A-0AE9-603B-DD30-E2E296CF4A23}"/>
              </a:ext>
            </a:extLst>
          </p:cNvPr>
          <p:cNvSpPr/>
          <p:nvPr/>
        </p:nvSpPr>
        <p:spPr>
          <a:xfrm>
            <a:off x="11834554" y="-84073"/>
            <a:ext cx="350183" cy="43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50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69B5CBBA-D540-2BFD-57D1-97CBFA8A4824}"/>
              </a:ext>
            </a:extLst>
          </p:cNvPr>
          <p:cNvSpPr/>
          <p:nvPr/>
        </p:nvSpPr>
        <p:spPr>
          <a:xfrm>
            <a:off x="91440" y="1796935"/>
            <a:ext cx="10287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AB221   PI#2</a:t>
            </a:r>
            <a:endParaRPr lang="en-US" sz="10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AF8ACEC8-F8E5-428B-0C8C-6A5DE335184F}"/>
              </a:ext>
            </a:extLst>
          </p:cNvPr>
          <p:cNvSpPr/>
          <p:nvPr/>
        </p:nvSpPr>
        <p:spPr>
          <a:xfrm>
            <a:off x="1391715" y="1735975"/>
            <a:ext cx="342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BE8E9066-3696-EDCE-9E87-D2EC5D7FE750}"/>
              </a:ext>
            </a:extLst>
          </p:cNvPr>
          <p:cNvSpPr/>
          <p:nvPr/>
        </p:nvSpPr>
        <p:spPr>
          <a:xfrm>
            <a:off x="1386840" y="183503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5.000</a:t>
            </a:r>
            <a:endParaRPr lang="en-US" sz="10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56DE9D3E-3FDA-C9B8-06B3-8E396ADB74EC}"/>
              </a:ext>
            </a:extLst>
          </p:cNvPr>
          <p:cNvSpPr/>
          <p:nvPr/>
        </p:nvSpPr>
        <p:spPr>
          <a:xfrm>
            <a:off x="663855" y="2124595"/>
            <a:ext cx="563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1000" dirty="0"/>
          </a:p>
        </p:txBody>
      </p:sp>
      <p:sp>
        <p:nvSpPr>
          <p:cNvPr id="614" name="Text 9">
            <a:extLst>
              <a:ext uri="{FF2B5EF4-FFF2-40B4-BE49-F238E27FC236}">
                <a16:creationId xmlns:a16="http://schemas.microsoft.com/office/drawing/2014/main" id="{33FFC185-150A-9310-4C53-76FCED025BE8}"/>
              </a:ext>
            </a:extLst>
          </p:cNvPr>
          <p:cNvSpPr/>
          <p:nvPr/>
        </p:nvSpPr>
        <p:spPr>
          <a:xfrm>
            <a:off x="706525" y="222365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615" name="Text 10">
            <a:extLst>
              <a:ext uri="{FF2B5EF4-FFF2-40B4-BE49-F238E27FC236}">
                <a16:creationId xmlns:a16="http://schemas.microsoft.com/office/drawing/2014/main" id="{6746BCF8-9F0D-FA28-955F-76FA3083973D}"/>
              </a:ext>
            </a:extLst>
          </p:cNvPr>
          <p:cNvSpPr/>
          <p:nvPr/>
        </p:nvSpPr>
        <p:spPr>
          <a:xfrm>
            <a:off x="1212495" y="2102650"/>
            <a:ext cx="697990" cy="14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000" dirty="0"/>
          </a:p>
        </p:txBody>
      </p:sp>
      <p:sp>
        <p:nvSpPr>
          <p:cNvPr id="616" name="Text 11">
            <a:extLst>
              <a:ext uri="{FF2B5EF4-FFF2-40B4-BE49-F238E27FC236}">
                <a16:creationId xmlns:a16="http://schemas.microsoft.com/office/drawing/2014/main" id="{3D63AE20-4366-ED41-3240-87EA1140B64C}"/>
              </a:ext>
            </a:extLst>
          </p:cNvPr>
          <p:cNvSpPr/>
          <p:nvPr/>
        </p:nvSpPr>
        <p:spPr>
          <a:xfrm>
            <a:off x="1315515" y="222365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617" name="Text 12">
            <a:extLst>
              <a:ext uri="{FF2B5EF4-FFF2-40B4-BE49-F238E27FC236}">
                <a16:creationId xmlns:a16="http://schemas.microsoft.com/office/drawing/2014/main" id="{1E384B6A-BC6F-5946-9656-9FACCE615E27}"/>
              </a:ext>
            </a:extLst>
          </p:cNvPr>
          <p:cNvSpPr/>
          <p:nvPr/>
        </p:nvSpPr>
        <p:spPr>
          <a:xfrm>
            <a:off x="61264" y="2116975"/>
            <a:ext cx="563879" cy="167640"/>
          </a:xfrm>
          <a:prstGeom prst="rect">
            <a:avLst/>
          </a:prstGeom>
          <a:solidFill>
            <a:srgbClr val="EDEDED"/>
          </a:solidFill>
          <a:ln>
            <a:solidFill>
              <a:srgbClr val="88888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PID/VOL</a:t>
            </a:r>
            <a:endParaRPr lang="en-US" sz="1000" dirty="0"/>
          </a:p>
        </p:txBody>
      </p:sp>
      <p:sp>
        <p:nvSpPr>
          <p:cNvPr id="618" name="Text 13">
            <a:extLst>
              <a:ext uri="{FF2B5EF4-FFF2-40B4-BE49-F238E27FC236}">
                <a16:creationId xmlns:a16="http://schemas.microsoft.com/office/drawing/2014/main" id="{062274C9-3305-6228-FCA9-A87DEB2AD828}"/>
              </a:ext>
            </a:extLst>
          </p:cNvPr>
          <p:cNvSpPr/>
          <p:nvPr/>
        </p:nvSpPr>
        <p:spPr>
          <a:xfrm>
            <a:off x="91440" y="24141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gain</a:t>
            </a:r>
            <a:endParaRPr lang="en-US" sz="1000" dirty="0"/>
          </a:p>
        </p:txBody>
      </p:sp>
      <p:sp>
        <p:nvSpPr>
          <p:cNvPr id="619" name="Text 14">
            <a:extLst>
              <a:ext uri="{FF2B5EF4-FFF2-40B4-BE49-F238E27FC236}">
                <a16:creationId xmlns:a16="http://schemas.microsoft.com/office/drawing/2014/main" id="{2201C52C-B9D0-0E32-5F24-11C685E537BB}"/>
              </a:ext>
            </a:extLst>
          </p:cNvPr>
          <p:cNvSpPr/>
          <p:nvPr/>
        </p:nvSpPr>
        <p:spPr>
          <a:xfrm>
            <a:off x="716280" y="24141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gain</a:t>
            </a:r>
            <a:endParaRPr lang="en-US" sz="1000" dirty="0"/>
          </a:p>
        </p:txBody>
      </p:sp>
      <p:sp>
        <p:nvSpPr>
          <p:cNvPr id="620" name="Text 15">
            <a:extLst>
              <a:ext uri="{FF2B5EF4-FFF2-40B4-BE49-F238E27FC236}">
                <a16:creationId xmlns:a16="http://schemas.microsoft.com/office/drawing/2014/main" id="{497C45F4-7420-9E39-7B06-E671FBEC6FE9}"/>
              </a:ext>
            </a:extLst>
          </p:cNvPr>
          <p:cNvSpPr/>
          <p:nvPr/>
        </p:nvSpPr>
        <p:spPr>
          <a:xfrm>
            <a:off x="1333500" y="24141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</a:t>
            </a:r>
            <a:endParaRPr lang="en-US" sz="1000" dirty="0"/>
          </a:p>
        </p:txBody>
      </p:sp>
      <p:sp>
        <p:nvSpPr>
          <p:cNvPr id="621" name="Text 16">
            <a:extLst>
              <a:ext uri="{FF2B5EF4-FFF2-40B4-BE49-F238E27FC236}">
                <a16:creationId xmlns:a16="http://schemas.microsoft.com/office/drawing/2014/main" id="{13E25728-8CEF-0613-7CCD-A50749633259}"/>
              </a:ext>
            </a:extLst>
          </p:cNvPr>
          <p:cNvSpPr/>
          <p:nvPr/>
        </p:nvSpPr>
        <p:spPr>
          <a:xfrm>
            <a:off x="114300" y="25132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622" name="Text 17">
            <a:extLst>
              <a:ext uri="{FF2B5EF4-FFF2-40B4-BE49-F238E27FC236}">
                <a16:creationId xmlns:a16="http://schemas.microsoft.com/office/drawing/2014/main" id="{E07ADDAB-547D-44F2-E13A-E34F5F4C4B13}"/>
              </a:ext>
            </a:extLst>
          </p:cNvPr>
          <p:cNvSpPr/>
          <p:nvPr/>
        </p:nvSpPr>
        <p:spPr>
          <a:xfrm>
            <a:off x="731520" y="25132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623" name="Text 18">
            <a:extLst>
              <a:ext uri="{FF2B5EF4-FFF2-40B4-BE49-F238E27FC236}">
                <a16:creationId xmlns:a16="http://schemas.microsoft.com/office/drawing/2014/main" id="{72F3945F-522F-8398-6CFB-D57FE626E2A3}"/>
              </a:ext>
            </a:extLst>
          </p:cNvPr>
          <p:cNvSpPr/>
          <p:nvPr/>
        </p:nvSpPr>
        <p:spPr>
          <a:xfrm>
            <a:off x="1326795" y="25132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624" name="Text 19">
            <a:extLst>
              <a:ext uri="{FF2B5EF4-FFF2-40B4-BE49-F238E27FC236}">
                <a16:creationId xmlns:a16="http://schemas.microsoft.com/office/drawing/2014/main" id="{3245980E-452F-31DC-F804-53D4943859AC}"/>
              </a:ext>
            </a:extLst>
          </p:cNvPr>
          <p:cNvSpPr/>
          <p:nvPr/>
        </p:nvSpPr>
        <p:spPr>
          <a:xfrm>
            <a:off x="2019909" y="1577861"/>
            <a:ext cx="1615745" cy="1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Signal : MFM222</a:t>
            </a:r>
            <a:endParaRPr lang="en-US" sz="1000" dirty="0"/>
          </a:p>
        </p:txBody>
      </p:sp>
      <p:sp>
        <p:nvSpPr>
          <p:cNvPr id="625" name="Shape 20">
            <a:extLst>
              <a:ext uri="{FF2B5EF4-FFF2-40B4-BE49-F238E27FC236}">
                <a16:creationId xmlns:a16="http://schemas.microsoft.com/office/drawing/2014/main" id="{82573826-3565-9813-B36D-DADE21F4D3A7}"/>
              </a:ext>
            </a:extLst>
          </p:cNvPr>
          <p:cNvSpPr/>
          <p:nvPr/>
        </p:nvSpPr>
        <p:spPr>
          <a:xfrm>
            <a:off x="2034540" y="177407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6" name="Shape 21">
            <a:extLst>
              <a:ext uri="{FF2B5EF4-FFF2-40B4-BE49-F238E27FC236}">
                <a16:creationId xmlns:a16="http://schemas.microsoft.com/office/drawing/2014/main" id="{3702478E-AFDB-662B-E013-F9673A469786}"/>
              </a:ext>
            </a:extLst>
          </p:cNvPr>
          <p:cNvSpPr/>
          <p:nvPr/>
        </p:nvSpPr>
        <p:spPr>
          <a:xfrm>
            <a:off x="2260600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27" name="Shape 22">
            <a:extLst>
              <a:ext uri="{FF2B5EF4-FFF2-40B4-BE49-F238E27FC236}">
                <a16:creationId xmlns:a16="http://schemas.microsoft.com/office/drawing/2014/main" id="{B85DFC97-B52D-4987-8B4A-8DD98E6FB94C}"/>
              </a:ext>
            </a:extLst>
          </p:cNvPr>
          <p:cNvSpPr/>
          <p:nvPr/>
        </p:nvSpPr>
        <p:spPr>
          <a:xfrm>
            <a:off x="2486660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28" name="Shape 23">
            <a:extLst>
              <a:ext uri="{FF2B5EF4-FFF2-40B4-BE49-F238E27FC236}">
                <a16:creationId xmlns:a16="http://schemas.microsoft.com/office/drawing/2014/main" id="{E0B0F673-F760-130F-D432-3DD27D35DB73}"/>
              </a:ext>
            </a:extLst>
          </p:cNvPr>
          <p:cNvSpPr/>
          <p:nvPr/>
        </p:nvSpPr>
        <p:spPr>
          <a:xfrm>
            <a:off x="2712720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29" name="Shape 24">
            <a:extLst>
              <a:ext uri="{FF2B5EF4-FFF2-40B4-BE49-F238E27FC236}">
                <a16:creationId xmlns:a16="http://schemas.microsoft.com/office/drawing/2014/main" id="{3B8FA73F-2AF9-295C-0193-FC96F4DEDEB7}"/>
              </a:ext>
            </a:extLst>
          </p:cNvPr>
          <p:cNvSpPr/>
          <p:nvPr/>
        </p:nvSpPr>
        <p:spPr>
          <a:xfrm>
            <a:off x="2938780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30" name="Shape 25">
            <a:extLst>
              <a:ext uri="{FF2B5EF4-FFF2-40B4-BE49-F238E27FC236}">
                <a16:creationId xmlns:a16="http://schemas.microsoft.com/office/drawing/2014/main" id="{65FCE1DF-22E0-D072-9BF8-A088B6E21373}"/>
              </a:ext>
            </a:extLst>
          </p:cNvPr>
          <p:cNvSpPr/>
          <p:nvPr/>
        </p:nvSpPr>
        <p:spPr>
          <a:xfrm>
            <a:off x="3164840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31" name="Shape 26">
            <a:extLst>
              <a:ext uri="{FF2B5EF4-FFF2-40B4-BE49-F238E27FC236}">
                <a16:creationId xmlns:a16="http://schemas.microsoft.com/office/drawing/2014/main" id="{CEDAFC1F-6746-9CCE-21DA-FAC090DAB797}"/>
              </a:ext>
            </a:extLst>
          </p:cNvPr>
          <p:cNvSpPr/>
          <p:nvPr/>
        </p:nvSpPr>
        <p:spPr>
          <a:xfrm>
            <a:off x="2034540" y="19702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32" name="Shape 27">
            <a:extLst>
              <a:ext uri="{FF2B5EF4-FFF2-40B4-BE49-F238E27FC236}">
                <a16:creationId xmlns:a16="http://schemas.microsoft.com/office/drawing/2014/main" id="{5059111C-94AE-C744-C260-7C5BC543C029}"/>
              </a:ext>
            </a:extLst>
          </p:cNvPr>
          <p:cNvSpPr/>
          <p:nvPr/>
        </p:nvSpPr>
        <p:spPr>
          <a:xfrm>
            <a:off x="2034540" y="216650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33" name="Shape 28">
            <a:extLst>
              <a:ext uri="{FF2B5EF4-FFF2-40B4-BE49-F238E27FC236}">
                <a16:creationId xmlns:a16="http://schemas.microsoft.com/office/drawing/2014/main" id="{F2A538B8-5825-82CD-FC96-D970EAEEB3FC}"/>
              </a:ext>
            </a:extLst>
          </p:cNvPr>
          <p:cNvSpPr/>
          <p:nvPr/>
        </p:nvSpPr>
        <p:spPr>
          <a:xfrm>
            <a:off x="2034540" y="236272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34" name="Shape 29">
            <a:extLst>
              <a:ext uri="{FF2B5EF4-FFF2-40B4-BE49-F238E27FC236}">
                <a16:creationId xmlns:a16="http://schemas.microsoft.com/office/drawing/2014/main" id="{0635A88A-FA79-634D-5BBE-36857EC99F94}"/>
              </a:ext>
            </a:extLst>
          </p:cNvPr>
          <p:cNvSpPr/>
          <p:nvPr/>
        </p:nvSpPr>
        <p:spPr>
          <a:xfrm>
            <a:off x="2034540" y="18721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35" name="Shape 30">
            <a:extLst>
              <a:ext uri="{FF2B5EF4-FFF2-40B4-BE49-F238E27FC236}">
                <a16:creationId xmlns:a16="http://schemas.microsoft.com/office/drawing/2014/main" id="{AFE0C345-909C-3E7B-1A94-5C39CD78E0FE}"/>
              </a:ext>
            </a:extLst>
          </p:cNvPr>
          <p:cNvSpPr/>
          <p:nvPr/>
        </p:nvSpPr>
        <p:spPr>
          <a:xfrm>
            <a:off x="2034540" y="19702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36" name="Shape 31">
            <a:extLst>
              <a:ext uri="{FF2B5EF4-FFF2-40B4-BE49-F238E27FC236}">
                <a16:creationId xmlns:a16="http://schemas.microsoft.com/office/drawing/2014/main" id="{7D191B1E-8DDF-F71C-9BA6-C71305CB9C58}"/>
              </a:ext>
            </a:extLst>
          </p:cNvPr>
          <p:cNvSpPr/>
          <p:nvPr/>
        </p:nvSpPr>
        <p:spPr>
          <a:xfrm>
            <a:off x="2034540" y="20683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37" name="Shape 32">
            <a:extLst>
              <a:ext uri="{FF2B5EF4-FFF2-40B4-BE49-F238E27FC236}">
                <a16:creationId xmlns:a16="http://schemas.microsoft.com/office/drawing/2014/main" id="{13DA04DD-A075-52CE-7E84-0E5907E295A3}"/>
              </a:ext>
            </a:extLst>
          </p:cNvPr>
          <p:cNvSpPr/>
          <p:nvPr/>
        </p:nvSpPr>
        <p:spPr>
          <a:xfrm>
            <a:off x="2034540" y="216650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38" name="Shape 33">
            <a:extLst>
              <a:ext uri="{FF2B5EF4-FFF2-40B4-BE49-F238E27FC236}">
                <a16:creationId xmlns:a16="http://schemas.microsoft.com/office/drawing/2014/main" id="{9426AA88-A657-7FFD-6384-88169E749273}"/>
              </a:ext>
            </a:extLst>
          </p:cNvPr>
          <p:cNvSpPr/>
          <p:nvPr/>
        </p:nvSpPr>
        <p:spPr>
          <a:xfrm>
            <a:off x="2034540" y="22646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39" name="Shape 34">
            <a:extLst>
              <a:ext uri="{FF2B5EF4-FFF2-40B4-BE49-F238E27FC236}">
                <a16:creationId xmlns:a16="http://schemas.microsoft.com/office/drawing/2014/main" id="{49D63B67-B627-ABF2-3357-1765ACA49DF3}"/>
              </a:ext>
            </a:extLst>
          </p:cNvPr>
          <p:cNvSpPr/>
          <p:nvPr/>
        </p:nvSpPr>
        <p:spPr>
          <a:xfrm>
            <a:off x="2034540" y="236272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40" name="Shape 35">
            <a:extLst>
              <a:ext uri="{FF2B5EF4-FFF2-40B4-BE49-F238E27FC236}">
                <a16:creationId xmlns:a16="http://schemas.microsoft.com/office/drawing/2014/main" id="{4F55D5D9-9A92-FFBA-3C6F-687F0D9DE024}"/>
              </a:ext>
            </a:extLst>
          </p:cNvPr>
          <p:cNvSpPr/>
          <p:nvPr/>
        </p:nvSpPr>
        <p:spPr>
          <a:xfrm>
            <a:off x="2034540" y="24608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41" name="Shape 36">
            <a:extLst>
              <a:ext uri="{FF2B5EF4-FFF2-40B4-BE49-F238E27FC236}">
                <a16:creationId xmlns:a16="http://schemas.microsoft.com/office/drawing/2014/main" id="{D4955F5A-AFF0-4B05-ED73-EEDE8559415A}"/>
              </a:ext>
            </a:extLst>
          </p:cNvPr>
          <p:cNvSpPr/>
          <p:nvPr/>
        </p:nvSpPr>
        <p:spPr>
          <a:xfrm>
            <a:off x="2034540" y="2166505"/>
            <a:ext cx="135636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642" name="Text 37">
            <a:extLst>
              <a:ext uri="{FF2B5EF4-FFF2-40B4-BE49-F238E27FC236}">
                <a16:creationId xmlns:a16="http://schemas.microsoft.com/office/drawing/2014/main" id="{6050B57D-6395-861E-6258-90ED3317F1EB}"/>
              </a:ext>
            </a:extLst>
          </p:cNvPr>
          <p:cNvSpPr/>
          <p:nvPr/>
        </p:nvSpPr>
        <p:spPr>
          <a:xfrm>
            <a:off x="3787140" y="1637220"/>
            <a:ext cx="1356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Voltage : 0~5V</a:t>
            </a:r>
            <a:endParaRPr lang="en-US" sz="1000" dirty="0"/>
          </a:p>
        </p:txBody>
      </p:sp>
      <p:sp>
        <p:nvSpPr>
          <p:cNvPr id="643" name="Shape 38">
            <a:extLst>
              <a:ext uri="{FF2B5EF4-FFF2-40B4-BE49-F238E27FC236}">
                <a16:creationId xmlns:a16="http://schemas.microsoft.com/office/drawing/2014/main" id="{D738CEA8-78A2-568B-B930-09EAE73B7B8C}"/>
              </a:ext>
            </a:extLst>
          </p:cNvPr>
          <p:cNvSpPr/>
          <p:nvPr/>
        </p:nvSpPr>
        <p:spPr>
          <a:xfrm>
            <a:off x="3787140" y="177407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4" name="Shape 39">
            <a:extLst>
              <a:ext uri="{FF2B5EF4-FFF2-40B4-BE49-F238E27FC236}">
                <a16:creationId xmlns:a16="http://schemas.microsoft.com/office/drawing/2014/main" id="{4AFD7839-CEAA-B049-A437-AB62537C37B9}"/>
              </a:ext>
            </a:extLst>
          </p:cNvPr>
          <p:cNvSpPr/>
          <p:nvPr/>
        </p:nvSpPr>
        <p:spPr>
          <a:xfrm>
            <a:off x="4013200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45" name="Shape 40">
            <a:extLst>
              <a:ext uri="{FF2B5EF4-FFF2-40B4-BE49-F238E27FC236}">
                <a16:creationId xmlns:a16="http://schemas.microsoft.com/office/drawing/2014/main" id="{D83013CF-183D-DA0B-EFD9-5C9CD9A140A4}"/>
              </a:ext>
            </a:extLst>
          </p:cNvPr>
          <p:cNvSpPr/>
          <p:nvPr/>
        </p:nvSpPr>
        <p:spPr>
          <a:xfrm>
            <a:off x="4239260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46" name="Shape 41">
            <a:extLst>
              <a:ext uri="{FF2B5EF4-FFF2-40B4-BE49-F238E27FC236}">
                <a16:creationId xmlns:a16="http://schemas.microsoft.com/office/drawing/2014/main" id="{54145A37-F93A-7448-D7FA-5CCB3F137462}"/>
              </a:ext>
            </a:extLst>
          </p:cNvPr>
          <p:cNvSpPr/>
          <p:nvPr/>
        </p:nvSpPr>
        <p:spPr>
          <a:xfrm>
            <a:off x="4465320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47" name="Shape 42">
            <a:extLst>
              <a:ext uri="{FF2B5EF4-FFF2-40B4-BE49-F238E27FC236}">
                <a16:creationId xmlns:a16="http://schemas.microsoft.com/office/drawing/2014/main" id="{67EDE961-124B-6340-AEF2-362C5EF484F5}"/>
              </a:ext>
            </a:extLst>
          </p:cNvPr>
          <p:cNvSpPr/>
          <p:nvPr/>
        </p:nvSpPr>
        <p:spPr>
          <a:xfrm>
            <a:off x="4691380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48" name="Shape 43">
            <a:extLst>
              <a:ext uri="{FF2B5EF4-FFF2-40B4-BE49-F238E27FC236}">
                <a16:creationId xmlns:a16="http://schemas.microsoft.com/office/drawing/2014/main" id="{101E4466-320E-32CB-C8D1-EE413F856FDC}"/>
              </a:ext>
            </a:extLst>
          </p:cNvPr>
          <p:cNvSpPr/>
          <p:nvPr/>
        </p:nvSpPr>
        <p:spPr>
          <a:xfrm>
            <a:off x="4917440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49" name="Shape 44">
            <a:extLst>
              <a:ext uri="{FF2B5EF4-FFF2-40B4-BE49-F238E27FC236}">
                <a16:creationId xmlns:a16="http://schemas.microsoft.com/office/drawing/2014/main" id="{7F7BE8F7-F171-502D-36DA-97B2ECC684B5}"/>
              </a:ext>
            </a:extLst>
          </p:cNvPr>
          <p:cNvSpPr/>
          <p:nvPr/>
        </p:nvSpPr>
        <p:spPr>
          <a:xfrm>
            <a:off x="3787140" y="19702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50" name="Shape 45">
            <a:extLst>
              <a:ext uri="{FF2B5EF4-FFF2-40B4-BE49-F238E27FC236}">
                <a16:creationId xmlns:a16="http://schemas.microsoft.com/office/drawing/2014/main" id="{AD059319-CD8A-DFDF-E35B-430A1BDE53D7}"/>
              </a:ext>
            </a:extLst>
          </p:cNvPr>
          <p:cNvSpPr/>
          <p:nvPr/>
        </p:nvSpPr>
        <p:spPr>
          <a:xfrm>
            <a:off x="3787140" y="216650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51" name="Shape 46">
            <a:extLst>
              <a:ext uri="{FF2B5EF4-FFF2-40B4-BE49-F238E27FC236}">
                <a16:creationId xmlns:a16="http://schemas.microsoft.com/office/drawing/2014/main" id="{5CA41DBA-9147-53F0-D608-A5B8AAA82118}"/>
              </a:ext>
            </a:extLst>
          </p:cNvPr>
          <p:cNvSpPr/>
          <p:nvPr/>
        </p:nvSpPr>
        <p:spPr>
          <a:xfrm>
            <a:off x="3787140" y="236272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52" name="Shape 47">
            <a:extLst>
              <a:ext uri="{FF2B5EF4-FFF2-40B4-BE49-F238E27FC236}">
                <a16:creationId xmlns:a16="http://schemas.microsoft.com/office/drawing/2014/main" id="{A24F50D7-61CA-AA1A-F12C-07AACEBD0EB0}"/>
              </a:ext>
            </a:extLst>
          </p:cNvPr>
          <p:cNvSpPr/>
          <p:nvPr/>
        </p:nvSpPr>
        <p:spPr>
          <a:xfrm>
            <a:off x="3787140" y="18721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53" name="Shape 48">
            <a:extLst>
              <a:ext uri="{FF2B5EF4-FFF2-40B4-BE49-F238E27FC236}">
                <a16:creationId xmlns:a16="http://schemas.microsoft.com/office/drawing/2014/main" id="{2F542AA1-632E-966D-E38F-8010656B5C0F}"/>
              </a:ext>
            </a:extLst>
          </p:cNvPr>
          <p:cNvSpPr/>
          <p:nvPr/>
        </p:nvSpPr>
        <p:spPr>
          <a:xfrm>
            <a:off x="3787140" y="19702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54" name="Shape 49">
            <a:extLst>
              <a:ext uri="{FF2B5EF4-FFF2-40B4-BE49-F238E27FC236}">
                <a16:creationId xmlns:a16="http://schemas.microsoft.com/office/drawing/2014/main" id="{D7F9DCF1-404B-C4E9-DFCD-6673F888F1C7}"/>
              </a:ext>
            </a:extLst>
          </p:cNvPr>
          <p:cNvSpPr/>
          <p:nvPr/>
        </p:nvSpPr>
        <p:spPr>
          <a:xfrm>
            <a:off x="3787140" y="20683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55" name="Shape 50">
            <a:extLst>
              <a:ext uri="{FF2B5EF4-FFF2-40B4-BE49-F238E27FC236}">
                <a16:creationId xmlns:a16="http://schemas.microsoft.com/office/drawing/2014/main" id="{14C27064-8FC7-53ED-331D-F51DB1661317}"/>
              </a:ext>
            </a:extLst>
          </p:cNvPr>
          <p:cNvSpPr/>
          <p:nvPr/>
        </p:nvSpPr>
        <p:spPr>
          <a:xfrm>
            <a:off x="3787140" y="216650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56" name="Shape 51">
            <a:extLst>
              <a:ext uri="{FF2B5EF4-FFF2-40B4-BE49-F238E27FC236}">
                <a16:creationId xmlns:a16="http://schemas.microsoft.com/office/drawing/2014/main" id="{A6B2AED7-EA9F-BD42-081B-8CF81E3D1974}"/>
              </a:ext>
            </a:extLst>
          </p:cNvPr>
          <p:cNvSpPr/>
          <p:nvPr/>
        </p:nvSpPr>
        <p:spPr>
          <a:xfrm>
            <a:off x="3787140" y="22646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57" name="Shape 52">
            <a:extLst>
              <a:ext uri="{FF2B5EF4-FFF2-40B4-BE49-F238E27FC236}">
                <a16:creationId xmlns:a16="http://schemas.microsoft.com/office/drawing/2014/main" id="{5823131F-B7E5-A3CA-CF68-6A524FFDB8C4}"/>
              </a:ext>
            </a:extLst>
          </p:cNvPr>
          <p:cNvSpPr/>
          <p:nvPr/>
        </p:nvSpPr>
        <p:spPr>
          <a:xfrm>
            <a:off x="3787140" y="236272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58" name="Shape 53">
            <a:extLst>
              <a:ext uri="{FF2B5EF4-FFF2-40B4-BE49-F238E27FC236}">
                <a16:creationId xmlns:a16="http://schemas.microsoft.com/office/drawing/2014/main" id="{01BC369C-11DD-8A12-0738-9B0CF2F4190D}"/>
              </a:ext>
            </a:extLst>
          </p:cNvPr>
          <p:cNvSpPr/>
          <p:nvPr/>
        </p:nvSpPr>
        <p:spPr>
          <a:xfrm>
            <a:off x="3787140" y="24608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59" name="Shape 54">
            <a:extLst>
              <a:ext uri="{FF2B5EF4-FFF2-40B4-BE49-F238E27FC236}">
                <a16:creationId xmlns:a16="http://schemas.microsoft.com/office/drawing/2014/main" id="{AE1D8EA3-D923-3AB3-C81A-9B853433A841}"/>
              </a:ext>
            </a:extLst>
          </p:cNvPr>
          <p:cNvSpPr/>
          <p:nvPr/>
        </p:nvSpPr>
        <p:spPr>
          <a:xfrm>
            <a:off x="3787140" y="2166505"/>
            <a:ext cx="135636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660" name="Text 5">
            <a:extLst>
              <a:ext uri="{FF2B5EF4-FFF2-40B4-BE49-F238E27FC236}">
                <a16:creationId xmlns:a16="http://schemas.microsoft.com/office/drawing/2014/main" id="{88767B5B-A829-D4A3-7F3C-5E38D53DCDFF}"/>
              </a:ext>
            </a:extLst>
          </p:cNvPr>
          <p:cNvSpPr/>
          <p:nvPr/>
        </p:nvSpPr>
        <p:spPr>
          <a:xfrm>
            <a:off x="91440" y="3013758"/>
            <a:ext cx="10287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AB232   PI#3</a:t>
            </a:r>
            <a:endParaRPr lang="en-US" sz="1000" dirty="0"/>
          </a:p>
        </p:txBody>
      </p:sp>
      <p:sp>
        <p:nvSpPr>
          <p:cNvPr id="661" name="Text 6">
            <a:extLst>
              <a:ext uri="{FF2B5EF4-FFF2-40B4-BE49-F238E27FC236}">
                <a16:creationId xmlns:a16="http://schemas.microsoft.com/office/drawing/2014/main" id="{E72C7121-EFB8-3278-845B-2AB146002CE2}"/>
              </a:ext>
            </a:extLst>
          </p:cNvPr>
          <p:cNvSpPr/>
          <p:nvPr/>
        </p:nvSpPr>
        <p:spPr>
          <a:xfrm>
            <a:off x="1391715" y="2952798"/>
            <a:ext cx="342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662" name="Text 7">
            <a:extLst>
              <a:ext uri="{FF2B5EF4-FFF2-40B4-BE49-F238E27FC236}">
                <a16:creationId xmlns:a16="http://schemas.microsoft.com/office/drawing/2014/main" id="{75E062BF-A47F-0501-1290-B59E2EFE53CB}"/>
              </a:ext>
            </a:extLst>
          </p:cNvPr>
          <p:cNvSpPr/>
          <p:nvPr/>
        </p:nvSpPr>
        <p:spPr>
          <a:xfrm>
            <a:off x="1386840" y="3051858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5.000</a:t>
            </a:r>
            <a:endParaRPr lang="en-US" sz="1000" dirty="0"/>
          </a:p>
        </p:txBody>
      </p:sp>
      <p:sp>
        <p:nvSpPr>
          <p:cNvPr id="663" name="Text 8">
            <a:extLst>
              <a:ext uri="{FF2B5EF4-FFF2-40B4-BE49-F238E27FC236}">
                <a16:creationId xmlns:a16="http://schemas.microsoft.com/office/drawing/2014/main" id="{363B5C3B-83E3-FFD6-32E1-7B29768CAE3B}"/>
              </a:ext>
            </a:extLst>
          </p:cNvPr>
          <p:cNvSpPr/>
          <p:nvPr/>
        </p:nvSpPr>
        <p:spPr>
          <a:xfrm>
            <a:off x="663855" y="3341418"/>
            <a:ext cx="563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1000" dirty="0"/>
          </a:p>
        </p:txBody>
      </p:sp>
      <p:sp>
        <p:nvSpPr>
          <p:cNvPr id="664" name="Text 9">
            <a:extLst>
              <a:ext uri="{FF2B5EF4-FFF2-40B4-BE49-F238E27FC236}">
                <a16:creationId xmlns:a16="http://schemas.microsoft.com/office/drawing/2014/main" id="{66A0EBEC-2D45-51CD-B681-F0C5D3C118DE}"/>
              </a:ext>
            </a:extLst>
          </p:cNvPr>
          <p:cNvSpPr/>
          <p:nvPr/>
        </p:nvSpPr>
        <p:spPr>
          <a:xfrm>
            <a:off x="706525" y="3440478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665" name="Text 10">
            <a:extLst>
              <a:ext uri="{FF2B5EF4-FFF2-40B4-BE49-F238E27FC236}">
                <a16:creationId xmlns:a16="http://schemas.microsoft.com/office/drawing/2014/main" id="{4F1AD926-CA7C-521F-36B2-4DC960D16875}"/>
              </a:ext>
            </a:extLst>
          </p:cNvPr>
          <p:cNvSpPr/>
          <p:nvPr/>
        </p:nvSpPr>
        <p:spPr>
          <a:xfrm>
            <a:off x="1212495" y="3319473"/>
            <a:ext cx="697990" cy="14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000" dirty="0"/>
          </a:p>
        </p:txBody>
      </p:sp>
      <p:sp>
        <p:nvSpPr>
          <p:cNvPr id="666" name="Text 11">
            <a:extLst>
              <a:ext uri="{FF2B5EF4-FFF2-40B4-BE49-F238E27FC236}">
                <a16:creationId xmlns:a16="http://schemas.microsoft.com/office/drawing/2014/main" id="{A191CE5F-179A-77B2-9B89-6E7F82EDB9C7}"/>
              </a:ext>
            </a:extLst>
          </p:cNvPr>
          <p:cNvSpPr/>
          <p:nvPr/>
        </p:nvSpPr>
        <p:spPr>
          <a:xfrm>
            <a:off x="1315515" y="3440478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667" name="Text 12">
            <a:extLst>
              <a:ext uri="{FF2B5EF4-FFF2-40B4-BE49-F238E27FC236}">
                <a16:creationId xmlns:a16="http://schemas.microsoft.com/office/drawing/2014/main" id="{620FDAB4-F86E-6D09-6FB8-4C6CCA165A58}"/>
              </a:ext>
            </a:extLst>
          </p:cNvPr>
          <p:cNvSpPr/>
          <p:nvPr/>
        </p:nvSpPr>
        <p:spPr>
          <a:xfrm>
            <a:off x="61264" y="3333798"/>
            <a:ext cx="563879" cy="167640"/>
          </a:xfrm>
          <a:prstGeom prst="rect">
            <a:avLst/>
          </a:prstGeom>
          <a:solidFill>
            <a:srgbClr val="EDEDED"/>
          </a:solidFill>
          <a:ln>
            <a:solidFill>
              <a:srgbClr val="88888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PID/VOL</a:t>
            </a:r>
            <a:endParaRPr lang="en-US" sz="1000" dirty="0"/>
          </a:p>
        </p:txBody>
      </p:sp>
      <p:sp>
        <p:nvSpPr>
          <p:cNvPr id="668" name="Text 13">
            <a:extLst>
              <a:ext uri="{FF2B5EF4-FFF2-40B4-BE49-F238E27FC236}">
                <a16:creationId xmlns:a16="http://schemas.microsoft.com/office/drawing/2014/main" id="{ED4A6544-7F2E-5D4D-8537-C1F555790E80}"/>
              </a:ext>
            </a:extLst>
          </p:cNvPr>
          <p:cNvSpPr/>
          <p:nvPr/>
        </p:nvSpPr>
        <p:spPr>
          <a:xfrm>
            <a:off x="91440" y="3630978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gain</a:t>
            </a:r>
            <a:endParaRPr lang="en-US" sz="1000" dirty="0"/>
          </a:p>
        </p:txBody>
      </p:sp>
      <p:sp>
        <p:nvSpPr>
          <p:cNvPr id="669" name="Text 14">
            <a:extLst>
              <a:ext uri="{FF2B5EF4-FFF2-40B4-BE49-F238E27FC236}">
                <a16:creationId xmlns:a16="http://schemas.microsoft.com/office/drawing/2014/main" id="{576B7D85-61A5-75C5-986A-0AD4B9408273}"/>
              </a:ext>
            </a:extLst>
          </p:cNvPr>
          <p:cNvSpPr/>
          <p:nvPr/>
        </p:nvSpPr>
        <p:spPr>
          <a:xfrm>
            <a:off x="716280" y="3630978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gain</a:t>
            </a:r>
            <a:endParaRPr lang="en-US" sz="1000" dirty="0"/>
          </a:p>
        </p:txBody>
      </p:sp>
      <p:sp>
        <p:nvSpPr>
          <p:cNvPr id="670" name="Text 15">
            <a:extLst>
              <a:ext uri="{FF2B5EF4-FFF2-40B4-BE49-F238E27FC236}">
                <a16:creationId xmlns:a16="http://schemas.microsoft.com/office/drawing/2014/main" id="{17A47CC6-4BA0-EBB6-E738-6E99F748FC74}"/>
              </a:ext>
            </a:extLst>
          </p:cNvPr>
          <p:cNvSpPr/>
          <p:nvPr/>
        </p:nvSpPr>
        <p:spPr>
          <a:xfrm>
            <a:off x="1333500" y="3630978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</a:t>
            </a:r>
            <a:endParaRPr lang="en-US" sz="1000" dirty="0"/>
          </a:p>
        </p:txBody>
      </p:sp>
      <p:sp>
        <p:nvSpPr>
          <p:cNvPr id="671" name="Text 16">
            <a:extLst>
              <a:ext uri="{FF2B5EF4-FFF2-40B4-BE49-F238E27FC236}">
                <a16:creationId xmlns:a16="http://schemas.microsoft.com/office/drawing/2014/main" id="{0B466248-9DAB-234C-DF7C-BE37017C4420}"/>
              </a:ext>
            </a:extLst>
          </p:cNvPr>
          <p:cNvSpPr/>
          <p:nvPr/>
        </p:nvSpPr>
        <p:spPr>
          <a:xfrm>
            <a:off x="114300" y="3730038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672" name="Text 17">
            <a:extLst>
              <a:ext uri="{FF2B5EF4-FFF2-40B4-BE49-F238E27FC236}">
                <a16:creationId xmlns:a16="http://schemas.microsoft.com/office/drawing/2014/main" id="{54B42AD0-E240-64A4-1026-7110A4D6FB35}"/>
              </a:ext>
            </a:extLst>
          </p:cNvPr>
          <p:cNvSpPr/>
          <p:nvPr/>
        </p:nvSpPr>
        <p:spPr>
          <a:xfrm>
            <a:off x="731520" y="3730038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673" name="Text 18">
            <a:extLst>
              <a:ext uri="{FF2B5EF4-FFF2-40B4-BE49-F238E27FC236}">
                <a16:creationId xmlns:a16="http://schemas.microsoft.com/office/drawing/2014/main" id="{70AEB4D1-6C19-AF93-6277-7C0C998D9895}"/>
              </a:ext>
            </a:extLst>
          </p:cNvPr>
          <p:cNvSpPr/>
          <p:nvPr/>
        </p:nvSpPr>
        <p:spPr>
          <a:xfrm>
            <a:off x="1326795" y="3730038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674" name="Text 19">
            <a:extLst>
              <a:ext uri="{FF2B5EF4-FFF2-40B4-BE49-F238E27FC236}">
                <a16:creationId xmlns:a16="http://schemas.microsoft.com/office/drawing/2014/main" id="{4BB2F7D6-1DC6-EBAC-BBEF-8473F3B8B2A6}"/>
              </a:ext>
            </a:extLst>
          </p:cNvPr>
          <p:cNvSpPr/>
          <p:nvPr/>
        </p:nvSpPr>
        <p:spPr>
          <a:xfrm>
            <a:off x="2019909" y="2794684"/>
            <a:ext cx="1615745" cy="1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Signal : MFM231</a:t>
            </a:r>
            <a:endParaRPr lang="en-US" sz="1000" dirty="0"/>
          </a:p>
        </p:txBody>
      </p:sp>
      <p:sp>
        <p:nvSpPr>
          <p:cNvPr id="675" name="Shape 20">
            <a:extLst>
              <a:ext uri="{FF2B5EF4-FFF2-40B4-BE49-F238E27FC236}">
                <a16:creationId xmlns:a16="http://schemas.microsoft.com/office/drawing/2014/main" id="{9389E4A7-CC21-5032-8825-C1D22365FBC7}"/>
              </a:ext>
            </a:extLst>
          </p:cNvPr>
          <p:cNvSpPr/>
          <p:nvPr/>
        </p:nvSpPr>
        <p:spPr>
          <a:xfrm>
            <a:off x="2034540" y="2990898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6" name="Shape 21">
            <a:extLst>
              <a:ext uri="{FF2B5EF4-FFF2-40B4-BE49-F238E27FC236}">
                <a16:creationId xmlns:a16="http://schemas.microsoft.com/office/drawing/2014/main" id="{CDDB8F2C-FB2B-6A63-BAAF-2C0350F570F3}"/>
              </a:ext>
            </a:extLst>
          </p:cNvPr>
          <p:cNvSpPr/>
          <p:nvPr/>
        </p:nvSpPr>
        <p:spPr>
          <a:xfrm>
            <a:off x="2260600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77" name="Shape 22">
            <a:extLst>
              <a:ext uri="{FF2B5EF4-FFF2-40B4-BE49-F238E27FC236}">
                <a16:creationId xmlns:a16="http://schemas.microsoft.com/office/drawing/2014/main" id="{74459FAB-4356-06D2-4101-5B51BD5FFC4A}"/>
              </a:ext>
            </a:extLst>
          </p:cNvPr>
          <p:cNvSpPr/>
          <p:nvPr/>
        </p:nvSpPr>
        <p:spPr>
          <a:xfrm>
            <a:off x="2486660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78" name="Shape 23">
            <a:extLst>
              <a:ext uri="{FF2B5EF4-FFF2-40B4-BE49-F238E27FC236}">
                <a16:creationId xmlns:a16="http://schemas.microsoft.com/office/drawing/2014/main" id="{C28DF7A4-1D65-BDC8-476C-232042F54B72}"/>
              </a:ext>
            </a:extLst>
          </p:cNvPr>
          <p:cNvSpPr/>
          <p:nvPr/>
        </p:nvSpPr>
        <p:spPr>
          <a:xfrm>
            <a:off x="2712720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79" name="Shape 24">
            <a:extLst>
              <a:ext uri="{FF2B5EF4-FFF2-40B4-BE49-F238E27FC236}">
                <a16:creationId xmlns:a16="http://schemas.microsoft.com/office/drawing/2014/main" id="{BDB46D27-67FB-759C-3EEA-34CCFCBCAE69}"/>
              </a:ext>
            </a:extLst>
          </p:cNvPr>
          <p:cNvSpPr/>
          <p:nvPr/>
        </p:nvSpPr>
        <p:spPr>
          <a:xfrm>
            <a:off x="2938780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80" name="Shape 25">
            <a:extLst>
              <a:ext uri="{FF2B5EF4-FFF2-40B4-BE49-F238E27FC236}">
                <a16:creationId xmlns:a16="http://schemas.microsoft.com/office/drawing/2014/main" id="{A1133701-CF89-5C69-E3BF-2F05A9DBDB50}"/>
              </a:ext>
            </a:extLst>
          </p:cNvPr>
          <p:cNvSpPr/>
          <p:nvPr/>
        </p:nvSpPr>
        <p:spPr>
          <a:xfrm>
            <a:off x="3164840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81" name="Shape 26">
            <a:extLst>
              <a:ext uri="{FF2B5EF4-FFF2-40B4-BE49-F238E27FC236}">
                <a16:creationId xmlns:a16="http://schemas.microsoft.com/office/drawing/2014/main" id="{D17630C0-F04B-30EE-3A1C-3AF3DDDB1472}"/>
              </a:ext>
            </a:extLst>
          </p:cNvPr>
          <p:cNvSpPr/>
          <p:nvPr/>
        </p:nvSpPr>
        <p:spPr>
          <a:xfrm>
            <a:off x="2034540" y="3187113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82" name="Shape 27">
            <a:extLst>
              <a:ext uri="{FF2B5EF4-FFF2-40B4-BE49-F238E27FC236}">
                <a16:creationId xmlns:a16="http://schemas.microsoft.com/office/drawing/2014/main" id="{E55BDE13-E56E-703B-6F54-8AC029F47D72}"/>
              </a:ext>
            </a:extLst>
          </p:cNvPr>
          <p:cNvSpPr/>
          <p:nvPr/>
        </p:nvSpPr>
        <p:spPr>
          <a:xfrm>
            <a:off x="2034540" y="3383328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83" name="Shape 28">
            <a:extLst>
              <a:ext uri="{FF2B5EF4-FFF2-40B4-BE49-F238E27FC236}">
                <a16:creationId xmlns:a16="http://schemas.microsoft.com/office/drawing/2014/main" id="{37113B50-C70F-76EC-C2DE-59B6A3C1C8FA}"/>
              </a:ext>
            </a:extLst>
          </p:cNvPr>
          <p:cNvSpPr/>
          <p:nvPr/>
        </p:nvSpPr>
        <p:spPr>
          <a:xfrm>
            <a:off x="2034540" y="3579543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84" name="Shape 29">
            <a:extLst>
              <a:ext uri="{FF2B5EF4-FFF2-40B4-BE49-F238E27FC236}">
                <a16:creationId xmlns:a16="http://schemas.microsoft.com/office/drawing/2014/main" id="{96D2F249-DFBC-266B-9D65-4435F4E6FE9F}"/>
              </a:ext>
            </a:extLst>
          </p:cNvPr>
          <p:cNvSpPr/>
          <p:nvPr/>
        </p:nvSpPr>
        <p:spPr>
          <a:xfrm>
            <a:off x="2034540" y="3089006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85" name="Shape 30">
            <a:extLst>
              <a:ext uri="{FF2B5EF4-FFF2-40B4-BE49-F238E27FC236}">
                <a16:creationId xmlns:a16="http://schemas.microsoft.com/office/drawing/2014/main" id="{629E5A47-7986-96E3-01CC-D04341CE8B56}"/>
              </a:ext>
            </a:extLst>
          </p:cNvPr>
          <p:cNvSpPr/>
          <p:nvPr/>
        </p:nvSpPr>
        <p:spPr>
          <a:xfrm>
            <a:off x="2034540" y="31871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86" name="Shape 31">
            <a:extLst>
              <a:ext uri="{FF2B5EF4-FFF2-40B4-BE49-F238E27FC236}">
                <a16:creationId xmlns:a16="http://schemas.microsoft.com/office/drawing/2014/main" id="{E4E7B2E8-74E6-9983-5DE7-0D29500A3023}"/>
              </a:ext>
            </a:extLst>
          </p:cNvPr>
          <p:cNvSpPr/>
          <p:nvPr/>
        </p:nvSpPr>
        <p:spPr>
          <a:xfrm>
            <a:off x="2034540" y="3285221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87" name="Shape 32">
            <a:extLst>
              <a:ext uri="{FF2B5EF4-FFF2-40B4-BE49-F238E27FC236}">
                <a16:creationId xmlns:a16="http://schemas.microsoft.com/office/drawing/2014/main" id="{851F35D1-C0A0-6E17-7277-36E4A075E4C6}"/>
              </a:ext>
            </a:extLst>
          </p:cNvPr>
          <p:cNvSpPr/>
          <p:nvPr/>
        </p:nvSpPr>
        <p:spPr>
          <a:xfrm>
            <a:off x="2034540" y="33833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88" name="Shape 33">
            <a:extLst>
              <a:ext uri="{FF2B5EF4-FFF2-40B4-BE49-F238E27FC236}">
                <a16:creationId xmlns:a16="http://schemas.microsoft.com/office/drawing/2014/main" id="{74BE3D4B-8E50-60E9-0B83-10C54BDFB397}"/>
              </a:ext>
            </a:extLst>
          </p:cNvPr>
          <p:cNvSpPr/>
          <p:nvPr/>
        </p:nvSpPr>
        <p:spPr>
          <a:xfrm>
            <a:off x="2034540" y="3481436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89" name="Shape 34">
            <a:extLst>
              <a:ext uri="{FF2B5EF4-FFF2-40B4-BE49-F238E27FC236}">
                <a16:creationId xmlns:a16="http://schemas.microsoft.com/office/drawing/2014/main" id="{BE53E430-E374-9508-B222-2FC9B3BEAD5A}"/>
              </a:ext>
            </a:extLst>
          </p:cNvPr>
          <p:cNvSpPr/>
          <p:nvPr/>
        </p:nvSpPr>
        <p:spPr>
          <a:xfrm>
            <a:off x="2034540" y="357954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90" name="Shape 35">
            <a:extLst>
              <a:ext uri="{FF2B5EF4-FFF2-40B4-BE49-F238E27FC236}">
                <a16:creationId xmlns:a16="http://schemas.microsoft.com/office/drawing/2014/main" id="{DB959747-8367-84D4-328A-5E34F2F840EF}"/>
              </a:ext>
            </a:extLst>
          </p:cNvPr>
          <p:cNvSpPr/>
          <p:nvPr/>
        </p:nvSpPr>
        <p:spPr>
          <a:xfrm>
            <a:off x="2034540" y="3677651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91" name="Shape 36">
            <a:extLst>
              <a:ext uri="{FF2B5EF4-FFF2-40B4-BE49-F238E27FC236}">
                <a16:creationId xmlns:a16="http://schemas.microsoft.com/office/drawing/2014/main" id="{2536AF6B-A665-BFFE-7DC8-4B7243D1EAA6}"/>
              </a:ext>
            </a:extLst>
          </p:cNvPr>
          <p:cNvSpPr/>
          <p:nvPr/>
        </p:nvSpPr>
        <p:spPr>
          <a:xfrm>
            <a:off x="2034540" y="3383328"/>
            <a:ext cx="135636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692" name="Text 37">
            <a:extLst>
              <a:ext uri="{FF2B5EF4-FFF2-40B4-BE49-F238E27FC236}">
                <a16:creationId xmlns:a16="http://schemas.microsoft.com/office/drawing/2014/main" id="{507F3011-927C-3885-EF28-86F143343615}"/>
              </a:ext>
            </a:extLst>
          </p:cNvPr>
          <p:cNvSpPr/>
          <p:nvPr/>
        </p:nvSpPr>
        <p:spPr>
          <a:xfrm>
            <a:off x="3787140" y="2854043"/>
            <a:ext cx="1356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Voltage : 0~5V</a:t>
            </a:r>
            <a:endParaRPr lang="en-US" sz="1000" dirty="0"/>
          </a:p>
        </p:txBody>
      </p:sp>
      <p:sp>
        <p:nvSpPr>
          <p:cNvPr id="693" name="Shape 38">
            <a:extLst>
              <a:ext uri="{FF2B5EF4-FFF2-40B4-BE49-F238E27FC236}">
                <a16:creationId xmlns:a16="http://schemas.microsoft.com/office/drawing/2014/main" id="{9D9D14D3-51E5-94A2-F236-958ECAEFD9AF}"/>
              </a:ext>
            </a:extLst>
          </p:cNvPr>
          <p:cNvSpPr/>
          <p:nvPr/>
        </p:nvSpPr>
        <p:spPr>
          <a:xfrm>
            <a:off x="3787140" y="2990898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4" name="Shape 39">
            <a:extLst>
              <a:ext uri="{FF2B5EF4-FFF2-40B4-BE49-F238E27FC236}">
                <a16:creationId xmlns:a16="http://schemas.microsoft.com/office/drawing/2014/main" id="{9C42191C-AAE5-371A-6446-B8E305BD9B0B}"/>
              </a:ext>
            </a:extLst>
          </p:cNvPr>
          <p:cNvSpPr/>
          <p:nvPr/>
        </p:nvSpPr>
        <p:spPr>
          <a:xfrm>
            <a:off x="4013200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95" name="Shape 40">
            <a:extLst>
              <a:ext uri="{FF2B5EF4-FFF2-40B4-BE49-F238E27FC236}">
                <a16:creationId xmlns:a16="http://schemas.microsoft.com/office/drawing/2014/main" id="{AEEFB1C7-11A3-C564-63B6-F1A749AEBBDC}"/>
              </a:ext>
            </a:extLst>
          </p:cNvPr>
          <p:cNvSpPr/>
          <p:nvPr/>
        </p:nvSpPr>
        <p:spPr>
          <a:xfrm>
            <a:off x="4239260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96" name="Shape 41">
            <a:extLst>
              <a:ext uri="{FF2B5EF4-FFF2-40B4-BE49-F238E27FC236}">
                <a16:creationId xmlns:a16="http://schemas.microsoft.com/office/drawing/2014/main" id="{56F0DDD3-4CB3-2C21-6E8D-3C6AA4A76759}"/>
              </a:ext>
            </a:extLst>
          </p:cNvPr>
          <p:cNvSpPr/>
          <p:nvPr/>
        </p:nvSpPr>
        <p:spPr>
          <a:xfrm>
            <a:off x="4465320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97" name="Shape 42">
            <a:extLst>
              <a:ext uri="{FF2B5EF4-FFF2-40B4-BE49-F238E27FC236}">
                <a16:creationId xmlns:a16="http://schemas.microsoft.com/office/drawing/2014/main" id="{335A948D-D736-B4D6-8FB4-568367DD6B5D}"/>
              </a:ext>
            </a:extLst>
          </p:cNvPr>
          <p:cNvSpPr/>
          <p:nvPr/>
        </p:nvSpPr>
        <p:spPr>
          <a:xfrm>
            <a:off x="4691380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98" name="Shape 43">
            <a:extLst>
              <a:ext uri="{FF2B5EF4-FFF2-40B4-BE49-F238E27FC236}">
                <a16:creationId xmlns:a16="http://schemas.microsoft.com/office/drawing/2014/main" id="{5F5C612A-B28B-241B-98BF-AC0875380965}"/>
              </a:ext>
            </a:extLst>
          </p:cNvPr>
          <p:cNvSpPr/>
          <p:nvPr/>
        </p:nvSpPr>
        <p:spPr>
          <a:xfrm>
            <a:off x="4917440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699" name="Shape 44">
            <a:extLst>
              <a:ext uri="{FF2B5EF4-FFF2-40B4-BE49-F238E27FC236}">
                <a16:creationId xmlns:a16="http://schemas.microsoft.com/office/drawing/2014/main" id="{FA8DF9DD-3B75-1B53-5B28-A3B131952C8F}"/>
              </a:ext>
            </a:extLst>
          </p:cNvPr>
          <p:cNvSpPr/>
          <p:nvPr/>
        </p:nvSpPr>
        <p:spPr>
          <a:xfrm>
            <a:off x="3787140" y="3187113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00" name="Shape 45">
            <a:extLst>
              <a:ext uri="{FF2B5EF4-FFF2-40B4-BE49-F238E27FC236}">
                <a16:creationId xmlns:a16="http://schemas.microsoft.com/office/drawing/2014/main" id="{A6DABB8A-6E15-A1F8-D2A6-5AFC7B7ECDD2}"/>
              </a:ext>
            </a:extLst>
          </p:cNvPr>
          <p:cNvSpPr/>
          <p:nvPr/>
        </p:nvSpPr>
        <p:spPr>
          <a:xfrm>
            <a:off x="3787140" y="3383328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01" name="Shape 46">
            <a:extLst>
              <a:ext uri="{FF2B5EF4-FFF2-40B4-BE49-F238E27FC236}">
                <a16:creationId xmlns:a16="http://schemas.microsoft.com/office/drawing/2014/main" id="{4A59EF3E-B4C9-A338-8FC2-A8240C0A0254}"/>
              </a:ext>
            </a:extLst>
          </p:cNvPr>
          <p:cNvSpPr/>
          <p:nvPr/>
        </p:nvSpPr>
        <p:spPr>
          <a:xfrm>
            <a:off x="3787140" y="3579543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02" name="Shape 47">
            <a:extLst>
              <a:ext uri="{FF2B5EF4-FFF2-40B4-BE49-F238E27FC236}">
                <a16:creationId xmlns:a16="http://schemas.microsoft.com/office/drawing/2014/main" id="{198A1404-8712-A1E1-C7E0-5D861C56DEBD}"/>
              </a:ext>
            </a:extLst>
          </p:cNvPr>
          <p:cNvSpPr/>
          <p:nvPr/>
        </p:nvSpPr>
        <p:spPr>
          <a:xfrm>
            <a:off x="3787140" y="3089006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03" name="Shape 48">
            <a:extLst>
              <a:ext uri="{FF2B5EF4-FFF2-40B4-BE49-F238E27FC236}">
                <a16:creationId xmlns:a16="http://schemas.microsoft.com/office/drawing/2014/main" id="{C944228D-F618-87D7-E19E-21449C3A2F2A}"/>
              </a:ext>
            </a:extLst>
          </p:cNvPr>
          <p:cNvSpPr/>
          <p:nvPr/>
        </p:nvSpPr>
        <p:spPr>
          <a:xfrm>
            <a:off x="3787140" y="31871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04" name="Shape 49">
            <a:extLst>
              <a:ext uri="{FF2B5EF4-FFF2-40B4-BE49-F238E27FC236}">
                <a16:creationId xmlns:a16="http://schemas.microsoft.com/office/drawing/2014/main" id="{D8559B9F-D981-898F-2A82-1840AB73C069}"/>
              </a:ext>
            </a:extLst>
          </p:cNvPr>
          <p:cNvSpPr/>
          <p:nvPr/>
        </p:nvSpPr>
        <p:spPr>
          <a:xfrm>
            <a:off x="3787140" y="3285221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05" name="Shape 50">
            <a:extLst>
              <a:ext uri="{FF2B5EF4-FFF2-40B4-BE49-F238E27FC236}">
                <a16:creationId xmlns:a16="http://schemas.microsoft.com/office/drawing/2014/main" id="{29EF4F51-B48B-A052-834C-352EFC1C1F63}"/>
              </a:ext>
            </a:extLst>
          </p:cNvPr>
          <p:cNvSpPr/>
          <p:nvPr/>
        </p:nvSpPr>
        <p:spPr>
          <a:xfrm>
            <a:off x="3787140" y="33833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06" name="Shape 51">
            <a:extLst>
              <a:ext uri="{FF2B5EF4-FFF2-40B4-BE49-F238E27FC236}">
                <a16:creationId xmlns:a16="http://schemas.microsoft.com/office/drawing/2014/main" id="{E3DBF6F6-583F-0309-CCA3-50A51A0660A4}"/>
              </a:ext>
            </a:extLst>
          </p:cNvPr>
          <p:cNvSpPr/>
          <p:nvPr/>
        </p:nvSpPr>
        <p:spPr>
          <a:xfrm>
            <a:off x="3787140" y="3481436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07" name="Shape 52">
            <a:extLst>
              <a:ext uri="{FF2B5EF4-FFF2-40B4-BE49-F238E27FC236}">
                <a16:creationId xmlns:a16="http://schemas.microsoft.com/office/drawing/2014/main" id="{9488FC43-DF6A-596B-2F9D-3D0F96597207}"/>
              </a:ext>
            </a:extLst>
          </p:cNvPr>
          <p:cNvSpPr/>
          <p:nvPr/>
        </p:nvSpPr>
        <p:spPr>
          <a:xfrm>
            <a:off x="3787140" y="357954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08" name="Shape 53">
            <a:extLst>
              <a:ext uri="{FF2B5EF4-FFF2-40B4-BE49-F238E27FC236}">
                <a16:creationId xmlns:a16="http://schemas.microsoft.com/office/drawing/2014/main" id="{6D2D2B54-6CF5-183A-30D0-CA3D68F91D4F}"/>
              </a:ext>
            </a:extLst>
          </p:cNvPr>
          <p:cNvSpPr/>
          <p:nvPr/>
        </p:nvSpPr>
        <p:spPr>
          <a:xfrm>
            <a:off x="3787140" y="3677651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09" name="Shape 54">
            <a:extLst>
              <a:ext uri="{FF2B5EF4-FFF2-40B4-BE49-F238E27FC236}">
                <a16:creationId xmlns:a16="http://schemas.microsoft.com/office/drawing/2014/main" id="{4C0B603E-28A9-AA15-AB9B-72A22E6BF27B}"/>
              </a:ext>
            </a:extLst>
          </p:cNvPr>
          <p:cNvSpPr/>
          <p:nvPr/>
        </p:nvSpPr>
        <p:spPr>
          <a:xfrm>
            <a:off x="3787140" y="3383328"/>
            <a:ext cx="135636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710" name="Text 5">
            <a:extLst>
              <a:ext uri="{FF2B5EF4-FFF2-40B4-BE49-F238E27FC236}">
                <a16:creationId xmlns:a16="http://schemas.microsoft.com/office/drawing/2014/main" id="{6D31F6EC-9965-9A40-7FF6-BFF0EFA0DA0E}"/>
              </a:ext>
            </a:extLst>
          </p:cNvPr>
          <p:cNvSpPr/>
          <p:nvPr/>
        </p:nvSpPr>
        <p:spPr>
          <a:xfrm>
            <a:off x="91440" y="4191505"/>
            <a:ext cx="10287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P108   PI#4</a:t>
            </a:r>
            <a:endParaRPr lang="en-US" sz="1000" dirty="0"/>
          </a:p>
        </p:txBody>
      </p:sp>
      <p:sp>
        <p:nvSpPr>
          <p:cNvPr id="711" name="Text 6">
            <a:extLst>
              <a:ext uri="{FF2B5EF4-FFF2-40B4-BE49-F238E27FC236}">
                <a16:creationId xmlns:a16="http://schemas.microsoft.com/office/drawing/2014/main" id="{5A6A8714-5D5E-D2E2-4CBF-97C436609D41}"/>
              </a:ext>
            </a:extLst>
          </p:cNvPr>
          <p:cNvSpPr/>
          <p:nvPr/>
        </p:nvSpPr>
        <p:spPr>
          <a:xfrm>
            <a:off x="1391715" y="4130545"/>
            <a:ext cx="342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712" name="Text 7">
            <a:extLst>
              <a:ext uri="{FF2B5EF4-FFF2-40B4-BE49-F238E27FC236}">
                <a16:creationId xmlns:a16="http://schemas.microsoft.com/office/drawing/2014/main" id="{8F99E686-54AF-0A6C-8E67-B7E9A07FAC2A}"/>
              </a:ext>
            </a:extLst>
          </p:cNvPr>
          <p:cNvSpPr/>
          <p:nvPr/>
        </p:nvSpPr>
        <p:spPr>
          <a:xfrm>
            <a:off x="1386840" y="422960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5.000</a:t>
            </a:r>
            <a:endParaRPr lang="en-US" sz="1000" dirty="0"/>
          </a:p>
        </p:txBody>
      </p:sp>
      <p:sp>
        <p:nvSpPr>
          <p:cNvPr id="713" name="Text 8">
            <a:extLst>
              <a:ext uri="{FF2B5EF4-FFF2-40B4-BE49-F238E27FC236}">
                <a16:creationId xmlns:a16="http://schemas.microsoft.com/office/drawing/2014/main" id="{63965694-539B-DA36-B4C0-16C0732C92AB}"/>
              </a:ext>
            </a:extLst>
          </p:cNvPr>
          <p:cNvSpPr/>
          <p:nvPr/>
        </p:nvSpPr>
        <p:spPr>
          <a:xfrm>
            <a:off x="663855" y="4519165"/>
            <a:ext cx="563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1000" dirty="0"/>
          </a:p>
        </p:txBody>
      </p:sp>
      <p:sp>
        <p:nvSpPr>
          <p:cNvPr id="714" name="Text 9">
            <a:extLst>
              <a:ext uri="{FF2B5EF4-FFF2-40B4-BE49-F238E27FC236}">
                <a16:creationId xmlns:a16="http://schemas.microsoft.com/office/drawing/2014/main" id="{207C5E3E-1822-A0E1-E879-D78E9A7F2639}"/>
              </a:ext>
            </a:extLst>
          </p:cNvPr>
          <p:cNvSpPr/>
          <p:nvPr/>
        </p:nvSpPr>
        <p:spPr>
          <a:xfrm>
            <a:off x="706525" y="461822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715" name="Text 10">
            <a:extLst>
              <a:ext uri="{FF2B5EF4-FFF2-40B4-BE49-F238E27FC236}">
                <a16:creationId xmlns:a16="http://schemas.microsoft.com/office/drawing/2014/main" id="{02C24A12-4982-B6E9-05DC-B5418EC687F7}"/>
              </a:ext>
            </a:extLst>
          </p:cNvPr>
          <p:cNvSpPr/>
          <p:nvPr/>
        </p:nvSpPr>
        <p:spPr>
          <a:xfrm>
            <a:off x="1212495" y="4497220"/>
            <a:ext cx="697990" cy="14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000" dirty="0"/>
          </a:p>
        </p:txBody>
      </p:sp>
      <p:sp>
        <p:nvSpPr>
          <p:cNvPr id="716" name="Text 11">
            <a:extLst>
              <a:ext uri="{FF2B5EF4-FFF2-40B4-BE49-F238E27FC236}">
                <a16:creationId xmlns:a16="http://schemas.microsoft.com/office/drawing/2014/main" id="{DA519ECC-2F1A-9E1A-C67E-08110B037A2B}"/>
              </a:ext>
            </a:extLst>
          </p:cNvPr>
          <p:cNvSpPr/>
          <p:nvPr/>
        </p:nvSpPr>
        <p:spPr>
          <a:xfrm>
            <a:off x="1315515" y="461822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717" name="Text 12">
            <a:extLst>
              <a:ext uri="{FF2B5EF4-FFF2-40B4-BE49-F238E27FC236}">
                <a16:creationId xmlns:a16="http://schemas.microsoft.com/office/drawing/2014/main" id="{AA60971D-E39A-4984-52D7-3E71BCE526E7}"/>
              </a:ext>
            </a:extLst>
          </p:cNvPr>
          <p:cNvSpPr/>
          <p:nvPr/>
        </p:nvSpPr>
        <p:spPr>
          <a:xfrm>
            <a:off x="61264" y="4511545"/>
            <a:ext cx="563879" cy="167640"/>
          </a:xfrm>
          <a:prstGeom prst="rect">
            <a:avLst/>
          </a:prstGeom>
          <a:solidFill>
            <a:srgbClr val="EDEDED"/>
          </a:solidFill>
          <a:ln>
            <a:solidFill>
              <a:srgbClr val="88888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PID/VOL</a:t>
            </a:r>
            <a:endParaRPr lang="en-US" sz="1000" dirty="0"/>
          </a:p>
        </p:txBody>
      </p:sp>
      <p:sp>
        <p:nvSpPr>
          <p:cNvPr id="718" name="Text 13">
            <a:extLst>
              <a:ext uri="{FF2B5EF4-FFF2-40B4-BE49-F238E27FC236}">
                <a16:creationId xmlns:a16="http://schemas.microsoft.com/office/drawing/2014/main" id="{2621E2AA-08E0-4B34-C6B8-3C5D86D22076}"/>
              </a:ext>
            </a:extLst>
          </p:cNvPr>
          <p:cNvSpPr/>
          <p:nvPr/>
        </p:nvSpPr>
        <p:spPr>
          <a:xfrm>
            <a:off x="91440" y="480872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gain</a:t>
            </a:r>
            <a:endParaRPr lang="en-US" sz="1000" dirty="0"/>
          </a:p>
        </p:txBody>
      </p:sp>
      <p:sp>
        <p:nvSpPr>
          <p:cNvPr id="719" name="Text 14">
            <a:extLst>
              <a:ext uri="{FF2B5EF4-FFF2-40B4-BE49-F238E27FC236}">
                <a16:creationId xmlns:a16="http://schemas.microsoft.com/office/drawing/2014/main" id="{1B1A3A07-B80B-9A2D-DB75-36FC885A4B42}"/>
              </a:ext>
            </a:extLst>
          </p:cNvPr>
          <p:cNvSpPr/>
          <p:nvPr/>
        </p:nvSpPr>
        <p:spPr>
          <a:xfrm>
            <a:off x="716280" y="480872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gain</a:t>
            </a:r>
            <a:endParaRPr lang="en-US" sz="1000" dirty="0"/>
          </a:p>
        </p:txBody>
      </p:sp>
      <p:sp>
        <p:nvSpPr>
          <p:cNvPr id="720" name="Text 15">
            <a:extLst>
              <a:ext uri="{FF2B5EF4-FFF2-40B4-BE49-F238E27FC236}">
                <a16:creationId xmlns:a16="http://schemas.microsoft.com/office/drawing/2014/main" id="{63900170-66B6-5080-C1FE-EB8D4B58514A}"/>
              </a:ext>
            </a:extLst>
          </p:cNvPr>
          <p:cNvSpPr/>
          <p:nvPr/>
        </p:nvSpPr>
        <p:spPr>
          <a:xfrm>
            <a:off x="1333500" y="480872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</a:t>
            </a:r>
            <a:endParaRPr lang="en-US" sz="1000" dirty="0"/>
          </a:p>
        </p:txBody>
      </p:sp>
      <p:sp>
        <p:nvSpPr>
          <p:cNvPr id="721" name="Text 16">
            <a:extLst>
              <a:ext uri="{FF2B5EF4-FFF2-40B4-BE49-F238E27FC236}">
                <a16:creationId xmlns:a16="http://schemas.microsoft.com/office/drawing/2014/main" id="{58855AC8-4ECF-25F0-4013-540006E46303}"/>
              </a:ext>
            </a:extLst>
          </p:cNvPr>
          <p:cNvSpPr/>
          <p:nvPr/>
        </p:nvSpPr>
        <p:spPr>
          <a:xfrm>
            <a:off x="114300" y="490778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722" name="Text 17">
            <a:extLst>
              <a:ext uri="{FF2B5EF4-FFF2-40B4-BE49-F238E27FC236}">
                <a16:creationId xmlns:a16="http://schemas.microsoft.com/office/drawing/2014/main" id="{EDC637A5-9B24-8CF4-ECD3-F9CB83E83EB1}"/>
              </a:ext>
            </a:extLst>
          </p:cNvPr>
          <p:cNvSpPr/>
          <p:nvPr/>
        </p:nvSpPr>
        <p:spPr>
          <a:xfrm>
            <a:off x="731520" y="490778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723" name="Text 18">
            <a:extLst>
              <a:ext uri="{FF2B5EF4-FFF2-40B4-BE49-F238E27FC236}">
                <a16:creationId xmlns:a16="http://schemas.microsoft.com/office/drawing/2014/main" id="{FCFD0EB8-97CF-EC60-6358-850E33BA7ACB}"/>
              </a:ext>
            </a:extLst>
          </p:cNvPr>
          <p:cNvSpPr/>
          <p:nvPr/>
        </p:nvSpPr>
        <p:spPr>
          <a:xfrm>
            <a:off x="1326795" y="490778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724" name="Text 19">
            <a:extLst>
              <a:ext uri="{FF2B5EF4-FFF2-40B4-BE49-F238E27FC236}">
                <a16:creationId xmlns:a16="http://schemas.microsoft.com/office/drawing/2014/main" id="{7BB946FD-4A15-E003-367C-4C3FD8D81EAE}"/>
              </a:ext>
            </a:extLst>
          </p:cNvPr>
          <p:cNvSpPr/>
          <p:nvPr/>
        </p:nvSpPr>
        <p:spPr>
          <a:xfrm>
            <a:off x="2019909" y="3972431"/>
            <a:ext cx="1615745" cy="1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Signal : PT109</a:t>
            </a:r>
            <a:endParaRPr lang="en-US" sz="1000" dirty="0"/>
          </a:p>
        </p:txBody>
      </p:sp>
      <p:sp>
        <p:nvSpPr>
          <p:cNvPr id="725" name="Shape 20">
            <a:extLst>
              <a:ext uri="{FF2B5EF4-FFF2-40B4-BE49-F238E27FC236}">
                <a16:creationId xmlns:a16="http://schemas.microsoft.com/office/drawing/2014/main" id="{470A841D-55EE-1F28-9849-037A255266CF}"/>
              </a:ext>
            </a:extLst>
          </p:cNvPr>
          <p:cNvSpPr/>
          <p:nvPr/>
        </p:nvSpPr>
        <p:spPr>
          <a:xfrm>
            <a:off x="2034540" y="416864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6" name="Shape 21">
            <a:extLst>
              <a:ext uri="{FF2B5EF4-FFF2-40B4-BE49-F238E27FC236}">
                <a16:creationId xmlns:a16="http://schemas.microsoft.com/office/drawing/2014/main" id="{7CC469C4-CC97-48F2-FED8-EB9D2227F02B}"/>
              </a:ext>
            </a:extLst>
          </p:cNvPr>
          <p:cNvSpPr/>
          <p:nvPr/>
        </p:nvSpPr>
        <p:spPr>
          <a:xfrm>
            <a:off x="2260600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27" name="Shape 22">
            <a:extLst>
              <a:ext uri="{FF2B5EF4-FFF2-40B4-BE49-F238E27FC236}">
                <a16:creationId xmlns:a16="http://schemas.microsoft.com/office/drawing/2014/main" id="{11DB2267-1AF8-00EF-3949-9CE207BD4358}"/>
              </a:ext>
            </a:extLst>
          </p:cNvPr>
          <p:cNvSpPr/>
          <p:nvPr/>
        </p:nvSpPr>
        <p:spPr>
          <a:xfrm>
            <a:off x="2486660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28" name="Shape 23">
            <a:extLst>
              <a:ext uri="{FF2B5EF4-FFF2-40B4-BE49-F238E27FC236}">
                <a16:creationId xmlns:a16="http://schemas.microsoft.com/office/drawing/2014/main" id="{40B8E972-C617-5807-88EE-09C0F33A7363}"/>
              </a:ext>
            </a:extLst>
          </p:cNvPr>
          <p:cNvSpPr/>
          <p:nvPr/>
        </p:nvSpPr>
        <p:spPr>
          <a:xfrm>
            <a:off x="2712720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29" name="Shape 24">
            <a:extLst>
              <a:ext uri="{FF2B5EF4-FFF2-40B4-BE49-F238E27FC236}">
                <a16:creationId xmlns:a16="http://schemas.microsoft.com/office/drawing/2014/main" id="{D3892090-77E3-078B-8D8E-C133F9B1717B}"/>
              </a:ext>
            </a:extLst>
          </p:cNvPr>
          <p:cNvSpPr/>
          <p:nvPr/>
        </p:nvSpPr>
        <p:spPr>
          <a:xfrm>
            <a:off x="2938780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30" name="Shape 25">
            <a:extLst>
              <a:ext uri="{FF2B5EF4-FFF2-40B4-BE49-F238E27FC236}">
                <a16:creationId xmlns:a16="http://schemas.microsoft.com/office/drawing/2014/main" id="{3D5AA4C5-4BE5-43CF-A177-B980674035FF}"/>
              </a:ext>
            </a:extLst>
          </p:cNvPr>
          <p:cNvSpPr/>
          <p:nvPr/>
        </p:nvSpPr>
        <p:spPr>
          <a:xfrm>
            <a:off x="3164840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31" name="Shape 26">
            <a:extLst>
              <a:ext uri="{FF2B5EF4-FFF2-40B4-BE49-F238E27FC236}">
                <a16:creationId xmlns:a16="http://schemas.microsoft.com/office/drawing/2014/main" id="{99F41503-B0CD-460C-6033-BE04E003CEAB}"/>
              </a:ext>
            </a:extLst>
          </p:cNvPr>
          <p:cNvSpPr/>
          <p:nvPr/>
        </p:nvSpPr>
        <p:spPr>
          <a:xfrm>
            <a:off x="2034540" y="436486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32" name="Shape 27">
            <a:extLst>
              <a:ext uri="{FF2B5EF4-FFF2-40B4-BE49-F238E27FC236}">
                <a16:creationId xmlns:a16="http://schemas.microsoft.com/office/drawing/2014/main" id="{4169D443-CF7B-BA1E-5CA7-AE8F92325460}"/>
              </a:ext>
            </a:extLst>
          </p:cNvPr>
          <p:cNvSpPr/>
          <p:nvPr/>
        </p:nvSpPr>
        <p:spPr>
          <a:xfrm>
            <a:off x="2034540" y="456107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33" name="Shape 28">
            <a:extLst>
              <a:ext uri="{FF2B5EF4-FFF2-40B4-BE49-F238E27FC236}">
                <a16:creationId xmlns:a16="http://schemas.microsoft.com/office/drawing/2014/main" id="{27DD70E8-1A2A-EE62-EE51-32A16EDE1896}"/>
              </a:ext>
            </a:extLst>
          </p:cNvPr>
          <p:cNvSpPr/>
          <p:nvPr/>
        </p:nvSpPr>
        <p:spPr>
          <a:xfrm>
            <a:off x="2034540" y="47572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34" name="Shape 29">
            <a:extLst>
              <a:ext uri="{FF2B5EF4-FFF2-40B4-BE49-F238E27FC236}">
                <a16:creationId xmlns:a16="http://schemas.microsoft.com/office/drawing/2014/main" id="{8C23929D-2942-1087-75D6-E149E5F8A966}"/>
              </a:ext>
            </a:extLst>
          </p:cNvPr>
          <p:cNvSpPr/>
          <p:nvPr/>
        </p:nvSpPr>
        <p:spPr>
          <a:xfrm>
            <a:off x="2034540" y="426675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35" name="Shape 30">
            <a:extLst>
              <a:ext uri="{FF2B5EF4-FFF2-40B4-BE49-F238E27FC236}">
                <a16:creationId xmlns:a16="http://schemas.microsoft.com/office/drawing/2014/main" id="{CEE799C4-5CAA-6389-CA12-8C734AC56ADA}"/>
              </a:ext>
            </a:extLst>
          </p:cNvPr>
          <p:cNvSpPr/>
          <p:nvPr/>
        </p:nvSpPr>
        <p:spPr>
          <a:xfrm>
            <a:off x="2034540" y="436486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36" name="Shape 31">
            <a:extLst>
              <a:ext uri="{FF2B5EF4-FFF2-40B4-BE49-F238E27FC236}">
                <a16:creationId xmlns:a16="http://schemas.microsoft.com/office/drawing/2014/main" id="{08DE6F16-1D5A-4561-C40B-681E9062F5BA}"/>
              </a:ext>
            </a:extLst>
          </p:cNvPr>
          <p:cNvSpPr/>
          <p:nvPr/>
        </p:nvSpPr>
        <p:spPr>
          <a:xfrm>
            <a:off x="2034540" y="446296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37" name="Shape 32">
            <a:extLst>
              <a:ext uri="{FF2B5EF4-FFF2-40B4-BE49-F238E27FC236}">
                <a16:creationId xmlns:a16="http://schemas.microsoft.com/office/drawing/2014/main" id="{E9837781-DBC0-3894-3727-B0139DD97D81}"/>
              </a:ext>
            </a:extLst>
          </p:cNvPr>
          <p:cNvSpPr/>
          <p:nvPr/>
        </p:nvSpPr>
        <p:spPr>
          <a:xfrm>
            <a:off x="2034540" y="456107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38" name="Shape 33">
            <a:extLst>
              <a:ext uri="{FF2B5EF4-FFF2-40B4-BE49-F238E27FC236}">
                <a16:creationId xmlns:a16="http://schemas.microsoft.com/office/drawing/2014/main" id="{6DD68851-CB7D-E3F4-69AD-58C39D2BAEC7}"/>
              </a:ext>
            </a:extLst>
          </p:cNvPr>
          <p:cNvSpPr/>
          <p:nvPr/>
        </p:nvSpPr>
        <p:spPr>
          <a:xfrm>
            <a:off x="2034540" y="46591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39" name="Shape 34">
            <a:extLst>
              <a:ext uri="{FF2B5EF4-FFF2-40B4-BE49-F238E27FC236}">
                <a16:creationId xmlns:a16="http://schemas.microsoft.com/office/drawing/2014/main" id="{8D3B7BE3-C1EE-12F8-0779-B29FF2931D11}"/>
              </a:ext>
            </a:extLst>
          </p:cNvPr>
          <p:cNvSpPr/>
          <p:nvPr/>
        </p:nvSpPr>
        <p:spPr>
          <a:xfrm>
            <a:off x="2034540" y="47572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40" name="Shape 35">
            <a:extLst>
              <a:ext uri="{FF2B5EF4-FFF2-40B4-BE49-F238E27FC236}">
                <a16:creationId xmlns:a16="http://schemas.microsoft.com/office/drawing/2014/main" id="{00979483-1812-7A3C-0A1A-3414F4D7E828}"/>
              </a:ext>
            </a:extLst>
          </p:cNvPr>
          <p:cNvSpPr/>
          <p:nvPr/>
        </p:nvSpPr>
        <p:spPr>
          <a:xfrm>
            <a:off x="2034540" y="48553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41" name="Shape 36">
            <a:extLst>
              <a:ext uri="{FF2B5EF4-FFF2-40B4-BE49-F238E27FC236}">
                <a16:creationId xmlns:a16="http://schemas.microsoft.com/office/drawing/2014/main" id="{1105B5EC-CD2A-763C-EC60-438E6BFA527F}"/>
              </a:ext>
            </a:extLst>
          </p:cNvPr>
          <p:cNvSpPr/>
          <p:nvPr/>
        </p:nvSpPr>
        <p:spPr>
          <a:xfrm>
            <a:off x="2034540" y="4561075"/>
            <a:ext cx="135636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742" name="Text 37">
            <a:extLst>
              <a:ext uri="{FF2B5EF4-FFF2-40B4-BE49-F238E27FC236}">
                <a16:creationId xmlns:a16="http://schemas.microsoft.com/office/drawing/2014/main" id="{A1CF19F9-E792-8020-FF1B-4A5C2CFFDF6F}"/>
              </a:ext>
            </a:extLst>
          </p:cNvPr>
          <p:cNvSpPr/>
          <p:nvPr/>
        </p:nvSpPr>
        <p:spPr>
          <a:xfrm>
            <a:off x="3787140" y="4031790"/>
            <a:ext cx="1356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Voltage : 0~5V</a:t>
            </a:r>
            <a:endParaRPr lang="en-US" sz="1000" dirty="0"/>
          </a:p>
        </p:txBody>
      </p:sp>
      <p:sp>
        <p:nvSpPr>
          <p:cNvPr id="743" name="Shape 38">
            <a:extLst>
              <a:ext uri="{FF2B5EF4-FFF2-40B4-BE49-F238E27FC236}">
                <a16:creationId xmlns:a16="http://schemas.microsoft.com/office/drawing/2014/main" id="{4466F59D-9270-FC05-718C-49F8DA513D43}"/>
              </a:ext>
            </a:extLst>
          </p:cNvPr>
          <p:cNvSpPr/>
          <p:nvPr/>
        </p:nvSpPr>
        <p:spPr>
          <a:xfrm>
            <a:off x="3787140" y="416864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4" name="Shape 39">
            <a:extLst>
              <a:ext uri="{FF2B5EF4-FFF2-40B4-BE49-F238E27FC236}">
                <a16:creationId xmlns:a16="http://schemas.microsoft.com/office/drawing/2014/main" id="{C04F98FD-F03F-2259-FDBB-894BACD8E677}"/>
              </a:ext>
            </a:extLst>
          </p:cNvPr>
          <p:cNvSpPr/>
          <p:nvPr/>
        </p:nvSpPr>
        <p:spPr>
          <a:xfrm>
            <a:off x="4013200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45" name="Shape 40">
            <a:extLst>
              <a:ext uri="{FF2B5EF4-FFF2-40B4-BE49-F238E27FC236}">
                <a16:creationId xmlns:a16="http://schemas.microsoft.com/office/drawing/2014/main" id="{3052548F-5C4F-3BCE-4615-4C6C08F238D7}"/>
              </a:ext>
            </a:extLst>
          </p:cNvPr>
          <p:cNvSpPr/>
          <p:nvPr/>
        </p:nvSpPr>
        <p:spPr>
          <a:xfrm>
            <a:off x="4239260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46" name="Shape 41">
            <a:extLst>
              <a:ext uri="{FF2B5EF4-FFF2-40B4-BE49-F238E27FC236}">
                <a16:creationId xmlns:a16="http://schemas.microsoft.com/office/drawing/2014/main" id="{AFD0E938-F887-CC87-4E50-AB1EFD38AF9D}"/>
              </a:ext>
            </a:extLst>
          </p:cNvPr>
          <p:cNvSpPr/>
          <p:nvPr/>
        </p:nvSpPr>
        <p:spPr>
          <a:xfrm>
            <a:off x="4465320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47" name="Shape 42">
            <a:extLst>
              <a:ext uri="{FF2B5EF4-FFF2-40B4-BE49-F238E27FC236}">
                <a16:creationId xmlns:a16="http://schemas.microsoft.com/office/drawing/2014/main" id="{48D46AD6-4CCD-BC4F-D2B0-01E1217001EF}"/>
              </a:ext>
            </a:extLst>
          </p:cNvPr>
          <p:cNvSpPr/>
          <p:nvPr/>
        </p:nvSpPr>
        <p:spPr>
          <a:xfrm>
            <a:off x="4691380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48" name="Shape 43">
            <a:extLst>
              <a:ext uri="{FF2B5EF4-FFF2-40B4-BE49-F238E27FC236}">
                <a16:creationId xmlns:a16="http://schemas.microsoft.com/office/drawing/2014/main" id="{402A0AD2-C5FA-A100-669E-0EEFD26A80FD}"/>
              </a:ext>
            </a:extLst>
          </p:cNvPr>
          <p:cNvSpPr/>
          <p:nvPr/>
        </p:nvSpPr>
        <p:spPr>
          <a:xfrm>
            <a:off x="4917440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49" name="Shape 44">
            <a:extLst>
              <a:ext uri="{FF2B5EF4-FFF2-40B4-BE49-F238E27FC236}">
                <a16:creationId xmlns:a16="http://schemas.microsoft.com/office/drawing/2014/main" id="{B43155EC-B865-84D8-0729-C244920532E7}"/>
              </a:ext>
            </a:extLst>
          </p:cNvPr>
          <p:cNvSpPr/>
          <p:nvPr/>
        </p:nvSpPr>
        <p:spPr>
          <a:xfrm>
            <a:off x="3787140" y="436486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50" name="Shape 45">
            <a:extLst>
              <a:ext uri="{FF2B5EF4-FFF2-40B4-BE49-F238E27FC236}">
                <a16:creationId xmlns:a16="http://schemas.microsoft.com/office/drawing/2014/main" id="{C2246480-B75D-73E2-0483-6C9FD1C42E7D}"/>
              </a:ext>
            </a:extLst>
          </p:cNvPr>
          <p:cNvSpPr/>
          <p:nvPr/>
        </p:nvSpPr>
        <p:spPr>
          <a:xfrm>
            <a:off x="3787140" y="456107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51" name="Shape 46">
            <a:extLst>
              <a:ext uri="{FF2B5EF4-FFF2-40B4-BE49-F238E27FC236}">
                <a16:creationId xmlns:a16="http://schemas.microsoft.com/office/drawing/2014/main" id="{0999955D-718F-AB83-7F34-E4C04412D47F}"/>
              </a:ext>
            </a:extLst>
          </p:cNvPr>
          <p:cNvSpPr/>
          <p:nvPr/>
        </p:nvSpPr>
        <p:spPr>
          <a:xfrm>
            <a:off x="3787140" y="47572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52" name="Shape 47">
            <a:extLst>
              <a:ext uri="{FF2B5EF4-FFF2-40B4-BE49-F238E27FC236}">
                <a16:creationId xmlns:a16="http://schemas.microsoft.com/office/drawing/2014/main" id="{7AADE25E-FA32-45E1-AB7F-F9C9031137C6}"/>
              </a:ext>
            </a:extLst>
          </p:cNvPr>
          <p:cNvSpPr/>
          <p:nvPr/>
        </p:nvSpPr>
        <p:spPr>
          <a:xfrm>
            <a:off x="3787140" y="426675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53" name="Shape 48">
            <a:extLst>
              <a:ext uri="{FF2B5EF4-FFF2-40B4-BE49-F238E27FC236}">
                <a16:creationId xmlns:a16="http://schemas.microsoft.com/office/drawing/2014/main" id="{7E275ECD-0CD9-5B40-0BC7-304F2478260A}"/>
              </a:ext>
            </a:extLst>
          </p:cNvPr>
          <p:cNvSpPr/>
          <p:nvPr/>
        </p:nvSpPr>
        <p:spPr>
          <a:xfrm>
            <a:off x="3787140" y="436486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54" name="Shape 49">
            <a:extLst>
              <a:ext uri="{FF2B5EF4-FFF2-40B4-BE49-F238E27FC236}">
                <a16:creationId xmlns:a16="http://schemas.microsoft.com/office/drawing/2014/main" id="{9504BA7C-91CE-8331-966D-E77809538939}"/>
              </a:ext>
            </a:extLst>
          </p:cNvPr>
          <p:cNvSpPr/>
          <p:nvPr/>
        </p:nvSpPr>
        <p:spPr>
          <a:xfrm>
            <a:off x="3787140" y="446296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55" name="Shape 50">
            <a:extLst>
              <a:ext uri="{FF2B5EF4-FFF2-40B4-BE49-F238E27FC236}">
                <a16:creationId xmlns:a16="http://schemas.microsoft.com/office/drawing/2014/main" id="{74BF5A78-9FD2-9BF1-5618-25C05FE12A12}"/>
              </a:ext>
            </a:extLst>
          </p:cNvPr>
          <p:cNvSpPr/>
          <p:nvPr/>
        </p:nvSpPr>
        <p:spPr>
          <a:xfrm>
            <a:off x="3787140" y="456107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56" name="Shape 51">
            <a:extLst>
              <a:ext uri="{FF2B5EF4-FFF2-40B4-BE49-F238E27FC236}">
                <a16:creationId xmlns:a16="http://schemas.microsoft.com/office/drawing/2014/main" id="{55442A4F-5F60-D74C-6270-7A4A7A87CD28}"/>
              </a:ext>
            </a:extLst>
          </p:cNvPr>
          <p:cNvSpPr/>
          <p:nvPr/>
        </p:nvSpPr>
        <p:spPr>
          <a:xfrm>
            <a:off x="3787140" y="46591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57" name="Shape 52">
            <a:extLst>
              <a:ext uri="{FF2B5EF4-FFF2-40B4-BE49-F238E27FC236}">
                <a16:creationId xmlns:a16="http://schemas.microsoft.com/office/drawing/2014/main" id="{E42C10F0-EF29-3FE2-1674-AC1FB000FC39}"/>
              </a:ext>
            </a:extLst>
          </p:cNvPr>
          <p:cNvSpPr/>
          <p:nvPr/>
        </p:nvSpPr>
        <p:spPr>
          <a:xfrm>
            <a:off x="3787140" y="47572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58" name="Shape 53">
            <a:extLst>
              <a:ext uri="{FF2B5EF4-FFF2-40B4-BE49-F238E27FC236}">
                <a16:creationId xmlns:a16="http://schemas.microsoft.com/office/drawing/2014/main" id="{7229BFFC-583A-DD2F-FF5D-25B4D2AA8708}"/>
              </a:ext>
            </a:extLst>
          </p:cNvPr>
          <p:cNvSpPr/>
          <p:nvPr/>
        </p:nvSpPr>
        <p:spPr>
          <a:xfrm>
            <a:off x="3787140" y="48553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59" name="Shape 54">
            <a:extLst>
              <a:ext uri="{FF2B5EF4-FFF2-40B4-BE49-F238E27FC236}">
                <a16:creationId xmlns:a16="http://schemas.microsoft.com/office/drawing/2014/main" id="{31C71550-0F22-E61D-DD42-5351BBBBBEDC}"/>
              </a:ext>
            </a:extLst>
          </p:cNvPr>
          <p:cNvSpPr/>
          <p:nvPr/>
        </p:nvSpPr>
        <p:spPr>
          <a:xfrm>
            <a:off x="3787140" y="4561075"/>
            <a:ext cx="135636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760" name="Text 5">
            <a:extLst>
              <a:ext uri="{FF2B5EF4-FFF2-40B4-BE49-F238E27FC236}">
                <a16:creationId xmlns:a16="http://schemas.microsoft.com/office/drawing/2014/main" id="{51D786AD-628A-41B7-3E30-53452C78B762}"/>
              </a:ext>
            </a:extLst>
          </p:cNvPr>
          <p:cNvSpPr/>
          <p:nvPr/>
        </p:nvSpPr>
        <p:spPr>
          <a:xfrm>
            <a:off x="91440" y="5405635"/>
            <a:ext cx="10287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P341   PI#5</a:t>
            </a:r>
            <a:endParaRPr lang="en-US" sz="1000" dirty="0"/>
          </a:p>
        </p:txBody>
      </p:sp>
      <p:sp>
        <p:nvSpPr>
          <p:cNvPr id="761" name="Text 6">
            <a:extLst>
              <a:ext uri="{FF2B5EF4-FFF2-40B4-BE49-F238E27FC236}">
                <a16:creationId xmlns:a16="http://schemas.microsoft.com/office/drawing/2014/main" id="{7F8C6E25-F325-67CB-5335-1DC469A1E295}"/>
              </a:ext>
            </a:extLst>
          </p:cNvPr>
          <p:cNvSpPr/>
          <p:nvPr/>
        </p:nvSpPr>
        <p:spPr>
          <a:xfrm>
            <a:off x="1391715" y="5344675"/>
            <a:ext cx="342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762" name="Text 7">
            <a:extLst>
              <a:ext uri="{FF2B5EF4-FFF2-40B4-BE49-F238E27FC236}">
                <a16:creationId xmlns:a16="http://schemas.microsoft.com/office/drawing/2014/main" id="{A567A84E-DE17-A712-52EB-3796759A4CEB}"/>
              </a:ext>
            </a:extLst>
          </p:cNvPr>
          <p:cNvSpPr/>
          <p:nvPr/>
        </p:nvSpPr>
        <p:spPr>
          <a:xfrm>
            <a:off x="1386840" y="544373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5.000</a:t>
            </a:r>
            <a:endParaRPr lang="en-US" sz="1000" dirty="0"/>
          </a:p>
        </p:txBody>
      </p:sp>
      <p:sp>
        <p:nvSpPr>
          <p:cNvPr id="763" name="Text 8">
            <a:extLst>
              <a:ext uri="{FF2B5EF4-FFF2-40B4-BE49-F238E27FC236}">
                <a16:creationId xmlns:a16="http://schemas.microsoft.com/office/drawing/2014/main" id="{20D01C2B-E060-DA54-F8D5-A4630CD21259}"/>
              </a:ext>
            </a:extLst>
          </p:cNvPr>
          <p:cNvSpPr/>
          <p:nvPr/>
        </p:nvSpPr>
        <p:spPr>
          <a:xfrm>
            <a:off x="663855" y="5733295"/>
            <a:ext cx="563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1000" dirty="0"/>
          </a:p>
        </p:txBody>
      </p:sp>
      <p:sp>
        <p:nvSpPr>
          <p:cNvPr id="764" name="Text 9">
            <a:extLst>
              <a:ext uri="{FF2B5EF4-FFF2-40B4-BE49-F238E27FC236}">
                <a16:creationId xmlns:a16="http://schemas.microsoft.com/office/drawing/2014/main" id="{47BCF97B-7DA6-4AF5-4C36-24C19FEF5E54}"/>
              </a:ext>
            </a:extLst>
          </p:cNvPr>
          <p:cNvSpPr/>
          <p:nvPr/>
        </p:nvSpPr>
        <p:spPr>
          <a:xfrm>
            <a:off x="706525" y="583235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765" name="Text 10">
            <a:extLst>
              <a:ext uri="{FF2B5EF4-FFF2-40B4-BE49-F238E27FC236}">
                <a16:creationId xmlns:a16="http://schemas.microsoft.com/office/drawing/2014/main" id="{CD0B801E-AE4C-C375-0147-D9FCAA44509D}"/>
              </a:ext>
            </a:extLst>
          </p:cNvPr>
          <p:cNvSpPr/>
          <p:nvPr/>
        </p:nvSpPr>
        <p:spPr>
          <a:xfrm>
            <a:off x="1212495" y="5711350"/>
            <a:ext cx="697990" cy="14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000" dirty="0"/>
          </a:p>
        </p:txBody>
      </p:sp>
      <p:sp>
        <p:nvSpPr>
          <p:cNvPr id="766" name="Text 11">
            <a:extLst>
              <a:ext uri="{FF2B5EF4-FFF2-40B4-BE49-F238E27FC236}">
                <a16:creationId xmlns:a16="http://schemas.microsoft.com/office/drawing/2014/main" id="{6BFE6159-0B6D-8318-C2D4-011969DBE3B2}"/>
              </a:ext>
            </a:extLst>
          </p:cNvPr>
          <p:cNvSpPr/>
          <p:nvPr/>
        </p:nvSpPr>
        <p:spPr>
          <a:xfrm>
            <a:off x="1315515" y="583235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767" name="Text 12">
            <a:extLst>
              <a:ext uri="{FF2B5EF4-FFF2-40B4-BE49-F238E27FC236}">
                <a16:creationId xmlns:a16="http://schemas.microsoft.com/office/drawing/2014/main" id="{A2900D7A-D2C2-9C77-6348-6CE8282B4306}"/>
              </a:ext>
            </a:extLst>
          </p:cNvPr>
          <p:cNvSpPr/>
          <p:nvPr/>
        </p:nvSpPr>
        <p:spPr>
          <a:xfrm>
            <a:off x="61264" y="5725675"/>
            <a:ext cx="563879" cy="167640"/>
          </a:xfrm>
          <a:prstGeom prst="rect">
            <a:avLst/>
          </a:prstGeom>
          <a:solidFill>
            <a:srgbClr val="EDEDED"/>
          </a:solidFill>
          <a:ln>
            <a:solidFill>
              <a:srgbClr val="88888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PID/VOL</a:t>
            </a:r>
            <a:endParaRPr lang="en-US" sz="1000" dirty="0"/>
          </a:p>
        </p:txBody>
      </p:sp>
      <p:sp>
        <p:nvSpPr>
          <p:cNvPr id="768" name="Text 13">
            <a:extLst>
              <a:ext uri="{FF2B5EF4-FFF2-40B4-BE49-F238E27FC236}">
                <a16:creationId xmlns:a16="http://schemas.microsoft.com/office/drawing/2014/main" id="{7E51A8E5-851F-09AF-303F-C5D495818A29}"/>
              </a:ext>
            </a:extLst>
          </p:cNvPr>
          <p:cNvSpPr/>
          <p:nvPr/>
        </p:nvSpPr>
        <p:spPr>
          <a:xfrm>
            <a:off x="91440" y="60228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gain</a:t>
            </a:r>
            <a:endParaRPr lang="en-US" sz="1000" dirty="0"/>
          </a:p>
        </p:txBody>
      </p:sp>
      <p:sp>
        <p:nvSpPr>
          <p:cNvPr id="769" name="Text 14">
            <a:extLst>
              <a:ext uri="{FF2B5EF4-FFF2-40B4-BE49-F238E27FC236}">
                <a16:creationId xmlns:a16="http://schemas.microsoft.com/office/drawing/2014/main" id="{BB5B16D2-C057-022A-30C5-C785517A25A6}"/>
              </a:ext>
            </a:extLst>
          </p:cNvPr>
          <p:cNvSpPr/>
          <p:nvPr/>
        </p:nvSpPr>
        <p:spPr>
          <a:xfrm>
            <a:off x="716280" y="60228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gain</a:t>
            </a:r>
            <a:endParaRPr lang="en-US" sz="1000" dirty="0"/>
          </a:p>
        </p:txBody>
      </p:sp>
      <p:sp>
        <p:nvSpPr>
          <p:cNvPr id="770" name="Text 15">
            <a:extLst>
              <a:ext uri="{FF2B5EF4-FFF2-40B4-BE49-F238E27FC236}">
                <a16:creationId xmlns:a16="http://schemas.microsoft.com/office/drawing/2014/main" id="{17A364E1-C2DA-2806-A657-EC96456AA26F}"/>
              </a:ext>
            </a:extLst>
          </p:cNvPr>
          <p:cNvSpPr/>
          <p:nvPr/>
        </p:nvSpPr>
        <p:spPr>
          <a:xfrm>
            <a:off x="1333500" y="60228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</a:t>
            </a:r>
            <a:endParaRPr lang="en-US" sz="1000" dirty="0"/>
          </a:p>
        </p:txBody>
      </p:sp>
      <p:sp>
        <p:nvSpPr>
          <p:cNvPr id="771" name="Text 16">
            <a:extLst>
              <a:ext uri="{FF2B5EF4-FFF2-40B4-BE49-F238E27FC236}">
                <a16:creationId xmlns:a16="http://schemas.microsoft.com/office/drawing/2014/main" id="{5BB99947-BAB3-4553-4E3C-28FBCB4996BE}"/>
              </a:ext>
            </a:extLst>
          </p:cNvPr>
          <p:cNvSpPr/>
          <p:nvPr/>
        </p:nvSpPr>
        <p:spPr>
          <a:xfrm>
            <a:off x="114300" y="61219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772" name="Text 17">
            <a:extLst>
              <a:ext uri="{FF2B5EF4-FFF2-40B4-BE49-F238E27FC236}">
                <a16:creationId xmlns:a16="http://schemas.microsoft.com/office/drawing/2014/main" id="{55C74634-4186-8D51-617A-E67C4F5CD2E9}"/>
              </a:ext>
            </a:extLst>
          </p:cNvPr>
          <p:cNvSpPr/>
          <p:nvPr/>
        </p:nvSpPr>
        <p:spPr>
          <a:xfrm>
            <a:off x="731520" y="61219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773" name="Text 18">
            <a:extLst>
              <a:ext uri="{FF2B5EF4-FFF2-40B4-BE49-F238E27FC236}">
                <a16:creationId xmlns:a16="http://schemas.microsoft.com/office/drawing/2014/main" id="{D4907F46-5396-12BF-BD15-DFAD856CF9AA}"/>
              </a:ext>
            </a:extLst>
          </p:cNvPr>
          <p:cNvSpPr/>
          <p:nvPr/>
        </p:nvSpPr>
        <p:spPr>
          <a:xfrm>
            <a:off x="1326795" y="61219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774" name="Text 19">
            <a:extLst>
              <a:ext uri="{FF2B5EF4-FFF2-40B4-BE49-F238E27FC236}">
                <a16:creationId xmlns:a16="http://schemas.microsoft.com/office/drawing/2014/main" id="{7E1B0C58-A3BB-B37F-95F8-933C6E0C8CD2}"/>
              </a:ext>
            </a:extLst>
          </p:cNvPr>
          <p:cNvSpPr/>
          <p:nvPr/>
        </p:nvSpPr>
        <p:spPr>
          <a:xfrm>
            <a:off x="2019909" y="5186561"/>
            <a:ext cx="1615745" cy="1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Signal : TC343</a:t>
            </a:r>
            <a:endParaRPr lang="en-US" sz="1000" dirty="0"/>
          </a:p>
        </p:txBody>
      </p:sp>
      <p:sp>
        <p:nvSpPr>
          <p:cNvPr id="775" name="Shape 20">
            <a:extLst>
              <a:ext uri="{FF2B5EF4-FFF2-40B4-BE49-F238E27FC236}">
                <a16:creationId xmlns:a16="http://schemas.microsoft.com/office/drawing/2014/main" id="{58C7CFAA-DCEC-ADAA-06EB-9435F0A414E1}"/>
              </a:ext>
            </a:extLst>
          </p:cNvPr>
          <p:cNvSpPr/>
          <p:nvPr/>
        </p:nvSpPr>
        <p:spPr>
          <a:xfrm>
            <a:off x="2034540" y="538277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6" name="Shape 21">
            <a:extLst>
              <a:ext uri="{FF2B5EF4-FFF2-40B4-BE49-F238E27FC236}">
                <a16:creationId xmlns:a16="http://schemas.microsoft.com/office/drawing/2014/main" id="{3C15411C-ACBF-0FEE-48BE-474E2A70F70E}"/>
              </a:ext>
            </a:extLst>
          </p:cNvPr>
          <p:cNvSpPr/>
          <p:nvPr/>
        </p:nvSpPr>
        <p:spPr>
          <a:xfrm>
            <a:off x="2260600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77" name="Shape 22">
            <a:extLst>
              <a:ext uri="{FF2B5EF4-FFF2-40B4-BE49-F238E27FC236}">
                <a16:creationId xmlns:a16="http://schemas.microsoft.com/office/drawing/2014/main" id="{5E389489-4733-2C5C-A88B-8383654CD5A4}"/>
              </a:ext>
            </a:extLst>
          </p:cNvPr>
          <p:cNvSpPr/>
          <p:nvPr/>
        </p:nvSpPr>
        <p:spPr>
          <a:xfrm>
            <a:off x="2486660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78" name="Shape 23">
            <a:extLst>
              <a:ext uri="{FF2B5EF4-FFF2-40B4-BE49-F238E27FC236}">
                <a16:creationId xmlns:a16="http://schemas.microsoft.com/office/drawing/2014/main" id="{68724009-C26A-6F3A-2C74-DC384750F45A}"/>
              </a:ext>
            </a:extLst>
          </p:cNvPr>
          <p:cNvSpPr/>
          <p:nvPr/>
        </p:nvSpPr>
        <p:spPr>
          <a:xfrm>
            <a:off x="2712720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79" name="Shape 24">
            <a:extLst>
              <a:ext uri="{FF2B5EF4-FFF2-40B4-BE49-F238E27FC236}">
                <a16:creationId xmlns:a16="http://schemas.microsoft.com/office/drawing/2014/main" id="{E4286331-22EB-0137-9D58-89BBB688A60B}"/>
              </a:ext>
            </a:extLst>
          </p:cNvPr>
          <p:cNvSpPr/>
          <p:nvPr/>
        </p:nvSpPr>
        <p:spPr>
          <a:xfrm>
            <a:off x="2938780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80" name="Shape 25">
            <a:extLst>
              <a:ext uri="{FF2B5EF4-FFF2-40B4-BE49-F238E27FC236}">
                <a16:creationId xmlns:a16="http://schemas.microsoft.com/office/drawing/2014/main" id="{9C05487E-CA8E-AA37-0AB5-80616714BB83}"/>
              </a:ext>
            </a:extLst>
          </p:cNvPr>
          <p:cNvSpPr/>
          <p:nvPr/>
        </p:nvSpPr>
        <p:spPr>
          <a:xfrm>
            <a:off x="3164840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81" name="Shape 26">
            <a:extLst>
              <a:ext uri="{FF2B5EF4-FFF2-40B4-BE49-F238E27FC236}">
                <a16:creationId xmlns:a16="http://schemas.microsoft.com/office/drawing/2014/main" id="{84049949-8DC8-F4EB-2C63-6A446ACC0CBE}"/>
              </a:ext>
            </a:extLst>
          </p:cNvPr>
          <p:cNvSpPr/>
          <p:nvPr/>
        </p:nvSpPr>
        <p:spPr>
          <a:xfrm>
            <a:off x="2034540" y="55789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82" name="Shape 27">
            <a:extLst>
              <a:ext uri="{FF2B5EF4-FFF2-40B4-BE49-F238E27FC236}">
                <a16:creationId xmlns:a16="http://schemas.microsoft.com/office/drawing/2014/main" id="{1257F68D-7FB1-942F-B9B7-061F6197CB83}"/>
              </a:ext>
            </a:extLst>
          </p:cNvPr>
          <p:cNvSpPr/>
          <p:nvPr/>
        </p:nvSpPr>
        <p:spPr>
          <a:xfrm>
            <a:off x="2034540" y="577520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83" name="Shape 28">
            <a:extLst>
              <a:ext uri="{FF2B5EF4-FFF2-40B4-BE49-F238E27FC236}">
                <a16:creationId xmlns:a16="http://schemas.microsoft.com/office/drawing/2014/main" id="{995D9A08-2426-CD42-BB28-4C708C672C83}"/>
              </a:ext>
            </a:extLst>
          </p:cNvPr>
          <p:cNvSpPr/>
          <p:nvPr/>
        </p:nvSpPr>
        <p:spPr>
          <a:xfrm>
            <a:off x="2034540" y="597142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84" name="Shape 29">
            <a:extLst>
              <a:ext uri="{FF2B5EF4-FFF2-40B4-BE49-F238E27FC236}">
                <a16:creationId xmlns:a16="http://schemas.microsoft.com/office/drawing/2014/main" id="{134E3959-A6B5-1681-6A9B-D979D304C19F}"/>
              </a:ext>
            </a:extLst>
          </p:cNvPr>
          <p:cNvSpPr/>
          <p:nvPr/>
        </p:nvSpPr>
        <p:spPr>
          <a:xfrm>
            <a:off x="2034540" y="54808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85" name="Shape 30">
            <a:extLst>
              <a:ext uri="{FF2B5EF4-FFF2-40B4-BE49-F238E27FC236}">
                <a16:creationId xmlns:a16="http://schemas.microsoft.com/office/drawing/2014/main" id="{3EC379BF-0DDF-3B61-4AD7-2B103A77206F}"/>
              </a:ext>
            </a:extLst>
          </p:cNvPr>
          <p:cNvSpPr/>
          <p:nvPr/>
        </p:nvSpPr>
        <p:spPr>
          <a:xfrm>
            <a:off x="2034540" y="55789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86" name="Shape 31">
            <a:extLst>
              <a:ext uri="{FF2B5EF4-FFF2-40B4-BE49-F238E27FC236}">
                <a16:creationId xmlns:a16="http://schemas.microsoft.com/office/drawing/2014/main" id="{2F67DBD2-82F9-EAED-CD3F-A4BA0B41BE9B}"/>
              </a:ext>
            </a:extLst>
          </p:cNvPr>
          <p:cNvSpPr/>
          <p:nvPr/>
        </p:nvSpPr>
        <p:spPr>
          <a:xfrm>
            <a:off x="2034540" y="56770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87" name="Shape 32">
            <a:extLst>
              <a:ext uri="{FF2B5EF4-FFF2-40B4-BE49-F238E27FC236}">
                <a16:creationId xmlns:a16="http://schemas.microsoft.com/office/drawing/2014/main" id="{CBADD453-87AF-44E8-B84A-B2F9A2A5B00B}"/>
              </a:ext>
            </a:extLst>
          </p:cNvPr>
          <p:cNvSpPr/>
          <p:nvPr/>
        </p:nvSpPr>
        <p:spPr>
          <a:xfrm>
            <a:off x="2034540" y="577520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88" name="Shape 33">
            <a:extLst>
              <a:ext uri="{FF2B5EF4-FFF2-40B4-BE49-F238E27FC236}">
                <a16:creationId xmlns:a16="http://schemas.microsoft.com/office/drawing/2014/main" id="{8B87FCC3-5554-F607-69DC-4BE428247E27}"/>
              </a:ext>
            </a:extLst>
          </p:cNvPr>
          <p:cNvSpPr/>
          <p:nvPr/>
        </p:nvSpPr>
        <p:spPr>
          <a:xfrm>
            <a:off x="2034540" y="58733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89" name="Shape 34">
            <a:extLst>
              <a:ext uri="{FF2B5EF4-FFF2-40B4-BE49-F238E27FC236}">
                <a16:creationId xmlns:a16="http://schemas.microsoft.com/office/drawing/2014/main" id="{5995B66B-AB64-8D1F-A55B-AEDA2732778E}"/>
              </a:ext>
            </a:extLst>
          </p:cNvPr>
          <p:cNvSpPr/>
          <p:nvPr/>
        </p:nvSpPr>
        <p:spPr>
          <a:xfrm>
            <a:off x="2034540" y="597142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90" name="Shape 35">
            <a:extLst>
              <a:ext uri="{FF2B5EF4-FFF2-40B4-BE49-F238E27FC236}">
                <a16:creationId xmlns:a16="http://schemas.microsoft.com/office/drawing/2014/main" id="{A639E41D-1922-BDC7-3786-BA954F1BBC34}"/>
              </a:ext>
            </a:extLst>
          </p:cNvPr>
          <p:cNvSpPr/>
          <p:nvPr/>
        </p:nvSpPr>
        <p:spPr>
          <a:xfrm>
            <a:off x="2034540" y="60695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91" name="Shape 36">
            <a:extLst>
              <a:ext uri="{FF2B5EF4-FFF2-40B4-BE49-F238E27FC236}">
                <a16:creationId xmlns:a16="http://schemas.microsoft.com/office/drawing/2014/main" id="{CF490B56-2E91-2711-2150-DE0431AAC184}"/>
              </a:ext>
            </a:extLst>
          </p:cNvPr>
          <p:cNvSpPr/>
          <p:nvPr/>
        </p:nvSpPr>
        <p:spPr>
          <a:xfrm>
            <a:off x="2034540" y="5775205"/>
            <a:ext cx="135636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792" name="Text 37">
            <a:extLst>
              <a:ext uri="{FF2B5EF4-FFF2-40B4-BE49-F238E27FC236}">
                <a16:creationId xmlns:a16="http://schemas.microsoft.com/office/drawing/2014/main" id="{36731973-8A34-6411-0F57-E332875F245F}"/>
              </a:ext>
            </a:extLst>
          </p:cNvPr>
          <p:cNvSpPr/>
          <p:nvPr/>
        </p:nvSpPr>
        <p:spPr>
          <a:xfrm>
            <a:off x="3787140" y="5245920"/>
            <a:ext cx="1356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Voltage : 0~5V</a:t>
            </a:r>
            <a:endParaRPr lang="en-US" sz="1000" dirty="0"/>
          </a:p>
        </p:txBody>
      </p:sp>
      <p:sp>
        <p:nvSpPr>
          <p:cNvPr id="793" name="Shape 38">
            <a:extLst>
              <a:ext uri="{FF2B5EF4-FFF2-40B4-BE49-F238E27FC236}">
                <a16:creationId xmlns:a16="http://schemas.microsoft.com/office/drawing/2014/main" id="{135A69B3-4FB8-CFDB-7368-F0CD8D2A0598}"/>
              </a:ext>
            </a:extLst>
          </p:cNvPr>
          <p:cNvSpPr/>
          <p:nvPr/>
        </p:nvSpPr>
        <p:spPr>
          <a:xfrm>
            <a:off x="3787140" y="538277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4" name="Shape 39">
            <a:extLst>
              <a:ext uri="{FF2B5EF4-FFF2-40B4-BE49-F238E27FC236}">
                <a16:creationId xmlns:a16="http://schemas.microsoft.com/office/drawing/2014/main" id="{A931315E-FD88-702F-ADB1-C575896BFD07}"/>
              </a:ext>
            </a:extLst>
          </p:cNvPr>
          <p:cNvSpPr/>
          <p:nvPr/>
        </p:nvSpPr>
        <p:spPr>
          <a:xfrm>
            <a:off x="4013200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95" name="Shape 40">
            <a:extLst>
              <a:ext uri="{FF2B5EF4-FFF2-40B4-BE49-F238E27FC236}">
                <a16:creationId xmlns:a16="http://schemas.microsoft.com/office/drawing/2014/main" id="{475E636B-6559-AC57-C6B8-06B3F4746352}"/>
              </a:ext>
            </a:extLst>
          </p:cNvPr>
          <p:cNvSpPr/>
          <p:nvPr/>
        </p:nvSpPr>
        <p:spPr>
          <a:xfrm>
            <a:off x="4239260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96" name="Shape 41">
            <a:extLst>
              <a:ext uri="{FF2B5EF4-FFF2-40B4-BE49-F238E27FC236}">
                <a16:creationId xmlns:a16="http://schemas.microsoft.com/office/drawing/2014/main" id="{A690E526-2599-ABC0-40F4-4ED8D8AC1B9B}"/>
              </a:ext>
            </a:extLst>
          </p:cNvPr>
          <p:cNvSpPr/>
          <p:nvPr/>
        </p:nvSpPr>
        <p:spPr>
          <a:xfrm>
            <a:off x="4465320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97" name="Shape 42">
            <a:extLst>
              <a:ext uri="{FF2B5EF4-FFF2-40B4-BE49-F238E27FC236}">
                <a16:creationId xmlns:a16="http://schemas.microsoft.com/office/drawing/2014/main" id="{E5EAAC9C-0E68-2579-8210-059B0CACD1A2}"/>
              </a:ext>
            </a:extLst>
          </p:cNvPr>
          <p:cNvSpPr/>
          <p:nvPr/>
        </p:nvSpPr>
        <p:spPr>
          <a:xfrm>
            <a:off x="4691380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98" name="Shape 43">
            <a:extLst>
              <a:ext uri="{FF2B5EF4-FFF2-40B4-BE49-F238E27FC236}">
                <a16:creationId xmlns:a16="http://schemas.microsoft.com/office/drawing/2014/main" id="{9F497A29-D094-7EC7-460E-28DAF27F0060}"/>
              </a:ext>
            </a:extLst>
          </p:cNvPr>
          <p:cNvSpPr/>
          <p:nvPr/>
        </p:nvSpPr>
        <p:spPr>
          <a:xfrm>
            <a:off x="4917440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799" name="Shape 44">
            <a:extLst>
              <a:ext uri="{FF2B5EF4-FFF2-40B4-BE49-F238E27FC236}">
                <a16:creationId xmlns:a16="http://schemas.microsoft.com/office/drawing/2014/main" id="{4277E719-65C5-377C-AC71-5E5A84786B26}"/>
              </a:ext>
            </a:extLst>
          </p:cNvPr>
          <p:cNvSpPr/>
          <p:nvPr/>
        </p:nvSpPr>
        <p:spPr>
          <a:xfrm>
            <a:off x="3787140" y="55789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00" name="Shape 45">
            <a:extLst>
              <a:ext uri="{FF2B5EF4-FFF2-40B4-BE49-F238E27FC236}">
                <a16:creationId xmlns:a16="http://schemas.microsoft.com/office/drawing/2014/main" id="{03349022-A1F6-051D-3C26-D16AC8A6BE29}"/>
              </a:ext>
            </a:extLst>
          </p:cNvPr>
          <p:cNvSpPr/>
          <p:nvPr/>
        </p:nvSpPr>
        <p:spPr>
          <a:xfrm>
            <a:off x="3787140" y="577520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01" name="Shape 46">
            <a:extLst>
              <a:ext uri="{FF2B5EF4-FFF2-40B4-BE49-F238E27FC236}">
                <a16:creationId xmlns:a16="http://schemas.microsoft.com/office/drawing/2014/main" id="{6F6E8725-244F-4CDA-E7B5-3027080B59D3}"/>
              </a:ext>
            </a:extLst>
          </p:cNvPr>
          <p:cNvSpPr/>
          <p:nvPr/>
        </p:nvSpPr>
        <p:spPr>
          <a:xfrm>
            <a:off x="3787140" y="597142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02" name="Shape 47">
            <a:extLst>
              <a:ext uri="{FF2B5EF4-FFF2-40B4-BE49-F238E27FC236}">
                <a16:creationId xmlns:a16="http://schemas.microsoft.com/office/drawing/2014/main" id="{8C77CC79-191E-5055-3AC3-A16404BFEB68}"/>
              </a:ext>
            </a:extLst>
          </p:cNvPr>
          <p:cNvSpPr/>
          <p:nvPr/>
        </p:nvSpPr>
        <p:spPr>
          <a:xfrm>
            <a:off x="3787140" y="54808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03" name="Shape 48">
            <a:extLst>
              <a:ext uri="{FF2B5EF4-FFF2-40B4-BE49-F238E27FC236}">
                <a16:creationId xmlns:a16="http://schemas.microsoft.com/office/drawing/2014/main" id="{1BDD0446-B37B-8C43-97D1-413E9470B4F6}"/>
              </a:ext>
            </a:extLst>
          </p:cNvPr>
          <p:cNvSpPr/>
          <p:nvPr/>
        </p:nvSpPr>
        <p:spPr>
          <a:xfrm>
            <a:off x="3787140" y="55789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04" name="Shape 49">
            <a:extLst>
              <a:ext uri="{FF2B5EF4-FFF2-40B4-BE49-F238E27FC236}">
                <a16:creationId xmlns:a16="http://schemas.microsoft.com/office/drawing/2014/main" id="{91C02184-6C81-85B3-3E3F-C2CECF1F5047}"/>
              </a:ext>
            </a:extLst>
          </p:cNvPr>
          <p:cNvSpPr/>
          <p:nvPr/>
        </p:nvSpPr>
        <p:spPr>
          <a:xfrm>
            <a:off x="3787140" y="56770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05" name="Shape 50">
            <a:extLst>
              <a:ext uri="{FF2B5EF4-FFF2-40B4-BE49-F238E27FC236}">
                <a16:creationId xmlns:a16="http://schemas.microsoft.com/office/drawing/2014/main" id="{DCB61D40-CE2E-43DF-0BB1-C5B103434D4D}"/>
              </a:ext>
            </a:extLst>
          </p:cNvPr>
          <p:cNvSpPr/>
          <p:nvPr/>
        </p:nvSpPr>
        <p:spPr>
          <a:xfrm>
            <a:off x="3787140" y="577520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06" name="Shape 51">
            <a:extLst>
              <a:ext uri="{FF2B5EF4-FFF2-40B4-BE49-F238E27FC236}">
                <a16:creationId xmlns:a16="http://schemas.microsoft.com/office/drawing/2014/main" id="{DE3F7D11-6400-7564-B824-1C41BA58500F}"/>
              </a:ext>
            </a:extLst>
          </p:cNvPr>
          <p:cNvSpPr/>
          <p:nvPr/>
        </p:nvSpPr>
        <p:spPr>
          <a:xfrm>
            <a:off x="3787140" y="58733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07" name="Shape 52">
            <a:extLst>
              <a:ext uri="{FF2B5EF4-FFF2-40B4-BE49-F238E27FC236}">
                <a16:creationId xmlns:a16="http://schemas.microsoft.com/office/drawing/2014/main" id="{6D05E2A6-4551-570A-A7B8-D32DE2BC3EE3}"/>
              </a:ext>
            </a:extLst>
          </p:cNvPr>
          <p:cNvSpPr/>
          <p:nvPr/>
        </p:nvSpPr>
        <p:spPr>
          <a:xfrm>
            <a:off x="3787140" y="597142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08" name="Shape 53">
            <a:extLst>
              <a:ext uri="{FF2B5EF4-FFF2-40B4-BE49-F238E27FC236}">
                <a16:creationId xmlns:a16="http://schemas.microsoft.com/office/drawing/2014/main" id="{4880C28E-AC2C-D4A9-DB62-A494CDC25333}"/>
              </a:ext>
            </a:extLst>
          </p:cNvPr>
          <p:cNvSpPr/>
          <p:nvPr/>
        </p:nvSpPr>
        <p:spPr>
          <a:xfrm>
            <a:off x="3787140" y="60695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09" name="Shape 54">
            <a:extLst>
              <a:ext uri="{FF2B5EF4-FFF2-40B4-BE49-F238E27FC236}">
                <a16:creationId xmlns:a16="http://schemas.microsoft.com/office/drawing/2014/main" id="{ED194C62-0E83-81CA-5C06-B9D163AFD783}"/>
              </a:ext>
            </a:extLst>
          </p:cNvPr>
          <p:cNvSpPr/>
          <p:nvPr/>
        </p:nvSpPr>
        <p:spPr>
          <a:xfrm>
            <a:off x="3787140" y="5775205"/>
            <a:ext cx="135636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810" name="Text 5">
            <a:extLst>
              <a:ext uri="{FF2B5EF4-FFF2-40B4-BE49-F238E27FC236}">
                <a16:creationId xmlns:a16="http://schemas.microsoft.com/office/drawing/2014/main" id="{A0944920-1327-1449-38BB-56F80E4CCB79}"/>
              </a:ext>
            </a:extLst>
          </p:cNvPr>
          <p:cNvSpPr/>
          <p:nvPr/>
        </p:nvSpPr>
        <p:spPr>
          <a:xfrm>
            <a:off x="5824425" y="675125"/>
            <a:ext cx="10287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P370   PI#6</a:t>
            </a:r>
            <a:endParaRPr lang="en-US" sz="1000" dirty="0"/>
          </a:p>
        </p:txBody>
      </p:sp>
      <p:sp>
        <p:nvSpPr>
          <p:cNvPr id="811" name="Text 6">
            <a:extLst>
              <a:ext uri="{FF2B5EF4-FFF2-40B4-BE49-F238E27FC236}">
                <a16:creationId xmlns:a16="http://schemas.microsoft.com/office/drawing/2014/main" id="{9D606CB1-3B9B-1D5C-241B-47965C24B29C}"/>
              </a:ext>
            </a:extLst>
          </p:cNvPr>
          <p:cNvSpPr/>
          <p:nvPr/>
        </p:nvSpPr>
        <p:spPr>
          <a:xfrm>
            <a:off x="7124700" y="614165"/>
            <a:ext cx="342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812" name="Text 7">
            <a:extLst>
              <a:ext uri="{FF2B5EF4-FFF2-40B4-BE49-F238E27FC236}">
                <a16:creationId xmlns:a16="http://schemas.microsoft.com/office/drawing/2014/main" id="{7E152AAE-1CB3-C1A3-87B5-98779211FCD0}"/>
              </a:ext>
            </a:extLst>
          </p:cNvPr>
          <p:cNvSpPr/>
          <p:nvPr/>
        </p:nvSpPr>
        <p:spPr>
          <a:xfrm>
            <a:off x="7119825" y="71322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5.000</a:t>
            </a:r>
            <a:endParaRPr lang="en-US" sz="1000" dirty="0"/>
          </a:p>
        </p:txBody>
      </p:sp>
      <p:sp>
        <p:nvSpPr>
          <p:cNvPr id="813" name="Text 8">
            <a:extLst>
              <a:ext uri="{FF2B5EF4-FFF2-40B4-BE49-F238E27FC236}">
                <a16:creationId xmlns:a16="http://schemas.microsoft.com/office/drawing/2014/main" id="{2E59D17E-E0B8-3569-CD4B-A2E08292E4FD}"/>
              </a:ext>
            </a:extLst>
          </p:cNvPr>
          <p:cNvSpPr/>
          <p:nvPr/>
        </p:nvSpPr>
        <p:spPr>
          <a:xfrm>
            <a:off x="6396840" y="1002785"/>
            <a:ext cx="563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1000" dirty="0"/>
          </a:p>
        </p:txBody>
      </p:sp>
      <p:sp>
        <p:nvSpPr>
          <p:cNvPr id="814" name="Text 9">
            <a:extLst>
              <a:ext uri="{FF2B5EF4-FFF2-40B4-BE49-F238E27FC236}">
                <a16:creationId xmlns:a16="http://schemas.microsoft.com/office/drawing/2014/main" id="{FBA61BC1-A8B2-44FE-16A7-57B34DB1BEA2}"/>
              </a:ext>
            </a:extLst>
          </p:cNvPr>
          <p:cNvSpPr/>
          <p:nvPr/>
        </p:nvSpPr>
        <p:spPr>
          <a:xfrm>
            <a:off x="6439510" y="110184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815" name="Text 10">
            <a:extLst>
              <a:ext uri="{FF2B5EF4-FFF2-40B4-BE49-F238E27FC236}">
                <a16:creationId xmlns:a16="http://schemas.microsoft.com/office/drawing/2014/main" id="{04745E2E-DDCD-4786-F3B4-4034698BD61C}"/>
              </a:ext>
            </a:extLst>
          </p:cNvPr>
          <p:cNvSpPr/>
          <p:nvPr/>
        </p:nvSpPr>
        <p:spPr>
          <a:xfrm>
            <a:off x="6945480" y="980840"/>
            <a:ext cx="697990" cy="14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000" dirty="0"/>
          </a:p>
        </p:txBody>
      </p:sp>
      <p:sp>
        <p:nvSpPr>
          <p:cNvPr id="816" name="Text 11">
            <a:extLst>
              <a:ext uri="{FF2B5EF4-FFF2-40B4-BE49-F238E27FC236}">
                <a16:creationId xmlns:a16="http://schemas.microsoft.com/office/drawing/2014/main" id="{85411900-F242-4F5D-CA37-A2DE5E1A1E77}"/>
              </a:ext>
            </a:extLst>
          </p:cNvPr>
          <p:cNvSpPr/>
          <p:nvPr/>
        </p:nvSpPr>
        <p:spPr>
          <a:xfrm>
            <a:off x="7048500" y="110184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817" name="Text 12">
            <a:extLst>
              <a:ext uri="{FF2B5EF4-FFF2-40B4-BE49-F238E27FC236}">
                <a16:creationId xmlns:a16="http://schemas.microsoft.com/office/drawing/2014/main" id="{4F23618C-66C7-1BFE-48A0-5788B491250F}"/>
              </a:ext>
            </a:extLst>
          </p:cNvPr>
          <p:cNvSpPr/>
          <p:nvPr/>
        </p:nvSpPr>
        <p:spPr>
          <a:xfrm>
            <a:off x="5794249" y="995165"/>
            <a:ext cx="563879" cy="167640"/>
          </a:xfrm>
          <a:prstGeom prst="rect">
            <a:avLst/>
          </a:prstGeom>
          <a:solidFill>
            <a:srgbClr val="EDEDED"/>
          </a:solidFill>
          <a:ln>
            <a:solidFill>
              <a:srgbClr val="88888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PID/VOL</a:t>
            </a:r>
            <a:endParaRPr lang="en-US" sz="1000" dirty="0"/>
          </a:p>
        </p:txBody>
      </p:sp>
      <p:sp>
        <p:nvSpPr>
          <p:cNvPr id="818" name="Text 13">
            <a:extLst>
              <a:ext uri="{FF2B5EF4-FFF2-40B4-BE49-F238E27FC236}">
                <a16:creationId xmlns:a16="http://schemas.microsoft.com/office/drawing/2014/main" id="{D1FA38FE-E50E-7383-5AEC-0716FD6A9B00}"/>
              </a:ext>
            </a:extLst>
          </p:cNvPr>
          <p:cNvSpPr/>
          <p:nvPr/>
        </p:nvSpPr>
        <p:spPr>
          <a:xfrm>
            <a:off x="5824425" y="129234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gain</a:t>
            </a:r>
            <a:endParaRPr lang="en-US" sz="1000" dirty="0"/>
          </a:p>
        </p:txBody>
      </p:sp>
      <p:sp>
        <p:nvSpPr>
          <p:cNvPr id="819" name="Text 14">
            <a:extLst>
              <a:ext uri="{FF2B5EF4-FFF2-40B4-BE49-F238E27FC236}">
                <a16:creationId xmlns:a16="http://schemas.microsoft.com/office/drawing/2014/main" id="{4C64803F-33C3-9346-69A2-F77A437D4E2A}"/>
              </a:ext>
            </a:extLst>
          </p:cNvPr>
          <p:cNvSpPr/>
          <p:nvPr/>
        </p:nvSpPr>
        <p:spPr>
          <a:xfrm>
            <a:off x="6449265" y="129234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gain</a:t>
            </a:r>
            <a:endParaRPr lang="en-US" sz="1000" dirty="0"/>
          </a:p>
        </p:txBody>
      </p:sp>
      <p:sp>
        <p:nvSpPr>
          <p:cNvPr id="820" name="Text 15">
            <a:extLst>
              <a:ext uri="{FF2B5EF4-FFF2-40B4-BE49-F238E27FC236}">
                <a16:creationId xmlns:a16="http://schemas.microsoft.com/office/drawing/2014/main" id="{676AFA0B-235D-BFFE-7304-D3B8AD03A231}"/>
              </a:ext>
            </a:extLst>
          </p:cNvPr>
          <p:cNvSpPr/>
          <p:nvPr/>
        </p:nvSpPr>
        <p:spPr>
          <a:xfrm>
            <a:off x="7066485" y="129234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</a:t>
            </a:r>
            <a:endParaRPr lang="en-US" sz="1000" dirty="0"/>
          </a:p>
        </p:txBody>
      </p:sp>
      <p:sp>
        <p:nvSpPr>
          <p:cNvPr id="821" name="Text 16">
            <a:extLst>
              <a:ext uri="{FF2B5EF4-FFF2-40B4-BE49-F238E27FC236}">
                <a16:creationId xmlns:a16="http://schemas.microsoft.com/office/drawing/2014/main" id="{2B0BD76B-9796-712C-D13E-8A6C57DEE687}"/>
              </a:ext>
            </a:extLst>
          </p:cNvPr>
          <p:cNvSpPr/>
          <p:nvPr/>
        </p:nvSpPr>
        <p:spPr>
          <a:xfrm>
            <a:off x="5847285" y="139140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822" name="Text 17">
            <a:extLst>
              <a:ext uri="{FF2B5EF4-FFF2-40B4-BE49-F238E27FC236}">
                <a16:creationId xmlns:a16="http://schemas.microsoft.com/office/drawing/2014/main" id="{977B96FA-DB4C-D776-EA66-9EFAC6688354}"/>
              </a:ext>
            </a:extLst>
          </p:cNvPr>
          <p:cNvSpPr/>
          <p:nvPr/>
        </p:nvSpPr>
        <p:spPr>
          <a:xfrm>
            <a:off x="6464505" y="139140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823" name="Text 18">
            <a:extLst>
              <a:ext uri="{FF2B5EF4-FFF2-40B4-BE49-F238E27FC236}">
                <a16:creationId xmlns:a16="http://schemas.microsoft.com/office/drawing/2014/main" id="{B879A4EB-BC7F-47E4-DC4A-56303364A760}"/>
              </a:ext>
            </a:extLst>
          </p:cNvPr>
          <p:cNvSpPr/>
          <p:nvPr/>
        </p:nvSpPr>
        <p:spPr>
          <a:xfrm>
            <a:off x="7059780" y="139140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824" name="Text 19">
            <a:extLst>
              <a:ext uri="{FF2B5EF4-FFF2-40B4-BE49-F238E27FC236}">
                <a16:creationId xmlns:a16="http://schemas.microsoft.com/office/drawing/2014/main" id="{8715EEE0-1491-82A6-A3E1-A0273083AFB3}"/>
              </a:ext>
            </a:extLst>
          </p:cNvPr>
          <p:cNvSpPr/>
          <p:nvPr/>
        </p:nvSpPr>
        <p:spPr>
          <a:xfrm>
            <a:off x="7752894" y="456051"/>
            <a:ext cx="1615745" cy="1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Signal : TC147</a:t>
            </a:r>
            <a:endParaRPr lang="en-US" sz="1000" dirty="0"/>
          </a:p>
        </p:txBody>
      </p:sp>
      <p:sp>
        <p:nvSpPr>
          <p:cNvPr id="825" name="Shape 20">
            <a:extLst>
              <a:ext uri="{FF2B5EF4-FFF2-40B4-BE49-F238E27FC236}">
                <a16:creationId xmlns:a16="http://schemas.microsoft.com/office/drawing/2014/main" id="{B1103236-FB20-9D2A-7A0C-E419F2D612FF}"/>
              </a:ext>
            </a:extLst>
          </p:cNvPr>
          <p:cNvSpPr/>
          <p:nvPr/>
        </p:nvSpPr>
        <p:spPr>
          <a:xfrm>
            <a:off x="7767525" y="65226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6" name="Shape 21">
            <a:extLst>
              <a:ext uri="{FF2B5EF4-FFF2-40B4-BE49-F238E27FC236}">
                <a16:creationId xmlns:a16="http://schemas.microsoft.com/office/drawing/2014/main" id="{7013B0DF-C81F-1A81-C8BD-E10D947643AB}"/>
              </a:ext>
            </a:extLst>
          </p:cNvPr>
          <p:cNvSpPr/>
          <p:nvPr/>
        </p:nvSpPr>
        <p:spPr>
          <a:xfrm>
            <a:off x="7993585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27" name="Shape 22">
            <a:extLst>
              <a:ext uri="{FF2B5EF4-FFF2-40B4-BE49-F238E27FC236}">
                <a16:creationId xmlns:a16="http://schemas.microsoft.com/office/drawing/2014/main" id="{DBA32672-71C0-BB1B-F906-995518C182F5}"/>
              </a:ext>
            </a:extLst>
          </p:cNvPr>
          <p:cNvSpPr/>
          <p:nvPr/>
        </p:nvSpPr>
        <p:spPr>
          <a:xfrm>
            <a:off x="8219645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28" name="Shape 23">
            <a:extLst>
              <a:ext uri="{FF2B5EF4-FFF2-40B4-BE49-F238E27FC236}">
                <a16:creationId xmlns:a16="http://schemas.microsoft.com/office/drawing/2014/main" id="{3C0A1A15-A95D-CB1B-2C9D-DB47FB9B45A0}"/>
              </a:ext>
            </a:extLst>
          </p:cNvPr>
          <p:cNvSpPr/>
          <p:nvPr/>
        </p:nvSpPr>
        <p:spPr>
          <a:xfrm>
            <a:off x="8445705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29" name="Shape 24">
            <a:extLst>
              <a:ext uri="{FF2B5EF4-FFF2-40B4-BE49-F238E27FC236}">
                <a16:creationId xmlns:a16="http://schemas.microsoft.com/office/drawing/2014/main" id="{7F102FB9-BCA1-BA42-493E-76AC33A42D12}"/>
              </a:ext>
            </a:extLst>
          </p:cNvPr>
          <p:cNvSpPr/>
          <p:nvPr/>
        </p:nvSpPr>
        <p:spPr>
          <a:xfrm>
            <a:off x="8671765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30" name="Shape 25">
            <a:extLst>
              <a:ext uri="{FF2B5EF4-FFF2-40B4-BE49-F238E27FC236}">
                <a16:creationId xmlns:a16="http://schemas.microsoft.com/office/drawing/2014/main" id="{0295463E-5600-8E12-3DA9-891B432A2564}"/>
              </a:ext>
            </a:extLst>
          </p:cNvPr>
          <p:cNvSpPr/>
          <p:nvPr/>
        </p:nvSpPr>
        <p:spPr>
          <a:xfrm>
            <a:off x="8897825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31" name="Shape 26">
            <a:extLst>
              <a:ext uri="{FF2B5EF4-FFF2-40B4-BE49-F238E27FC236}">
                <a16:creationId xmlns:a16="http://schemas.microsoft.com/office/drawing/2014/main" id="{1732FFF2-7DAD-4C3E-4AD4-4A8595CB4086}"/>
              </a:ext>
            </a:extLst>
          </p:cNvPr>
          <p:cNvSpPr/>
          <p:nvPr/>
        </p:nvSpPr>
        <p:spPr>
          <a:xfrm>
            <a:off x="7767525" y="84848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32" name="Shape 27">
            <a:extLst>
              <a:ext uri="{FF2B5EF4-FFF2-40B4-BE49-F238E27FC236}">
                <a16:creationId xmlns:a16="http://schemas.microsoft.com/office/drawing/2014/main" id="{C5721712-3E25-014C-E3A0-7B4C0A9B5311}"/>
              </a:ext>
            </a:extLst>
          </p:cNvPr>
          <p:cNvSpPr/>
          <p:nvPr/>
        </p:nvSpPr>
        <p:spPr>
          <a:xfrm>
            <a:off x="7767525" y="104469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33" name="Shape 28">
            <a:extLst>
              <a:ext uri="{FF2B5EF4-FFF2-40B4-BE49-F238E27FC236}">
                <a16:creationId xmlns:a16="http://schemas.microsoft.com/office/drawing/2014/main" id="{26F816C9-85B0-5341-454D-4D82FDF391E3}"/>
              </a:ext>
            </a:extLst>
          </p:cNvPr>
          <p:cNvSpPr/>
          <p:nvPr/>
        </p:nvSpPr>
        <p:spPr>
          <a:xfrm>
            <a:off x="7767525" y="124091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34" name="Shape 29">
            <a:extLst>
              <a:ext uri="{FF2B5EF4-FFF2-40B4-BE49-F238E27FC236}">
                <a16:creationId xmlns:a16="http://schemas.microsoft.com/office/drawing/2014/main" id="{BB5A4B61-73AE-663C-065B-D358C0B0F3EC}"/>
              </a:ext>
            </a:extLst>
          </p:cNvPr>
          <p:cNvSpPr/>
          <p:nvPr/>
        </p:nvSpPr>
        <p:spPr>
          <a:xfrm>
            <a:off x="7767525" y="75037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35" name="Shape 30">
            <a:extLst>
              <a:ext uri="{FF2B5EF4-FFF2-40B4-BE49-F238E27FC236}">
                <a16:creationId xmlns:a16="http://schemas.microsoft.com/office/drawing/2014/main" id="{DB00D44E-EBBC-5DDC-3EFE-3D77E625FB9F}"/>
              </a:ext>
            </a:extLst>
          </p:cNvPr>
          <p:cNvSpPr/>
          <p:nvPr/>
        </p:nvSpPr>
        <p:spPr>
          <a:xfrm>
            <a:off x="7767525" y="84848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36" name="Shape 31">
            <a:extLst>
              <a:ext uri="{FF2B5EF4-FFF2-40B4-BE49-F238E27FC236}">
                <a16:creationId xmlns:a16="http://schemas.microsoft.com/office/drawing/2014/main" id="{488705E3-C521-65E6-3EB5-A4C253EB91B8}"/>
              </a:ext>
            </a:extLst>
          </p:cNvPr>
          <p:cNvSpPr/>
          <p:nvPr/>
        </p:nvSpPr>
        <p:spPr>
          <a:xfrm>
            <a:off x="7767525" y="94658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37" name="Shape 32">
            <a:extLst>
              <a:ext uri="{FF2B5EF4-FFF2-40B4-BE49-F238E27FC236}">
                <a16:creationId xmlns:a16="http://schemas.microsoft.com/office/drawing/2014/main" id="{D0356D15-BD9B-4551-6E01-4ADBE93C12C2}"/>
              </a:ext>
            </a:extLst>
          </p:cNvPr>
          <p:cNvSpPr/>
          <p:nvPr/>
        </p:nvSpPr>
        <p:spPr>
          <a:xfrm>
            <a:off x="7767525" y="104469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38" name="Shape 33">
            <a:extLst>
              <a:ext uri="{FF2B5EF4-FFF2-40B4-BE49-F238E27FC236}">
                <a16:creationId xmlns:a16="http://schemas.microsoft.com/office/drawing/2014/main" id="{36AEEFA9-E45C-36A4-C095-DFC19C9AB9BF}"/>
              </a:ext>
            </a:extLst>
          </p:cNvPr>
          <p:cNvSpPr/>
          <p:nvPr/>
        </p:nvSpPr>
        <p:spPr>
          <a:xfrm>
            <a:off x="7767525" y="114280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39" name="Shape 34">
            <a:extLst>
              <a:ext uri="{FF2B5EF4-FFF2-40B4-BE49-F238E27FC236}">
                <a16:creationId xmlns:a16="http://schemas.microsoft.com/office/drawing/2014/main" id="{78EB2EBC-567B-3AFE-9C44-2FF03A18C169}"/>
              </a:ext>
            </a:extLst>
          </p:cNvPr>
          <p:cNvSpPr/>
          <p:nvPr/>
        </p:nvSpPr>
        <p:spPr>
          <a:xfrm>
            <a:off x="7767525" y="124091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40" name="Shape 35">
            <a:extLst>
              <a:ext uri="{FF2B5EF4-FFF2-40B4-BE49-F238E27FC236}">
                <a16:creationId xmlns:a16="http://schemas.microsoft.com/office/drawing/2014/main" id="{B9C5F320-E3EF-7F3B-05AD-CF2703C395F9}"/>
              </a:ext>
            </a:extLst>
          </p:cNvPr>
          <p:cNvSpPr/>
          <p:nvPr/>
        </p:nvSpPr>
        <p:spPr>
          <a:xfrm>
            <a:off x="7767525" y="133901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41" name="Shape 36">
            <a:extLst>
              <a:ext uri="{FF2B5EF4-FFF2-40B4-BE49-F238E27FC236}">
                <a16:creationId xmlns:a16="http://schemas.microsoft.com/office/drawing/2014/main" id="{11C92E49-2D4E-E547-EF6B-0CEB0A02EC26}"/>
              </a:ext>
            </a:extLst>
          </p:cNvPr>
          <p:cNvSpPr/>
          <p:nvPr/>
        </p:nvSpPr>
        <p:spPr>
          <a:xfrm>
            <a:off x="7767525" y="1044695"/>
            <a:ext cx="135636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842" name="Text 37">
            <a:extLst>
              <a:ext uri="{FF2B5EF4-FFF2-40B4-BE49-F238E27FC236}">
                <a16:creationId xmlns:a16="http://schemas.microsoft.com/office/drawing/2014/main" id="{BBCE1092-B1DE-5D85-7C7B-308E5E906A16}"/>
              </a:ext>
            </a:extLst>
          </p:cNvPr>
          <p:cNvSpPr/>
          <p:nvPr/>
        </p:nvSpPr>
        <p:spPr>
          <a:xfrm>
            <a:off x="9520125" y="515410"/>
            <a:ext cx="1356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Voltage : 0~5V</a:t>
            </a:r>
            <a:endParaRPr lang="en-US" sz="1000" dirty="0"/>
          </a:p>
        </p:txBody>
      </p:sp>
      <p:sp>
        <p:nvSpPr>
          <p:cNvPr id="843" name="Shape 38">
            <a:extLst>
              <a:ext uri="{FF2B5EF4-FFF2-40B4-BE49-F238E27FC236}">
                <a16:creationId xmlns:a16="http://schemas.microsoft.com/office/drawing/2014/main" id="{F4093A57-7A18-FC8D-1698-B11BD2539420}"/>
              </a:ext>
            </a:extLst>
          </p:cNvPr>
          <p:cNvSpPr/>
          <p:nvPr/>
        </p:nvSpPr>
        <p:spPr>
          <a:xfrm>
            <a:off x="9520125" y="65226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4" name="Shape 39">
            <a:extLst>
              <a:ext uri="{FF2B5EF4-FFF2-40B4-BE49-F238E27FC236}">
                <a16:creationId xmlns:a16="http://schemas.microsoft.com/office/drawing/2014/main" id="{DE834242-9C3F-1FD3-4892-E80966EAB2C6}"/>
              </a:ext>
            </a:extLst>
          </p:cNvPr>
          <p:cNvSpPr/>
          <p:nvPr/>
        </p:nvSpPr>
        <p:spPr>
          <a:xfrm>
            <a:off x="9746185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45" name="Shape 40">
            <a:extLst>
              <a:ext uri="{FF2B5EF4-FFF2-40B4-BE49-F238E27FC236}">
                <a16:creationId xmlns:a16="http://schemas.microsoft.com/office/drawing/2014/main" id="{CA65F4FA-0709-7434-AF7D-896B6201DBDE}"/>
              </a:ext>
            </a:extLst>
          </p:cNvPr>
          <p:cNvSpPr/>
          <p:nvPr/>
        </p:nvSpPr>
        <p:spPr>
          <a:xfrm>
            <a:off x="9972245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46" name="Shape 41">
            <a:extLst>
              <a:ext uri="{FF2B5EF4-FFF2-40B4-BE49-F238E27FC236}">
                <a16:creationId xmlns:a16="http://schemas.microsoft.com/office/drawing/2014/main" id="{879E2596-6AF9-4E11-3EE7-8AB040CDA164}"/>
              </a:ext>
            </a:extLst>
          </p:cNvPr>
          <p:cNvSpPr/>
          <p:nvPr/>
        </p:nvSpPr>
        <p:spPr>
          <a:xfrm>
            <a:off x="10198305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47" name="Shape 42">
            <a:extLst>
              <a:ext uri="{FF2B5EF4-FFF2-40B4-BE49-F238E27FC236}">
                <a16:creationId xmlns:a16="http://schemas.microsoft.com/office/drawing/2014/main" id="{D65858B8-4A88-3D76-7EF3-D42FEE01C448}"/>
              </a:ext>
            </a:extLst>
          </p:cNvPr>
          <p:cNvSpPr/>
          <p:nvPr/>
        </p:nvSpPr>
        <p:spPr>
          <a:xfrm>
            <a:off x="10424365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48" name="Shape 43">
            <a:extLst>
              <a:ext uri="{FF2B5EF4-FFF2-40B4-BE49-F238E27FC236}">
                <a16:creationId xmlns:a16="http://schemas.microsoft.com/office/drawing/2014/main" id="{696948B7-8E34-79E6-4E5F-01070970C1AF}"/>
              </a:ext>
            </a:extLst>
          </p:cNvPr>
          <p:cNvSpPr/>
          <p:nvPr/>
        </p:nvSpPr>
        <p:spPr>
          <a:xfrm>
            <a:off x="10650425" y="65226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49" name="Shape 44">
            <a:extLst>
              <a:ext uri="{FF2B5EF4-FFF2-40B4-BE49-F238E27FC236}">
                <a16:creationId xmlns:a16="http://schemas.microsoft.com/office/drawing/2014/main" id="{235E1B6A-BEBB-5ABE-31C8-2E1F86B63D9E}"/>
              </a:ext>
            </a:extLst>
          </p:cNvPr>
          <p:cNvSpPr/>
          <p:nvPr/>
        </p:nvSpPr>
        <p:spPr>
          <a:xfrm>
            <a:off x="9520125" y="84848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50" name="Shape 45">
            <a:extLst>
              <a:ext uri="{FF2B5EF4-FFF2-40B4-BE49-F238E27FC236}">
                <a16:creationId xmlns:a16="http://schemas.microsoft.com/office/drawing/2014/main" id="{7EBDCA18-322C-60BD-8FC9-1E70E7124329}"/>
              </a:ext>
            </a:extLst>
          </p:cNvPr>
          <p:cNvSpPr/>
          <p:nvPr/>
        </p:nvSpPr>
        <p:spPr>
          <a:xfrm>
            <a:off x="9520125" y="104469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51" name="Shape 46">
            <a:extLst>
              <a:ext uri="{FF2B5EF4-FFF2-40B4-BE49-F238E27FC236}">
                <a16:creationId xmlns:a16="http://schemas.microsoft.com/office/drawing/2014/main" id="{3015A5F8-40B4-18B2-3AB9-799D0B2AA01F}"/>
              </a:ext>
            </a:extLst>
          </p:cNvPr>
          <p:cNvSpPr/>
          <p:nvPr/>
        </p:nvSpPr>
        <p:spPr>
          <a:xfrm>
            <a:off x="9520125" y="124091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52" name="Shape 47">
            <a:extLst>
              <a:ext uri="{FF2B5EF4-FFF2-40B4-BE49-F238E27FC236}">
                <a16:creationId xmlns:a16="http://schemas.microsoft.com/office/drawing/2014/main" id="{11DDF9DA-A808-5B82-5FB8-EEBCA1B80E4E}"/>
              </a:ext>
            </a:extLst>
          </p:cNvPr>
          <p:cNvSpPr/>
          <p:nvPr/>
        </p:nvSpPr>
        <p:spPr>
          <a:xfrm>
            <a:off x="9520125" y="75037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53" name="Shape 48">
            <a:extLst>
              <a:ext uri="{FF2B5EF4-FFF2-40B4-BE49-F238E27FC236}">
                <a16:creationId xmlns:a16="http://schemas.microsoft.com/office/drawing/2014/main" id="{E466CE1F-112E-AEC8-8351-B41EB68430CD}"/>
              </a:ext>
            </a:extLst>
          </p:cNvPr>
          <p:cNvSpPr/>
          <p:nvPr/>
        </p:nvSpPr>
        <p:spPr>
          <a:xfrm>
            <a:off x="9520125" y="84848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54" name="Shape 49">
            <a:extLst>
              <a:ext uri="{FF2B5EF4-FFF2-40B4-BE49-F238E27FC236}">
                <a16:creationId xmlns:a16="http://schemas.microsoft.com/office/drawing/2014/main" id="{CD24F687-15E5-03D1-2D4F-A03782AFCF60}"/>
              </a:ext>
            </a:extLst>
          </p:cNvPr>
          <p:cNvSpPr/>
          <p:nvPr/>
        </p:nvSpPr>
        <p:spPr>
          <a:xfrm>
            <a:off x="9520125" y="94658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55" name="Shape 50">
            <a:extLst>
              <a:ext uri="{FF2B5EF4-FFF2-40B4-BE49-F238E27FC236}">
                <a16:creationId xmlns:a16="http://schemas.microsoft.com/office/drawing/2014/main" id="{735B27DF-504F-A8EE-831A-A34EAFCA1DBC}"/>
              </a:ext>
            </a:extLst>
          </p:cNvPr>
          <p:cNvSpPr/>
          <p:nvPr/>
        </p:nvSpPr>
        <p:spPr>
          <a:xfrm>
            <a:off x="9520125" y="104469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56" name="Shape 51">
            <a:extLst>
              <a:ext uri="{FF2B5EF4-FFF2-40B4-BE49-F238E27FC236}">
                <a16:creationId xmlns:a16="http://schemas.microsoft.com/office/drawing/2014/main" id="{842F448D-6842-7A8A-3C83-FF3B7EF8FABC}"/>
              </a:ext>
            </a:extLst>
          </p:cNvPr>
          <p:cNvSpPr/>
          <p:nvPr/>
        </p:nvSpPr>
        <p:spPr>
          <a:xfrm>
            <a:off x="9520125" y="114280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57" name="Shape 52">
            <a:extLst>
              <a:ext uri="{FF2B5EF4-FFF2-40B4-BE49-F238E27FC236}">
                <a16:creationId xmlns:a16="http://schemas.microsoft.com/office/drawing/2014/main" id="{510525FB-E8E4-8884-6EF3-70BAE2C27988}"/>
              </a:ext>
            </a:extLst>
          </p:cNvPr>
          <p:cNvSpPr/>
          <p:nvPr/>
        </p:nvSpPr>
        <p:spPr>
          <a:xfrm>
            <a:off x="9520125" y="124091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58" name="Shape 53">
            <a:extLst>
              <a:ext uri="{FF2B5EF4-FFF2-40B4-BE49-F238E27FC236}">
                <a16:creationId xmlns:a16="http://schemas.microsoft.com/office/drawing/2014/main" id="{14601CB4-49B6-7B30-DC1E-B720715BA5CA}"/>
              </a:ext>
            </a:extLst>
          </p:cNvPr>
          <p:cNvSpPr/>
          <p:nvPr/>
        </p:nvSpPr>
        <p:spPr>
          <a:xfrm>
            <a:off x="9520125" y="133901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59" name="Shape 54">
            <a:extLst>
              <a:ext uri="{FF2B5EF4-FFF2-40B4-BE49-F238E27FC236}">
                <a16:creationId xmlns:a16="http://schemas.microsoft.com/office/drawing/2014/main" id="{50A2A816-E467-9325-53FA-19A1E3C8FBE2}"/>
              </a:ext>
            </a:extLst>
          </p:cNvPr>
          <p:cNvSpPr/>
          <p:nvPr/>
        </p:nvSpPr>
        <p:spPr>
          <a:xfrm>
            <a:off x="9520125" y="1044695"/>
            <a:ext cx="135636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860" name="Text 5">
            <a:extLst>
              <a:ext uri="{FF2B5EF4-FFF2-40B4-BE49-F238E27FC236}">
                <a16:creationId xmlns:a16="http://schemas.microsoft.com/office/drawing/2014/main" id="{C9D390A3-7053-9CDC-B93E-02855FA4A3AC}"/>
              </a:ext>
            </a:extLst>
          </p:cNvPr>
          <p:cNvSpPr/>
          <p:nvPr/>
        </p:nvSpPr>
        <p:spPr>
          <a:xfrm>
            <a:off x="5824425" y="1796935"/>
            <a:ext cx="10287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P375   PI#7</a:t>
            </a:r>
            <a:endParaRPr lang="en-US" sz="1000" dirty="0"/>
          </a:p>
        </p:txBody>
      </p:sp>
      <p:sp>
        <p:nvSpPr>
          <p:cNvPr id="861" name="Text 6">
            <a:extLst>
              <a:ext uri="{FF2B5EF4-FFF2-40B4-BE49-F238E27FC236}">
                <a16:creationId xmlns:a16="http://schemas.microsoft.com/office/drawing/2014/main" id="{EDCAFD42-B442-644C-2821-572DE5E999C3}"/>
              </a:ext>
            </a:extLst>
          </p:cNvPr>
          <p:cNvSpPr/>
          <p:nvPr/>
        </p:nvSpPr>
        <p:spPr>
          <a:xfrm>
            <a:off x="7124700" y="1735975"/>
            <a:ext cx="342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862" name="Text 7">
            <a:extLst>
              <a:ext uri="{FF2B5EF4-FFF2-40B4-BE49-F238E27FC236}">
                <a16:creationId xmlns:a16="http://schemas.microsoft.com/office/drawing/2014/main" id="{90F76268-C985-AF2F-53D6-66D46ABCDFBF}"/>
              </a:ext>
            </a:extLst>
          </p:cNvPr>
          <p:cNvSpPr/>
          <p:nvPr/>
        </p:nvSpPr>
        <p:spPr>
          <a:xfrm>
            <a:off x="7119825" y="183503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5.000</a:t>
            </a:r>
            <a:endParaRPr lang="en-US" sz="1000" dirty="0"/>
          </a:p>
        </p:txBody>
      </p:sp>
      <p:sp>
        <p:nvSpPr>
          <p:cNvPr id="863" name="Text 8">
            <a:extLst>
              <a:ext uri="{FF2B5EF4-FFF2-40B4-BE49-F238E27FC236}">
                <a16:creationId xmlns:a16="http://schemas.microsoft.com/office/drawing/2014/main" id="{F84D1561-AD81-579B-9B7F-8B16E58A2896}"/>
              </a:ext>
            </a:extLst>
          </p:cNvPr>
          <p:cNvSpPr/>
          <p:nvPr/>
        </p:nvSpPr>
        <p:spPr>
          <a:xfrm>
            <a:off x="6396840" y="2124595"/>
            <a:ext cx="563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1000" dirty="0"/>
          </a:p>
        </p:txBody>
      </p:sp>
      <p:sp>
        <p:nvSpPr>
          <p:cNvPr id="864" name="Text 9">
            <a:extLst>
              <a:ext uri="{FF2B5EF4-FFF2-40B4-BE49-F238E27FC236}">
                <a16:creationId xmlns:a16="http://schemas.microsoft.com/office/drawing/2014/main" id="{63C6CF0A-84A2-79EE-4045-A6E355A95BB6}"/>
              </a:ext>
            </a:extLst>
          </p:cNvPr>
          <p:cNvSpPr/>
          <p:nvPr/>
        </p:nvSpPr>
        <p:spPr>
          <a:xfrm>
            <a:off x="6439510" y="222365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865" name="Text 10">
            <a:extLst>
              <a:ext uri="{FF2B5EF4-FFF2-40B4-BE49-F238E27FC236}">
                <a16:creationId xmlns:a16="http://schemas.microsoft.com/office/drawing/2014/main" id="{45A8E4BF-0FB0-F050-0472-909B1C23697E}"/>
              </a:ext>
            </a:extLst>
          </p:cNvPr>
          <p:cNvSpPr/>
          <p:nvPr/>
        </p:nvSpPr>
        <p:spPr>
          <a:xfrm>
            <a:off x="6945480" y="2102650"/>
            <a:ext cx="697990" cy="14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000" dirty="0"/>
          </a:p>
        </p:txBody>
      </p:sp>
      <p:sp>
        <p:nvSpPr>
          <p:cNvPr id="866" name="Text 11">
            <a:extLst>
              <a:ext uri="{FF2B5EF4-FFF2-40B4-BE49-F238E27FC236}">
                <a16:creationId xmlns:a16="http://schemas.microsoft.com/office/drawing/2014/main" id="{B568C455-EE6D-78C6-CFE9-D0287717E706}"/>
              </a:ext>
            </a:extLst>
          </p:cNvPr>
          <p:cNvSpPr/>
          <p:nvPr/>
        </p:nvSpPr>
        <p:spPr>
          <a:xfrm>
            <a:off x="7048500" y="222365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867" name="Text 12">
            <a:extLst>
              <a:ext uri="{FF2B5EF4-FFF2-40B4-BE49-F238E27FC236}">
                <a16:creationId xmlns:a16="http://schemas.microsoft.com/office/drawing/2014/main" id="{4B49DDAE-09E2-06C9-1724-32D03E2FECC2}"/>
              </a:ext>
            </a:extLst>
          </p:cNvPr>
          <p:cNvSpPr/>
          <p:nvPr/>
        </p:nvSpPr>
        <p:spPr>
          <a:xfrm>
            <a:off x="5794249" y="2116975"/>
            <a:ext cx="563879" cy="167640"/>
          </a:xfrm>
          <a:prstGeom prst="rect">
            <a:avLst/>
          </a:prstGeom>
          <a:solidFill>
            <a:srgbClr val="EDEDED"/>
          </a:solidFill>
          <a:ln>
            <a:solidFill>
              <a:srgbClr val="88888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PID/VOL</a:t>
            </a:r>
            <a:endParaRPr lang="en-US" sz="1000" dirty="0"/>
          </a:p>
        </p:txBody>
      </p:sp>
      <p:sp>
        <p:nvSpPr>
          <p:cNvPr id="868" name="Text 13">
            <a:extLst>
              <a:ext uri="{FF2B5EF4-FFF2-40B4-BE49-F238E27FC236}">
                <a16:creationId xmlns:a16="http://schemas.microsoft.com/office/drawing/2014/main" id="{565EA7CA-7034-EE17-9CF4-5A1B9825150A}"/>
              </a:ext>
            </a:extLst>
          </p:cNvPr>
          <p:cNvSpPr/>
          <p:nvPr/>
        </p:nvSpPr>
        <p:spPr>
          <a:xfrm>
            <a:off x="5824425" y="24141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gain</a:t>
            </a:r>
            <a:endParaRPr lang="en-US" sz="1000" dirty="0"/>
          </a:p>
        </p:txBody>
      </p:sp>
      <p:sp>
        <p:nvSpPr>
          <p:cNvPr id="869" name="Text 14">
            <a:extLst>
              <a:ext uri="{FF2B5EF4-FFF2-40B4-BE49-F238E27FC236}">
                <a16:creationId xmlns:a16="http://schemas.microsoft.com/office/drawing/2014/main" id="{AA23B9F2-3CA4-55FB-77BF-B1A43D9D891D}"/>
              </a:ext>
            </a:extLst>
          </p:cNvPr>
          <p:cNvSpPr/>
          <p:nvPr/>
        </p:nvSpPr>
        <p:spPr>
          <a:xfrm>
            <a:off x="6449265" y="24141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gain</a:t>
            </a:r>
            <a:endParaRPr lang="en-US" sz="1000" dirty="0"/>
          </a:p>
        </p:txBody>
      </p:sp>
      <p:sp>
        <p:nvSpPr>
          <p:cNvPr id="870" name="Text 15">
            <a:extLst>
              <a:ext uri="{FF2B5EF4-FFF2-40B4-BE49-F238E27FC236}">
                <a16:creationId xmlns:a16="http://schemas.microsoft.com/office/drawing/2014/main" id="{9E70C907-AF04-38A7-BC75-32A6A30629B6}"/>
              </a:ext>
            </a:extLst>
          </p:cNvPr>
          <p:cNvSpPr/>
          <p:nvPr/>
        </p:nvSpPr>
        <p:spPr>
          <a:xfrm>
            <a:off x="7066485" y="24141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</a:t>
            </a:r>
            <a:endParaRPr lang="en-US" sz="1000" dirty="0"/>
          </a:p>
        </p:txBody>
      </p:sp>
      <p:sp>
        <p:nvSpPr>
          <p:cNvPr id="871" name="Text 16">
            <a:extLst>
              <a:ext uri="{FF2B5EF4-FFF2-40B4-BE49-F238E27FC236}">
                <a16:creationId xmlns:a16="http://schemas.microsoft.com/office/drawing/2014/main" id="{F2B89576-CC6C-789E-CB06-E5579845F4AB}"/>
              </a:ext>
            </a:extLst>
          </p:cNvPr>
          <p:cNvSpPr/>
          <p:nvPr/>
        </p:nvSpPr>
        <p:spPr>
          <a:xfrm>
            <a:off x="5847285" y="25132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872" name="Text 17">
            <a:extLst>
              <a:ext uri="{FF2B5EF4-FFF2-40B4-BE49-F238E27FC236}">
                <a16:creationId xmlns:a16="http://schemas.microsoft.com/office/drawing/2014/main" id="{A2E5D486-F1A2-53EE-2833-6DEEA5C91C89}"/>
              </a:ext>
            </a:extLst>
          </p:cNvPr>
          <p:cNvSpPr/>
          <p:nvPr/>
        </p:nvSpPr>
        <p:spPr>
          <a:xfrm>
            <a:off x="6464505" y="25132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873" name="Text 18">
            <a:extLst>
              <a:ext uri="{FF2B5EF4-FFF2-40B4-BE49-F238E27FC236}">
                <a16:creationId xmlns:a16="http://schemas.microsoft.com/office/drawing/2014/main" id="{941B273F-021B-172F-56FD-BA2F1186CD2F}"/>
              </a:ext>
            </a:extLst>
          </p:cNvPr>
          <p:cNvSpPr/>
          <p:nvPr/>
        </p:nvSpPr>
        <p:spPr>
          <a:xfrm>
            <a:off x="7059780" y="25132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874" name="Text 19">
            <a:extLst>
              <a:ext uri="{FF2B5EF4-FFF2-40B4-BE49-F238E27FC236}">
                <a16:creationId xmlns:a16="http://schemas.microsoft.com/office/drawing/2014/main" id="{B9AE3F39-6385-01C1-9795-5033435C3BE2}"/>
              </a:ext>
            </a:extLst>
          </p:cNvPr>
          <p:cNvSpPr/>
          <p:nvPr/>
        </p:nvSpPr>
        <p:spPr>
          <a:xfrm>
            <a:off x="7752894" y="1577861"/>
            <a:ext cx="1615745" cy="1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Signal : TC372</a:t>
            </a:r>
            <a:endParaRPr lang="en-US" sz="1000" dirty="0"/>
          </a:p>
        </p:txBody>
      </p:sp>
      <p:sp>
        <p:nvSpPr>
          <p:cNvPr id="875" name="Shape 20">
            <a:extLst>
              <a:ext uri="{FF2B5EF4-FFF2-40B4-BE49-F238E27FC236}">
                <a16:creationId xmlns:a16="http://schemas.microsoft.com/office/drawing/2014/main" id="{FE784058-B65C-4486-0268-04ADC9FF1E4F}"/>
              </a:ext>
            </a:extLst>
          </p:cNvPr>
          <p:cNvSpPr/>
          <p:nvPr/>
        </p:nvSpPr>
        <p:spPr>
          <a:xfrm>
            <a:off x="7767525" y="177407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6" name="Shape 21">
            <a:extLst>
              <a:ext uri="{FF2B5EF4-FFF2-40B4-BE49-F238E27FC236}">
                <a16:creationId xmlns:a16="http://schemas.microsoft.com/office/drawing/2014/main" id="{593B496B-8FCA-B00F-0AA5-890B71151E65}"/>
              </a:ext>
            </a:extLst>
          </p:cNvPr>
          <p:cNvSpPr/>
          <p:nvPr/>
        </p:nvSpPr>
        <p:spPr>
          <a:xfrm>
            <a:off x="7993585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77" name="Shape 22">
            <a:extLst>
              <a:ext uri="{FF2B5EF4-FFF2-40B4-BE49-F238E27FC236}">
                <a16:creationId xmlns:a16="http://schemas.microsoft.com/office/drawing/2014/main" id="{BAECDE5D-7A9D-40ED-26E9-2ADA3CBBEB18}"/>
              </a:ext>
            </a:extLst>
          </p:cNvPr>
          <p:cNvSpPr/>
          <p:nvPr/>
        </p:nvSpPr>
        <p:spPr>
          <a:xfrm>
            <a:off x="8219645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78" name="Shape 23">
            <a:extLst>
              <a:ext uri="{FF2B5EF4-FFF2-40B4-BE49-F238E27FC236}">
                <a16:creationId xmlns:a16="http://schemas.microsoft.com/office/drawing/2014/main" id="{FE2EC93C-F52C-A522-61DF-C99167A3F92A}"/>
              </a:ext>
            </a:extLst>
          </p:cNvPr>
          <p:cNvSpPr/>
          <p:nvPr/>
        </p:nvSpPr>
        <p:spPr>
          <a:xfrm>
            <a:off x="8445705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79" name="Shape 24">
            <a:extLst>
              <a:ext uri="{FF2B5EF4-FFF2-40B4-BE49-F238E27FC236}">
                <a16:creationId xmlns:a16="http://schemas.microsoft.com/office/drawing/2014/main" id="{80C8E27F-E516-9986-4162-5AE3901D4D28}"/>
              </a:ext>
            </a:extLst>
          </p:cNvPr>
          <p:cNvSpPr/>
          <p:nvPr/>
        </p:nvSpPr>
        <p:spPr>
          <a:xfrm>
            <a:off x="8671765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80" name="Shape 25">
            <a:extLst>
              <a:ext uri="{FF2B5EF4-FFF2-40B4-BE49-F238E27FC236}">
                <a16:creationId xmlns:a16="http://schemas.microsoft.com/office/drawing/2014/main" id="{1DFAE70E-CA5D-1342-F9E8-E6F28789B959}"/>
              </a:ext>
            </a:extLst>
          </p:cNvPr>
          <p:cNvSpPr/>
          <p:nvPr/>
        </p:nvSpPr>
        <p:spPr>
          <a:xfrm>
            <a:off x="8897825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81" name="Shape 26">
            <a:extLst>
              <a:ext uri="{FF2B5EF4-FFF2-40B4-BE49-F238E27FC236}">
                <a16:creationId xmlns:a16="http://schemas.microsoft.com/office/drawing/2014/main" id="{91107482-9E89-3B98-F96C-E4AD53591111}"/>
              </a:ext>
            </a:extLst>
          </p:cNvPr>
          <p:cNvSpPr/>
          <p:nvPr/>
        </p:nvSpPr>
        <p:spPr>
          <a:xfrm>
            <a:off x="7767525" y="19702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82" name="Shape 27">
            <a:extLst>
              <a:ext uri="{FF2B5EF4-FFF2-40B4-BE49-F238E27FC236}">
                <a16:creationId xmlns:a16="http://schemas.microsoft.com/office/drawing/2014/main" id="{4A66FF5F-90C3-0FEB-9079-D0C9B6FDE667}"/>
              </a:ext>
            </a:extLst>
          </p:cNvPr>
          <p:cNvSpPr/>
          <p:nvPr/>
        </p:nvSpPr>
        <p:spPr>
          <a:xfrm>
            <a:off x="7767525" y="216650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83" name="Shape 28">
            <a:extLst>
              <a:ext uri="{FF2B5EF4-FFF2-40B4-BE49-F238E27FC236}">
                <a16:creationId xmlns:a16="http://schemas.microsoft.com/office/drawing/2014/main" id="{A2232DC0-4C73-E791-FBB4-211BBB7C34AB}"/>
              </a:ext>
            </a:extLst>
          </p:cNvPr>
          <p:cNvSpPr/>
          <p:nvPr/>
        </p:nvSpPr>
        <p:spPr>
          <a:xfrm>
            <a:off x="7767525" y="236272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84" name="Shape 29">
            <a:extLst>
              <a:ext uri="{FF2B5EF4-FFF2-40B4-BE49-F238E27FC236}">
                <a16:creationId xmlns:a16="http://schemas.microsoft.com/office/drawing/2014/main" id="{88425670-A46C-BCF7-DC55-1743A028E9A8}"/>
              </a:ext>
            </a:extLst>
          </p:cNvPr>
          <p:cNvSpPr/>
          <p:nvPr/>
        </p:nvSpPr>
        <p:spPr>
          <a:xfrm>
            <a:off x="7767525" y="18721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85" name="Shape 30">
            <a:extLst>
              <a:ext uri="{FF2B5EF4-FFF2-40B4-BE49-F238E27FC236}">
                <a16:creationId xmlns:a16="http://schemas.microsoft.com/office/drawing/2014/main" id="{28BEB254-6CEA-6232-1A70-0CEF08041EAF}"/>
              </a:ext>
            </a:extLst>
          </p:cNvPr>
          <p:cNvSpPr/>
          <p:nvPr/>
        </p:nvSpPr>
        <p:spPr>
          <a:xfrm>
            <a:off x="7767525" y="19702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86" name="Shape 31">
            <a:extLst>
              <a:ext uri="{FF2B5EF4-FFF2-40B4-BE49-F238E27FC236}">
                <a16:creationId xmlns:a16="http://schemas.microsoft.com/office/drawing/2014/main" id="{9C3A5526-1786-8FAE-C37C-8F71AD5A3A85}"/>
              </a:ext>
            </a:extLst>
          </p:cNvPr>
          <p:cNvSpPr/>
          <p:nvPr/>
        </p:nvSpPr>
        <p:spPr>
          <a:xfrm>
            <a:off x="7767525" y="20683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87" name="Shape 32">
            <a:extLst>
              <a:ext uri="{FF2B5EF4-FFF2-40B4-BE49-F238E27FC236}">
                <a16:creationId xmlns:a16="http://schemas.microsoft.com/office/drawing/2014/main" id="{980F29BE-A857-9E72-188B-A9991D45C33B}"/>
              </a:ext>
            </a:extLst>
          </p:cNvPr>
          <p:cNvSpPr/>
          <p:nvPr/>
        </p:nvSpPr>
        <p:spPr>
          <a:xfrm>
            <a:off x="7767525" y="216650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88" name="Shape 33">
            <a:extLst>
              <a:ext uri="{FF2B5EF4-FFF2-40B4-BE49-F238E27FC236}">
                <a16:creationId xmlns:a16="http://schemas.microsoft.com/office/drawing/2014/main" id="{AE061472-342F-F530-FBE1-36EC3279BB1F}"/>
              </a:ext>
            </a:extLst>
          </p:cNvPr>
          <p:cNvSpPr/>
          <p:nvPr/>
        </p:nvSpPr>
        <p:spPr>
          <a:xfrm>
            <a:off x="7767525" y="22646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89" name="Shape 34">
            <a:extLst>
              <a:ext uri="{FF2B5EF4-FFF2-40B4-BE49-F238E27FC236}">
                <a16:creationId xmlns:a16="http://schemas.microsoft.com/office/drawing/2014/main" id="{C3CA2268-8863-1B68-7F3A-C34582C760AD}"/>
              </a:ext>
            </a:extLst>
          </p:cNvPr>
          <p:cNvSpPr/>
          <p:nvPr/>
        </p:nvSpPr>
        <p:spPr>
          <a:xfrm>
            <a:off x="7767525" y="236272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90" name="Shape 35">
            <a:extLst>
              <a:ext uri="{FF2B5EF4-FFF2-40B4-BE49-F238E27FC236}">
                <a16:creationId xmlns:a16="http://schemas.microsoft.com/office/drawing/2014/main" id="{727C445A-982E-1F1C-86DF-A1B8316B6C08}"/>
              </a:ext>
            </a:extLst>
          </p:cNvPr>
          <p:cNvSpPr/>
          <p:nvPr/>
        </p:nvSpPr>
        <p:spPr>
          <a:xfrm>
            <a:off x="7767525" y="24608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91" name="Shape 36">
            <a:extLst>
              <a:ext uri="{FF2B5EF4-FFF2-40B4-BE49-F238E27FC236}">
                <a16:creationId xmlns:a16="http://schemas.microsoft.com/office/drawing/2014/main" id="{734CF583-701A-2871-5A64-A2548C4A1AD3}"/>
              </a:ext>
            </a:extLst>
          </p:cNvPr>
          <p:cNvSpPr/>
          <p:nvPr/>
        </p:nvSpPr>
        <p:spPr>
          <a:xfrm>
            <a:off x="7767525" y="2166505"/>
            <a:ext cx="135636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892" name="Text 37">
            <a:extLst>
              <a:ext uri="{FF2B5EF4-FFF2-40B4-BE49-F238E27FC236}">
                <a16:creationId xmlns:a16="http://schemas.microsoft.com/office/drawing/2014/main" id="{9F87A95A-92C1-0B2B-C80C-BBB4D21DB5A7}"/>
              </a:ext>
            </a:extLst>
          </p:cNvPr>
          <p:cNvSpPr/>
          <p:nvPr/>
        </p:nvSpPr>
        <p:spPr>
          <a:xfrm>
            <a:off x="9520125" y="1637220"/>
            <a:ext cx="1356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Voltage : 0~5V</a:t>
            </a:r>
            <a:endParaRPr lang="en-US" sz="1000" dirty="0"/>
          </a:p>
        </p:txBody>
      </p:sp>
      <p:sp>
        <p:nvSpPr>
          <p:cNvPr id="893" name="Shape 38">
            <a:extLst>
              <a:ext uri="{FF2B5EF4-FFF2-40B4-BE49-F238E27FC236}">
                <a16:creationId xmlns:a16="http://schemas.microsoft.com/office/drawing/2014/main" id="{DB5CD14B-F08F-9FDD-B75B-99737C085871}"/>
              </a:ext>
            </a:extLst>
          </p:cNvPr>
          <p:cNvSpPr/>
          <p:nvPr/>
        </p:nvSpPr>
        <p:spPr>
          <a:xfrm>
            <a:off x="9520125" y="177407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4" name="Shape 39">
            <a:extLst>
              <a:ext uri="{FF2B5EF4-FFF2-40B4-BE49-F238E27FC236}">
                <a16:creationId xmlns:a16="http://schemas.microsoft.com/office/drawing/2014/main" id="{70D0BCE8-0AC8-B2B3-0366-C8F8270984D2}"/>
              </a:ext>
            </a:extLst>
          </p:cNvPr>
          <p:cNvSpPr/>
          <p:nvPr/>
        </p:nvSpPr>
        <p:spPr>
          <a:xfrm>
            <a:off x="9746185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95" name="Shape 40">
            <a:extLst>
              <a:ext uri="{FF2B5EF4-FFF2-40B4-BE49-F238E27FC236}">
                <a16:creationId xmlns:a16="http://schemas.microsoft.com/office/drawing/2014/main" id="{FFF45010-E847-7908-D8A2-1483DF4750AA}"/>
              </a:ext>
            </a:extLst>
          </p:cNvPr>
          <p:cNvSpPr/>
          <p:nvPr/>
        </p:nvSpPr>
        <p:spPr>
          <a:xfrm>
            <a:off x="9972245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96" name="Shape 41">
            <a:extLst>
              <a:ext uri="{FF2B5EF4-FFF2-40B4-BE49-F238E27FC236}">
                <a16:creationId xmlns:a16="http://schemas.microsoft.com/office/drawing/2014/main" id="{BDE9879C-8743-4E67-02BC-9F74D9583A96}"/>
              </a:ext>
            </a:extLst>
          </p:cNvPr>
          <p:cNvSpPr/>
          <p:nvPr/>
        </p:nvSpPr>
        <p:spPr>
          <a:xfrm>
            <a:off x="10198305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97" name="Shape 42">
            <a:extLst>
              <a:ext uri="{FF2B5EF4-FFF2-40B4-BE49-F238E27FC236}">
                <a16:creationId xmlns:a16="http://schemas.microsoft.com/office/drawing/2014/main" id="{660011F6-3F2B-B02C-A0C0-848FCA8D0389}"/>
              </a:ext>
            </a:extLst>
          </p:cNvPr>
          <p:cNvSpPr/>
          <p:nvPr/>
        </p:nvSpPr>
        <p:spPr>
          <a:xfrm>
            <a:off x="10424365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98" name="Shape 43">
            <a:extLst>
              <a:ext uri="{FF2B5EF4-FFF2-40B4-BE49-F238E27FC236}">
                <a16:creationId xmlns:a16="http://schemas.microsoft.com/office/drawing/2014/main" id="{636F3725-2774-A63D-B24A-E9B50AA7DDB8}"/>
              </a:ext>
            </a:extLst>
          </p:cNvPr>
          <p:cNvSpPr/>
          <p:nvPr/>
        </p:nvSpPr>
        <p:spPr>
          <a:xfrm>
            <a:off x="10650425" y="17740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899" name="Shape 44">
            <a:extLst>
              <a:ext uri="{FF2B5EF4-FFF2-40B4-BE49-F238E27FC236}">
                <a16:creationId xmlns:a16="http://schemas.microsoft.com/office/drawing/2014/main" id="{4EA73838-2BBC-93D1-36DD-821444D16098}"/>
              </a:ext>
            </a:extLst>
          </p:cNvPr>
          <p:cNvSpPr/>
          <p:nvPr/>
        </p:nvSpPr>
        <p:spPr>
          <a:xfrm>
            <a:off x="9520125" y="19702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00" name="Shape 45">
            <a:extLst>
              <a:ext uri="{FF2B5EF4-FFF2-40B4-BE49-F238E27FC236}">
                <a16:creationId xmlns:a16="http://schemas.microsoft.com/office/drawing/2014/main" id="{1E3E6C03-F7DC-6F7F-6FD6-AC02342C665D}"/>
              </a:ext>
            </a:extLst>
          </p:cNvPr>
          <p:cNvSpPr/>
          <p:nvPr/>
        </p:nvSpPr>
        <p:spPr>
          <a:xfrm>
            <a:off x="9520125" y="216650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01" name="Shape 46">
            <a:extLst>
              <a:ext uri="{FF2B5EF4-FFF2-40B4-BE49-F238E27FC236}">
                <a16:creationId xmlns:a16="http://schemas.microsoft.com/office/drawing/2014/main" id="{FB0FCF28-06E9-78FD-616E-9C4F18064643}"/>
              </a:ext>
            </a:extLst>
          </p:cNvPr>
          <p:cNvSpPr/>
          <p:nvPr/>
        </p:nvSpPr>
        <p:spPr>
          <a:xfrm>
            <a:off x="9520125" y="236272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02" name="Shape 47">
            <a:extLst>
              <a:ext uri="{FF2B5EF4-FFF2-40B4-BE49-F238E27FC236}">
                <a16:creationId xmlns:a16="http://schemas.microsoft.com/office/drawing/2014/main" id="{F3E31A18-3C8D-E984-B7C9-EFBB84F85104}"/>
              </a:ext>
            </a:extLst>
          </p:cNvPr>
          <p:cNvSpPr/>
          <p:nvPr/>
        </p:nvSpPr>
        <p:spPr>
          <a:xfrm>
            <a:off x="9520125" y="18721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03" name="Shape 48">
            <a:extLst>
              <a:ext uri="{FF2B5EF4-FFF2-40B4-BE49-F238E27FC236}">
                <a16:creationId xmlns:a16="http://schemas.microsoft.com/office/drawing/2014/main" id="{910D2289-7F28-1308-2FF3-9358095EA17E}"/>
              </a:ext>
            </a:extLst>
          </p:cNvPr>
          <p:cNvSpPr/>
          <p:nvPr/>
        </p:nvSpPr>
        <p:spPr>
          <a:xfrm>
            <a:off x="9520125" y="19702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04" name="Shape 49">
            <a:extLst>
              <a:ext uri="{FF2B5EF4-FFF2-40B4-BE49-F238E27FC236}">
                <a16:creationId xmlns:a16="http://schemas.microsoft.com/office/drawing/2014/main" id="{E0B8F5E8-4814-E1FF-FB10-28FB84DF551F}"/>
              </a:ext>
            </a:extLst>
          </p:cNvPr>
          <p:cNvSpPr/>
          <p:nvPr/>
        </p:nvSpPr>
        <p:spPr>
          <a:xfrm>
            <a:off x="9520125" y="20683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05" name="Shape 50">
            <a:extLst>
              <a:ext uri="{FF2B5EF4-FFF2-40B4-BE49-F238E27FC236}">
                <a16:creationId xmlns:a16="http://schemas.microsoft.com/office/drawing/2014/main" id="{570BD2B4-5DCA-541B-71E8-220CC603E882}"/>
              </a:ext>
            </a:extLst>
          </p:cNvPr>
          <p:cNvSpPr/>
          <p:nvPr/>
        </p:nvSpPr>
        <p:spPr>
          <a:xfrm>
            <a:off x="9520125" y="216650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06" name="Shape 51">
            <a:extLst>
              <a:ext uri="{FF2B5EF4-FFF2-40B4-BE49-F238E27FC236}">
                <a16:creationId xmlns:a16="http://schemas.microsoft.com/office/drawing/2014/main" id="{5F1DCE5E-7381-A8C0-137B-E64C3D197146}"/>
              </a:ext>
            </a:extLst>
          </p:cNvPr>
          <p:cNvSpPr/>
          <p:nvPr/>
        </p:nvSpPr>
        <p:spPr>
          <a:xfrm>
            <a:off x="9520125" y="22646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07" name="Shape 52">
            <a:extLst>
              <a:ext uri="{FF2B5EF4-FFF2-40B4-BE49-F238E27FC236}">
                <a16:creationId xmlns:a16="http://schemas.microsoft.com/office/drawing/2014/main" id="{8F1CBD44-5976-C6CC-C7BA-4DF53D55C4FA}"/>
              </a:ext>
            </a:extLst>
          </p:cNvPr>
          <p:cNvSpPr/>
          <p:nvPr/>
        </p:nvSpPr>
        <p:spPr>
          <a:xfrm>
            <a:off x="9520125" y="236272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08" name="Shape 53">
            <a:extLst>
              <a:ext uri="{FF2B5EF4-FFF2-40B4-BE49-F238E27FC236}">
                <a16:creationId xmlns:a16="http://schemas.microsoft.com/office/drawing/2014/main" id="{50C82B5A-AF16-8F9A-3326-E18F8806F7B6}"/>
              </a:ext>
            </a:extLst>
          </p:cNvPr>
          <p:cNvSpPr/>
          <p:nvPr/>
        </p:nvSpPr>
        <p:spPr>
          <a:xfrm>
            <a:off x="9520125" y="24608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09" name="Shape 54">
            <a:extLst>
              <a:ext uri="{FF2B5EF4-FFF2-40B4-BE49-F238E27FC236}">
                <a16:creationId xmlns:a16="http://schemas.microsoft.com/office/drawing/2014/main" id="{C0D8F9F9-6F36-89A1-FBA7-5AE1B22355AE}"/>
              </a:ext>
            </a:extLst>
          </p:cNvPr>
          <p:cNvSpPr/>
          <p:nvPr/>
        </p:nvSpPr>
        <p:spPr>
          <a:xfrm>
            <a:off x="9520125" y="2166505"/>
            <a:ext cx="135636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910" name="Text 5">
            <a:extLst>
              <a:ext uri="{FF2B5EF4-FFF2-40B4-BE49-F238E27FC236}">
                <a16:creationId xmlns:a16="http://schemas.microsoft.com/office/drawing/2014/main" id="{B4174538-13EF-03BB-2B08-270CE1E91929}"/>
              </a:ext>
            </a:extLst>
          </p:cNvPr>
          <p:cNvSpPr/>
          <p:nvPr/>
        </p:nvSpPr>
        <p:spPr>
          <a:xfrm>
            <a:off x="5824425" y="3013758"/>
            <a:ext cx="10287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P380   PI#8</a:t>
            </a:r>
            <a:endParaRPr lang="en-US" sz="1000" dirty="0"/>
          </a:p>
        </p:txBody>
      </p:sp>
      <p:sp>
        <p:nvSpPr>
          <p:cNvPr id="911" name="Text 6">
            <a:extLst>
              <a:ext uri="{FF2B5EF4-FFF2-40B4-BE49-F238E27FC236}">
                <a16:creationId xmlns:a16="http://schemas.microsoft.com/office/drawing/2014/main" id="{DA4AD75B-590B-A963-B598-2128BF2DB2F7}"/>
              </a:ext>
            </a:extLst>
          </p:cNvPr>
          <p:cNvSpPr/>
          <p:nvPr/>
        </p:nvSpPr>
        <p:spPr>
          <a:xfrm>
            <a:off x="7124700" y="2952798"/>
            <a:ext cx="342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912" name="Text 7">
            <a:extLst>
              <a:ext uri="{FF2B5EF4-FFF2-40B4-BE49-F238E27FC236}">
                <a16:creationId xmlns:a16="http://schemas.microsoft.com/office/drawing/2014/main" id="{BB501439-2AF1-0A7C-44B0-0746E0DB9BB2}"/>
              </a:ext>
            </a:extLst>
          </p:cNvPr>
          <p:cNvSpPr/>
          <p:nvPr/>
        </p:nvSpPr>
        <p:spPr>
          <a:xfrm>
            <a:off x="7119825" y="3051858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5.000</a:t>
            </a:r>
            <a:endParaRPr lang="en-US" sz="1000" dirty="0"/>
          </a:p>
        </p:txBody>
      </p:sp>
      <p:sp>
        <p:nvSpPr>
          <p:cNvPr id="913" name="Text 8">
            <a:extLst>
              <a:ext uri="{FF2B5EF4-FFF2-40B4-BE49-F238E27FC236}">
                <a16:creationId xmlns:a16="http://schemas.microsoft.com/office/drawing/2014/main" id="{B3C4EA95-156F-DF66-99CB-63AC5EFEE07C}"/>
              </a:ext>
            </a:extLst>
          </p:cNvPr>
          <p:cNvSpPr/>
          <p:nvPr/>
        </p:nvSpPr>
        <p:spPr>
          <a:xfrm>
            <a:off x="6396840" y="3341418"/>
            <a:ext cx="563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1000" dirty="0"/>
          </a:p>
        </p:txBody>
      </p:sp>
      <p:sp>
        <p:nvSpPr>
          <p:cNvPr id="914" name="Text 9">
            <a:extLst>
              <a:ext uri="{FF2B5EF4-FFF2-40B4-BE49-F238E27FC236}">
                <a16:creationId xmlns:a16="http://schemas.microsoft.com/office/drawing/2014/main" id="{D599BECD-C2FC-49EA-35A0-56AA2C9C3CF7}"/>
              </a:ext>
            </a:extLst>
          </p:cNvPr>
          <p:cNvSpPr/>
          <p:nvPr/>
        </p:nvSpPr>
        <p:spPr>
          <a:xfrm>
            <a:off x="6439510" y="3440478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915" name="Text 10">
            <a:extLst>
              <a:ext uri="{FF2B5EF4-FFF2-40B4-BE49-F238E27FC236}">
                <a16:creationId xmlns:a16="http://schemas.microsoft.com/office/drawing/2014/main" id="{85D961CF-1A00-95E1-DA75-846A5853A564}"/>
              </a:ext>
            </a:extLst>
          </p:cNvPr>
          <p:cNvSpPr/>
          <p:nvPr/>
        </p:nvSpPr>
        <p:spPr>
          <a:xfrm>
            <a:off x="6945480" y="3319473"/>
            <a:ext cx="697990" cy="14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000" dirty="0"/>
          </a:p>
        </p:txBody>
      </p:sp>
      <p:sp>
        <p:nvSpPr>
          <p:cNvPr id="916" name="Text 11">
            <a:extLst>
              <a:ext uri="{FF2B5EF4-FFF2-40B4-BE49-F238E27FC236}">
                <a16:creationId xmlns:a16="http://schemas.microsoft.com/office/drawing/2014/main" id="{E662DC38-5042-FD0B-449C-BCBE62AAF424}"/>
              </a:ext>
            </a:extLst>
          </p:cNvPr>
          <p:cNvSpPr/>
          <p:nvPr/>
        </p:nvSpPr>
        <p:spPr>
          <a:xfrm>
            <a:off x="7048500" y="3440478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917" name="Text 12">
            <a:extLst>
              <a:ext uri="{FF2B5EF4-FFF2-40B4-BE49-F238E27FC236}">
                <a16:creationId xmlns:a16="http://schemas.microsoft.com/office/drawing/2014/main" id="{53135781-3944-DF59-5D46-A5CB7BE74A61}"/>
              </a:ext>
            </a:extLst>
          </p:cNvPr>
          <p:cNvSpPr/>
          <p:nvPr/>
        </p:nvSpPr>
        <p:spPr>
          <a:xfrm>
            <a:off x="5794249" y="3333798"/>
            <a:ext cx="563879" cy="167640"/>
          </a:xfrm>
          <a:prstGeom prst="rect">
            <a:avLst/>
          </a:prstGeom>
          <a:solidFill>
            <a:srgbClr val="EDEDED"/>
          </a:solidFill>
          <a:ln>
            <a:solidFill>
              <a:srgbClr val="88888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PID/VOL</a:t>
            </a:r>
            <a:endParaRPr lang="en-US" sz="1000" dirty="0"/>
          </a:p>
        </p:txBody>
      </p:sp>
      <p:sp>
        <p:nvSpPr>
          <p:cNvPr id="918" name="Text 13">
            <a:extLst>
              <a:ext uri="{FF2B5EF4-FFF2-40B4-BE49-F238E27FC236}">
                <a16:creationId xmlns:a16="http://schemas.microsoft.com/office/drawing/2014/main" id="{1A6A9C14-B537-C3B4-8CB4-576064FB0DD9}"/>
              </a:ext>
            </a:extLst>
          </p:cNvPr>
          <p:cNvSpPr/>
          <p:nvPr/>
        </p:nvSpPr>
        <p:spPr>
          <a:xfrm>
            <a:off x="5824425" y="3630978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gain</a:t>
            </a:r>
            <a:endParaRPr lang="en-US" sz="1000" dirty="0"/>
          </a:p>
        </p:txBody>
      </p:sp>
      <p:sp>
        <p:nvSpPr>
          <p:cNvPr id="919" name="Text 14">
            <a:extLst>
              <a:ext uri="{FF2B5EF4-FFF2-40B4-BE49-F238E27FC236}">
                <a16:creationId xmlns:a16="http://schemas.microsoft.com/office/drawing/2014/main" id="{1EA33F5E-E7C2-A6A3-03D4-508DB1A570D9}"/>
              </a:ext>
            </a:extLst>
          </p:cNvPr>
          <p:cNvSpPr/>
          <p:nvPr/>
        </p:nvSpPr>
        <p:spPr>
          <a:xfrm>
            <a:off x="6449265" y="3630978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gain</a:t>
            </a:r>
            <a:endParaRPr lang="en-US" sz="1000" dirty="0"/>
          </a:p>
        </p:txBody>
      </p:sp>
      <p:sp>
        <p:nvSpPr>
          <p:cNvPr id="920" name="Text 15">
            <a:extLst>
              <a:ext uri="{FF2B5EF4-FFF2-40B4-BE49-F238E27FC236}">
                <a16:creationId xmlns:a16="http://schemas.microsoft.com/office/drawing/2014/main" id="{8C0B6E4D-E804-DA2E-E3CF-C067FB74BF5D}"/>
              </a:ext>
            </a:extLst>
          </p:cNvPr>
          <p:cNvSpPr/>
          <p:nvPr/>
        </p:nvSpPr>
        <p:spPr>
          <a:xfrm>
            <a:off x="7066485" y="3630978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</a:t>
            </a:r>
            <a:endParaRPr lang="en-US" sz="1000" dirty="0"/>
          </a:p>
        </p:txBody>
      </p:sp>
      <p:sp>
        <p:nvSpPr>
          <p:cNvPr id="921" name="Text 16">
            <a:extLst>
              <a:ext uri="{FF2B5EF4-FFF2-40B4-BE49-F238E27FC236}">
                <a16:creationId xmlns:a16="http://schemas.microsoft.com/office/drawing/2014/main" id="{80C8855F-8CDD-9289-A42A-8649BC545FCA}"/>
              </a:ext>
            </a:extLst>
          </p:cNvPr>
          <p:cNvSpPr/>
          <p:nvPr/>
        </p:nvSpPr>
        <p:spPr>
          <a:xfrm>
            <a:off x="5847285" y="3730038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922" name="Text 17">
            <a:extLst>
              <a:ext uri="{FF2B5EF4-FFF2-40B4-BE49-F238E27FC236}">
                <a16:creationId xmlns:a16="http://schemas.microsoft.com/office/drawing/2014/main" id="{98978A4B-699A-056F-0132-5F62DC81D425}"/>
              </a:ext>
            </a:extLst>
          </p:cNvPr>
          <p:cNvSpPr/>
          <p:nvPr/>
        </p:nvSpPr>
        <p:spPr>
          <a:xfrm>
            <a:off x="6464505" y="3730038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923" name="Text 18">
            <a:extLst>
              <a:ext uri="{FF2B5EF4-FFF2-40B4-BE49-F238E27FC236}">
                <a16:creationId xmlns:a16="http://schemas.microsoft.com/office/drawing/2014/main" id="{0089E04A-1527-8F7A-94DA-EB3625A123B5}"/>
              </a:ext>
            </a:extLst>
          </p:cNvPr>
          <p:cNvSpPr/>
          <p:nvPr/>
        </p:nvSpPr>
        <p:spPr>
          <a:xfrm>
            <a:off x="7059780" y="3730038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924" name="Text 19">
            <a:extLst>
              <a:ext uri="{FF2B5EF4-FFF2-40B4-BE49-F238E27FC236}">
                <a16:creationId xmlns:a16="http://schemas.microsoft.com/office/drawing/2014/main" id="{22C1ADF6-90DD-F5C5-EBEB-5019CD5FCEED}"/>
              </a:ext>
            </a:extLst>
          </p:cNvPr>
          <p:cNvSpPr/>
          <p:nvPr/>
        </p:nvSpPr>
        <p:spPr>
          <a:xfrm>
            <a:off x="7752894" y="2794684"/>
            <a:ext cx="1615745" cy="1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Signal : TC377</a:t>
            </a:r>
            <a:endParaRPr lang="en-US" sz="1000" dirty="0"/>
          </a:p>
        </p:txBody>
      </p:sp>
      <p:sp>
        <p:nvSpPr>
          <p:cNvPr id="925" name="Shape 20">
            <a:extLst>
              <a:ext uri="{FF2B5EF4-FFF2-40B4-BE49-F238E27FC236}">
                <a16:creationId xmlns:a16="http://schemas.microsoft.com/office/drawing/2014/main" id="{14E9F336-47FA-E089-E2FE-7F43BD539330}"/>
              </a:ext>
            </a:extLst>
          </p:cNvPr>
          <p:cNvSpPr/>
          <p:nvPr/>
        </p:nvSpPr>
        <p:spPr>
          <a:xfrm>
            <a:off x="7767525" y="2990898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6" name="Shape 21">
            <a:extLst>
              <a:ext uri="{FF2B5EF4-FFF2-40B4-BE49-F238E27FC236}">
                <a16:creationId xmlns:a16="http://schemas.microsoft.com/office/drawing/2014/main" id="{582C775F-118F-0223-37AF-55EC43C3C9E7}"/>
              </a:ext>
            </a:extLst>
          </p:cNvPr>
          <p:cNvSpPr/>
          <p:nvPr/>
        </p:nvSpPr>
        <p:spPr>
          <a:xfrm>
            <a:off x="7993585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27" name="Shape 22">
            <a:extLst>
              <a:ext uri="{FF2B5EF4-FFF2-40B4-BE49-F238E27FC236}">
                <a16:creationId xmlns:a16="http://schemas.microsoft.com/office/drawing/2014/main" id="{6CF76DB9-946A-93EC-0ED9-3E9DA992836F}"/>
              </a:ext>
            </a:extLst>
          </p:cNvPr>
          <p:cNvSpPr/>
          <p:nvPr/>
        </p:nvSpPr>
        <p:spPr>
          <a:xfrm>
            <a:off x="8219645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28" name="Shape 23">
            <a:extLst>
              <a:ext uri="{FF2B5EF4-FFF2-40B4-BE49-F238E27FC236}">
                <a16:creationId xmlns:a16="http://schemas.microsoft.com/office/drawing/2014/main" id="{7C4E5F49-7511-554C-BAFC-8768A519E7DB}"/>
              </a:ext>
            </a:extLst>
          </p:cNvPr>
          <p:cNvSpPr/>
          <p:nvPr/>
        </p:nvSpPr>
        <p:spPr>
          <a:xfrm>
            <a:off x="8445705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29" name="Shape 24">
            <a:extLst>
              <a:ext uri="{FF2B5EF4-FFF2-40B4-BE49-F238E27FC236}">
                <a16:creationId xmlns:a16="http://schemas.microsoft.com/office/drawing/2014/main" id="{2F259C00-65DF-9309-DBFF-E9B1EF7B186D}"/>
              </a:ext>
            </a:extLst>
          </p:cNvPr>
          <p:cNvSpPr/>
          <p:nvPr/>
        </p:nvSpPr>
        <p:spPr>
          <a:xfrm>
            <a:off x="8671765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30" name="Shape 25">
            <a:extLst>
              <a:ext uri="{FF2B5EF4-FFF2-40B4-BE49-F238E27FC236}">
                <a16:creationId xmlns:a16="http://schemas.microsoft.com/office/drawing/2014/main" id="{A82418CF-4213-4743-BE57-F881743843EF}"/>
              </a:ext>
            </a:extLst>
          </p:cNvPr>
          <p:cNvSpPr/>
          <p:nvPr/>
        </p:nvSpPr>
        <p:spPr>
          <a:xfrm>
            <a:off x="8897825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31" name="Shape 26">
            <a:extLst>
              <a:ext uri="{FF2B5EF4-FFF2-40B4-BE49-F238E27FC236}">
                <a16:creationId xmlns:a16="http://schemas.microsoft.com/office/drawing/2014/main" id="{4CADC12C-A8D7-29A7-4B6D-CE644201B30F}"/>
              </a:ext>
            </a:extLst>
          </p:cNvPr>
          <p:cNvSpPr/>
          <p:nvPr/>
        </p:nvSpPr>
        <p:spPr>
          <a:xfrm>
            <a:off x="7767525" y="3187113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32" name="Shape 27">
            <a:extLst>
              <a:ext uri="{FF2B5EF4-FFF2-40B4-BE49-F238E27FC236}">
                <a16:creationId xmlns:a16="http://schemas.microsoft.com/office/drawing/2014/main" id="{BF06B694-FB57-7EC4-ED01-63ABAEE50FE0}"/>
              </a:ext>
            </a:extLst>
          </p:cNvPr>
          <p:cNvSpPr/>
          <p:nvPr/>
        </p:nvSpPr>
        <p:spPr>
          <a:xfrm>
            <a:off x="7767525" y="3383328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33" name="Shape 28">
            <a:extLst>
              <a:ext uri="{FF2B5EF4-FFF2-40B4-BE49-F238E27FC236}">
                <a16:creationId xmlns:a16="http://schemas.microsoft.com/office/drawing/2014/main" id="{7A32F96F-6708-4342-D2F2-7D16490DF31C}"/>
              </a:ext>
            </a:extLst>
          </p:cNvPr>
          <p:cNvSpPr/>
          <p:nvPr/>
        </p:nvSpPr>
        <p:spPr>
          <a:xfrm>
            <a:off x="7767525" y="3579543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34" name="Shape 29">
            <a:extLst>
              <a:ext uri="{FF2B5EF4-FFF2-40B4-BE49-F238E27FC236}">
                <a16:creationId xmlns:a16="http://schemas.microsoft.com/office/drawing/2014/main" id="{9A67FCA0-2B77-D093-7564-38760757CD1D}"/>
              </a:ext>
            </a:extLst>
          </p:cNvPr>
          <p:cNvSpPr/>
          <p:nvPr/>
        </p:nvSpPr>
        <p:spPr>
          <a:xfrm>
            <a:off x="7767525" y="3089006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35" name="Shape 30">
            <a:extLst>
              <a:ext uri="{FF2B5EF4-FFF2-40B4-BE49-F238E27FC236}">
                <a16:creationId xmlns:a16="http://schemas.microsoft.com/office/drawing/2014/main" id="{672E88A5-B7C2-543D-0B6B-9A3CC9A0D730}"/>
              </a:ext>
            </a:extLst>
          </p:cNvPr>
          <p:cNvSpPr/>
          <p:nvPr/>
        </p:nvSpPr>
        <p:spPr>
          <a:xfrm>
            <a:off x="7767525" y="31871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36" name="Shape 31">
            <a:extLst>
              <a:ext uri="{FF2B5EF4-FFF2-40B4-BE49-F238E27FC236}">
                <a16:creationId xmlns:a16="http://schemas.microsoft.com/office/drawing/2014/main" id="{E0580973-08E0-4D35-C1BA-561E4D90CF16}"/>
              </a:ext>
            </a:extLst>
          </p:cNvPr>
          <p:cNvSpPr/>
          <p:nvPr/>
        </p:nvSpPr>
        <p:spPr>
          <a:xfrm>
            <a:off x="7767525" y="3285221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37" name="Shape 32">
            <a:extLst>
              <a:ext uri="{FF2B5EF4-FFF2-40B4-BE49-F238E27FC236}">
                <a16:creationId xmlns:a16="http://schemas.microsoft.com/office/drawing/2014/main" id="{E4E1FDDD-79F1-08C4-EC22-7A18AC49ACE4}"/>
              </a:ext>
            </a:extLst>
          </p:cNvPr>
          <p:cNvSpPr/>
          <p:nvPr/>
        </p:nvSpPr>
        <p:spPr>
          <a:xfrm>
            <a:off x="7767525" y="33833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38" name="Shape 33">
            <a:extLst>
              <a:ext uri="{FF2B5EF4-FFF2-40B4-BE49-F238E27FC236}">
                <a16:creationId xmlns:a16="http://schemas.microsoft.com/office/drawing/2014/main" id="{73B69B66-F6E9-CCD3-0BAE-9D8D247F7D2B}"/>
              </a:ext>
            </a:extLst>
          </p:cNvPr>
          <p:cNvSpPr/>
          <p:nvPr/>
        </p:nvSpPr>
        <p:spPr>
          <a:xfrm>
            <a:off x="7767525" y="3481436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39" name="Shape 34">
            <a:extLst>
              <a:ext uri="{FF2B5EF4-FFF2-40B4-BE49-F238E27FC236}">
                <a16:creationId xmlns:a16="http://schemas.microsoft.com/office/drawing/2014/main" id="{9DD2481C-49B7-90B4-2C76-78D8D9949651}"/>
              </a:ext>
            </a:extLst>
          </p:cNvPr>
          <p:cNvSpPr/>
          <p:nvPr/>
        </p:nvSpPr>
        <p:spPr>
          <a:xfrm>
            <a:off x="7767525" y="357954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40" name="Shape 35">
            <a:extLst>
              <a:ext uri="{FF2B5EF4-FFF2-40B4-BE49-F238E27FC236}">
                <a16:creationId xmlns:a16="http://schemas.microsoft.com/office/drawing/2014/main" id="{AFC1C169-F79A-5926-18AF-C11CE13E9A6A}"/>
              </a:ext>
            </a:extLst>
          </p:cNvPr>
          <p:cNvSpPr/>
          <p:nvPr/>
        </p:nvSpPr>
        <p:spPr>
          <a:xfrm>
            <a:off x="7767525" y="3677651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41" name="Shape 36">
            <a:extLst>
              <a:ext uri="{FF2B5EF4-FFF2-40B4-BE49-F238E27FC236}">
                <a16:creationId xmlns:a16="http://schemas.microsoft.com/office/drawing/2014/main" id="{8CF2B2E8-BFA7-0DAF-8CAD-EB4413568AB9}"/>
              </a:ext>
            </a:extLst>
          </p:cNvPr>
          <p:cNvSpPr/>
          <p:nvPr/>
        </p:nvSpPr>
        <p:spPr>
          <a:xfrm>
            <a:off x="7767525" y="3383328"/>
            <a:ext cx="135636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942" name="Text 37">
            <a:extLst>
              <a:ext uri="{FF2B5EF4-FFF2-40B4-BE49-F238E27FC236}">
                <a16:creationId xmlns:a16="http://schemas.microsoft.com/office/drawing/2014/main" id="{83CD3ADC-59A2-E467-2327-215BE1FE8BCB}"/>
              </a:ext>
            </a:extLst>
          </p:cNvPr>
          <p:cNvSpPr/>
          <p:nvPr/>
        </p:nvSpPr>
        <p:spPr>
          <a:xfrm>
            <a:off x="9520125" y="2854043"/>
            <a:ext cx="1356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Voltage : 0~5V</a:t>
            </a:r>
            <a:endParaRPr lang="en-US" sz="1000" dirty="0"/>
          </a:p>
        </p:txBody>
      </p:sp>
      <p:sp>
        <p:nvSpPr>
          <p:cNvPr id="943" name="Shape 38">
            <a:extLst>
              <a:ext uri="{FF2B5EF4-FFF2-40B4-BE49-F238E27FC236}">
                <a16:creationId xmlns:a16="http://schemas.microsoft.com/office/drawing/2014/main" id="{E876A3BD-FDC9-AC72-4993-A68EF5F70ECF}"/>
              </a:ext>
            </a:extLst>
          </p:cNvPr>
          <p:cNvSpPr/>
          <p:nvPr/>
        </p:nvSpPr>
        <p:spPr>
          <a:xfrm>
            <a:off x="9520125" y="2990898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4" name="Shape 39">
            <a:extLst>
              <a:ext uri="{FF2B5EF4-FFF2-40B4-BE49-F238E27FC236}">
                <a16:creationId xmlns:a16="http://schemas.microsoft.com/office/drawing/2014/main" id="{BE9C93A7-2E91-96F9-AC43-705ED436C06B}"/>
              </a:ext>
            </a:extLst>
          </p:cNvPr>
          <p:cNvSpPr/>
          <p:nvPr/>
        </p:nvSpPr>
        <p:spPr>
          <a:xfrm>
            <a:off x="9746185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45" name="Shape 40">
            <a:extLst>
              <a:ext uri="{FF2B5EF4-FFF2-40B4-BE49-F238E27FC236}">
                <a16:creationId xmlns:a16="http://schemas.microsoft.com/office/drawing/2014/main" id="{A1043F4E-D119-93B3-F677-9587B0F00C2A}"/>
              </a:ext>
            </a:extLst>
          </p:cNvPr>
          <p:cNvSpPr/>
          <p:nvPr/>
        </p:nvSpPr>
        <p:spPr>
          <a:xfrm>
            <a:off x="9972245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46" name="Shape 41">
            <a:extLst>
              <a:ext uri="{FF2B5EF4-FFF2-40B4-BE49-F238E27FC236}">
                <a16:creationId xmlns:a16="http://schemas.microsoft.com/office/drawing/2014/main" id="{484171F4-8E27-3336-8B25-F8D1762134CF}"/>
              </a:ext>
            </a:extLst>
          </p:cNvPr>
          <p:cNvSpPr/>
          <p:nvPr/>
        </p:nvSpPr>
        <p:spPr>
          <a:xfrm>
            <a:off x="10198305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47" name="Shape 42">
            <a:extLst>
              <a:ext uri="{FF2B5EF4-FFF2-40B4-BE49-F238E27FC236}">
                <a16:creationId xmlns:a16="http://schemas.microsoft.com/office/drawing/2014/main" id="{417D52EE-CA78-EB88-D136-9E853C6383C9}"/>
              </a:ext>
            </a:extLst>
          </p:cNvPr>
          <p:cNvSpPr/>
          <p:nvPr/>
        </p:nvSpPr>
        <p:spPr>
          <a:xfrm>
            <a:off x="10424365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48" name="Shape 43">
            <a:extLst>
              <a:ext uri="{FF2B5EF4-FFF2-40B4-BE49-F238E27FC236}">
                <a16:creationId xmlns:a16="http://schemas.microsoft.com/office/drawing/2014/main" id="{051E81F5-5ECF-3807-B0CC-3BA024C078AD}"/>
              </a:ext>
            </a:extLst>
          </p:cNvPr>
          <p:cNvSpPr/>
          <p:nvPr/>
        </p:nvSpPr>
        <p:spPr>
          <a:xfrm>
            <a:off x="10650425" y="2990898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49" name="Shape 44">
            <a:extLst>
              <a:ext uri="{FF2B5EF4-FFF2-40B4-BE49-F238E27FC236}">
                <a16:creationId xmlns:a16="http://schemas.microsoft.com/office/drawing/2014/main" id="{2E401951-E7D1-431C-2765-70F763B01D36}"/>
              </a:ext>
            </a:extLst>
          </p:cNvPr>
          <p:cNvSpPr/>
          <p:nvPr/>
        </p:nvSpPr>
        <p:spPr>
          <a:xfrm>
            <a:off x="9520125" y="3187113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50" name="Shape 45">
            <a:extLst>
              <a:ext uri="{FF2B5EF4-FFF2-40B4-BE49-F238E27FC236}">
                <a16:creationId xmlns:a16="http://schemas.microsoft.com/office/drawing/2014/main" id="{7C912D8D-55B5-F88D-3840-69539F5CB12B}"/>
              </a:ext>
            </a:extLst>
          </p:cNvPr>
          <p:cNvSpPr/>
          <p:nvPr/>
        </p:nvSpPr>
        <p:spPr>
          <a:xfrm>
            <a:off x="9520125" y="3383328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51" name="Shape 46">
            <a:extLst>
              <a:ext uri="{FF2B5EF4-FFF2-40B4-BE49-F238E27FC236}">
                <a16:creationId xmlns:a16="http://schemas.microsoft.com/office/drawing/2014/main" id="{5E71CA96-3497-FC94-ADEC-3259ECE42883}"/>
              </a:ext>
            </a:extLst>
          </p:cNvPr>
          <p:cNvSpPr/>
          <p:nvPr/>
        </p:nvSpPr>
        <p:spPr>
          <a:xfrm>
            <a:off x="9520125" y="3579543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52" name="Shape 47">
            <a:extLst>
              <a:ext uri="{FF2B5EF4-FFF2-40B4-BE49-F238E27FC236}">
                <a16:creationId xmlns:a16="http://schemas.microsoft.com/office/drawing/2014/main" id="{812E0F0C-F3FE-21D1-8C2C-175056C98505}"/>
              </a:ext>
            </a:extLst>
          </p:cNvPr>
          <p:cNvSpPr/>
          <p:nvPr/>
        </p:nvSpPr>
        <p:spPr>
          <a:xfrm>
            <a:off x="9520125" y="3089006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53" name="Shape 48">
            <a:extLst>
              <a:ext uri="{FF2B5EF4-FFF2-40B4-BE49-F238E27FC236}">
                <a16:creationId xmlns:a16="http://schemas.microsoft.com/office/drawing/2014/main" id="{7E08AAB8-F742-DA80-FA34-6E670AC4192F}"/>
              </a:ext>
            </a:extLst>
          </p:cNvPr>
          <p:cNvSpPr/>
          <p:nvPr/>
        </p:nvSpPr>
        <p:spPr>
          <a:xfrm>
            <a:off x="9520125" y="31871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54" name="Shape 49">
            <a:extLst>
              <a:ext uri="{FF2B5EF4-FFF2-40B4-BE49-F238E27FC236}">
                <a16:creationId xmlns:a16="http://schemas.microsoft.com/office/drawing/2014/main" id="{A7F7BBAB-43AA-CD42-F304-B97EEB90D3A2}"/>
              </a:ext>
            </a:extLst>
          </p:cNvPr>
          <p:cNvSpPr/>
          <p:nvPr/>
        </p:nvSpPr>
        <p:spPr>
          <a:xfrm>
            <a:off x="9520125" y="3285221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55" name="Shape 50">
            <a:extLst>
              <a:ext uri="{FF2B5EF4-FFF2-40B4-BE49-F238E27FC236}">
                <a16:creationId xmlns:a16="http://schemas.microsoft.com/office/drawing/2014/main" id="{6D6D0DB2-13B8-CBB0-4FFC-B71F1E725BE8}"/>
              </a:ext>
            </a:extLst>
          </p:cNvPr>
          <p:cNvSpPr/>
          <p:nvPr/>
        </p:nvSpPr>
        <p:spPr>
          <a:xfrm>
            <a:off x="9520125" y="33833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56" name="Shape 51">
            <a:extLst>
              <a:ext uri="{FF2B5EF4-FFF2-40B4-BE49-F238E27FC236}">
                <a16:creationId xmlns:a16="http://schemas.microsoft.com/office/drawing/2014/main" id="{B55C5BFD-2225-5F51-6502-3529560D4797}"/>
              </a:ext>
            </a:extLst>
          </p:cNvPr>
          <p:cNvSpPr/>
          <p:nvPr/>
        </p:nvSpPr>
        <p:spPr>
          <a:xfrm>
            <a:off x="9520125" y="3481436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57" name="Shape 52">
            <a:extLst>
              <a:ext uri="{FF2B5EF4-FFF2-40B4-BE49-F238E27FC236}">
                <a16:creationId xmlns:a16="http://schemas.microsoft.com/office/drawing/2014/main" id="{2D4DE312-D9A1-61E3-E2D2-BA40AAD2A6DE}"/>
              </a:ext>
            </a:extLst>
          </p:cNvPr>
          <p:cNvSpPr/>
          <p:nvPr/>
        </p:nvSpPr>
        <p:spPr>
          <a:xfrm>
            <a:off x="9520125" y="357954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58" name="Shape 53">
            <a:extLst>
              <a:ext uri="{FF2B5EF4-FFF2-40B4-BE49-F238E27FC236}">
                <a16:creationId xmlns:a16="http://schemas.microsoft.com/office/drawing/2014/main" id="{2776A192-1F29-FBD6-8097-9C91BE99FD98}"/>
              </a:ext>
            </a:extLst>
          </p:cNvPr>
          <p:cNvSpPr/>
          <p:nvPr/>
        </p:nvSpPr>
        <p:spPr>
          <a:xfrm>
            <a:off x="9520125" y="3677651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59" name="Shape 54">
            <a:extLst>
              <a:ext uri="{FF2B5EF4-FFF2-40B4-BE49-F238E27FC236}">
                <a16:creationId xmlns:a16="http://schemas.microsoft.com/office/drawing/2014/main" id="{054C91FE-555A-8F94-E8ED-0AEA9DE503AF}"/>
              </a:ext>
            </a:extLst>
          </p:cNvPr>
          <p:cNvSpPr/>
          <p:nvPr/>
        </p:nvSpPr>
        <p:spPr>
          <a:xfrm>
            <a:off x="9520125" y="3383328"/>
            <a:ext cx="135636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960" name="Text 5">
            <a:extLst>
              <a:ext uri="{FF2B5EF4-FFF2-40B4-BE49-F238E27FC236}">
                <a16:creationId xmlns:a16="http://schemas.microsoft.com/office/drawing/2014/main" id="{45311AE4-3452-C60B-0ECD-C5EE77A0FCC6}"/>
              </a:ext>
            </a:extLst>
          </p:cNvPr>
          <p:cNvSpPr/>
          <p:nvPr/>
        </p:nvSpPr>
        <p:spPr>
          <a:xfrm>
            <a:off x="5824425" y="4191505"/>
            <a:ext cx="10287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Spare 1   PI#9</a:t>
            </a:r>
            <a:endParaRPr lang="en-US" sz="1000" dirty="0"/>
          </a:p>
        </p:txBody>
      </p:sp>
      <p:sp>
        <p:nvSpPr>
          <p:cNvPr id="961" name="Text 6">
            <a:extLst>
              <a:ext uri="{FF2B5EF4-FFF2-40B4-BE49-F238E27FC236}">
                <a16:creationId xmlns:a16="http://schemas.microsoft.com/office/drawing/2014/main" id="{A2796353-A383-0E8C-2DAA-00F1E3D98100}"/>
              </a:ext>
            </a:extLst>
          </p:cNvPr>
          <p:cNvSpPr/>
          <p:nvPr/>
        </p:nvSpPr>
        <p:spPr>
          <a:xfrm>
            <a:off x="7124700" y="4130545"/>
            <a:ext cx="342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962" name="Text 7">
            <a:extLst>
              <a:ext uri="{FF2B5EF4-FFF2-40B4-BE49-F238E27FC236}">
                <a16:creationId xmlns:a16="http://schemas.microsoft.com/office/drawing/2014/main" id="{4A4F6E21-DD00-3AC4-AACB-977F58F107A2}"/>
              </a:ext>
            </a:extLst>
          </p:cNvPr>
          <p:cNvSpPr/>
          <p:nvPr/>
        </p:nvSpPr>
        <p:spPr>
          <a:xfrm>
            <a:off x="7119825" y="422960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5.000</a:t>
            </a:r>
            <a:endParaRPr lang="en-US" sz="1000" dirty="0"/>
          </a:p>
        </p:txBody>
      </p:sp>
      <p:sp>
        <p:nvSpPr>
          <p:cNvPr id="963" name="Text 8">
            <a:extLst>
              <a:ext uri="{FF2B5EF4-FFF2-40B4-BE49-F238E27FC236}">
                <a16:creationId xmlns:a16="http://schemas.microsoft.com/office/drawing/2014/main" id="{BA381BD9-6434-AC8A-0E43-0DFD9417C1CD}"/>
              </a:ext>
            </a:extLst>
          </p:cNvPr>
          <p:cNvSpPr/>
          <p:nvPr/>
        </p:nvSpPr>
        <p:spPr>
          <a:xfrm>
            <a:off x="6396840" y="4519165"/>
            <a:ext cx="563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1000" dirty="0"/>
          </a:p>
        </p:txBody>
      </p:sp>
      <p:sp>
        <p:nvSpPr>
          <p:cNvPr id="964" name="Text 9">
            <a:extLst>
              <a:ext uri="{FF2B5EF4-FFF2-40B4-BE49-F238E27FC236}">
                <a16:creationId xmlns:a16="http://schemas.microsoft.com/office/drawing/2014/main" id="{BE4167DF-15F8-9165-D8C3-14AC4FDC45FA}"/>
              </a:ext>
            </a:extLst>
          </p:cNvPr>
          <p:cNvSpPr/>
          <p:nvPr/>
        </p:nvSpPr>
        <p:spPr>
          <a:xfrm>
            <a:off x="6439510" y="461822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965" name="Text 10">
            <a:extLst>
              <a:ext uri="{FF2B5EF4-FFF2-40B4-BE49-F238E27FC236}">
                <a16:creationId xmlns:a16="http://schemas.microsoft.com/office/drawing/2014/main" id="{17407E09-A5FE-B963-54A1-D9BC58816F15}"/>
              </a:ext>
            </a:extLst>
          </p:cNvPr>
          <p:cNvSpPr/>
          <p:nvPr/>
        </p:nvSpPr>
        <p:spPr>
          <a:xfrm>
            <a:off x="6945480" y="4497220"/>
            <a:ext cx="697990" cy="14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000" dirty="0"/>
          </a:p>
        </p:txBody>
      </p:sp>
      <p:sp>
        <p:nvSpPr>
          <p:cNvPr id="966" name="Text 11">
            <a:extLst>
              <a:ext uri="{FF2B5EF4-FFF2-40B4-BE49-F238E27FC236}">
                <a16:creationId xmlns:a16="http://schemas.microsoft.com/office/drawing/2014/main" id="{98729F41-9B12-CC3A-400B-F775A33FFCEA}"/>
              </a:ext>
            </a:extLst>
          </p:cNvPr>
          <p:cNvSpPr/>
          <p:nvPr/>
        </p:nvSpPr>
        <p:spPr>
          <a:xfrm>
            <a:off x="7048500" y="461822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967" name="Text 12">
            <a:extLst>
              <a:ext uri="{FF2B5EF4-FFF2-40B4-BE49-F238E27FC236}">
                <a16:creationId xmlns:a16="http://schemas.microsoft.com/office/drawing/2014/main" id="{3120A739-5F96-44A6-6A48-BF8E6EA3D1EC}"/>
              </a:ext>
            </a:extLst>
          </p:cNvPr>
          <p:cNvSpPr/>
          <p:nvPr/>
        </p:nvSpPr>
        <p:spPr>
          <a:xfrm>
            <a:off x="5794249" y="4511545"/>
            <a:ext cx="563879" cy="167640"/>
          </a:xfrm>
          <a:prstGeom prst="rect">
            <a:avLst/>
          </a:prstGeom>
          <a:solidFill>
            <a:srgbClr val="EDEDED"/>
          </a:solidFill>
          <a:ln>
            <a:solidFill>
              <a:srgbClr val="88888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PID/VOL</a:t>
            </a:r>
            <a:endParaRPr lang="en-US" sz="1000" dirty="0"/>
          </a:p>
        </p:txBody>
      </p:sp>
      <p:sp>
        <p:nvSpPr>
          <p:cNvPr id="968" name="Text 13">
            <a:extLst>
              <a:ext uri="{FF2B5EF4-FFF2-40B4-BE49-F238E27FC236}">
                <a16:creationId xmlns:a16="http://schemas.microsoft.com/office/drawing/2014/main" id="{7CFE6FAE-0E95-D4AA-0704-3D8F1058BAF1}"/>
              </a:ext>
            </a:extLst>
          </p:cNvPr>
          <p:cNvSpPr/>
          <p:nvPr/>
        </p:nvSpPr>
        <p:spPr>
          <a:xfrm>
            <a:off x="5824425" y="480872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gain</a:t>
            </a:r>
            <a:endParaRPr lang="en-US" sz="1000" dirty="0"/>
          </a:p>
        </p:txBody>
      </p:sp>
      <p:sp>
        <p:nvSpPr>
          <p:cNvPr id="969" name="Text 14">
            <a:extLst>
              <a:ext uri="{FF2B5EF4-FFF2-40B4-BE49-F238E27FC236}">
                <a16:creationId xmlns:a16="http://schemas.microsoft.com/office/drawing/2014/main" id="{F08A0F6E-35C2-6DAE-CF96-8F40B6C2783F}"/>
              </a:ext>
            </a:extLst>
          </p:cNvPr>
          <p:cNvSpPr/>
          <p:nvPr/>
        </p:nvSpPr>
        <p:spPr>
          <a:xfrm>
            <a:off x="6449265" y="480872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gain</a:t>
            </a:r>
            <a:endParaRPr lang="en-US" sz="1000" dirty="0"/>
          </a:p>
        </p:txBody>
      </p:sp>
      <p:sp>
        <p:nvSpPr>
          <p:cNvPr id="970" name="Text 15">
            <a:extLst>
              <a:ext uri="{FF2B5EF4-FFF2-40B4-BE49-F238E27FC236}">
                <a16:creationId xmlns:a16="http://schemas.microsoft.com/office/drawing/2014/main" id="{679F46A9-204A-0E2A-551B-E1D09001A4D0}"/>
              </a:ext>
            </a:extLst>
          </p:cNvPr>
          <p:cNvSpPr/>
          <p:nvPr/>
        </p:nvSpPr>
        <p:spPr>
          <a:xfrm>
            <a:off x="7066485" y="480872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</a:t>
            </a:r>
            <a:endParaRPr lang="en-US" sz="1000" dirty="0"/>
          </a:p>
        </p:txBody>
      </p:sp>
      <p:sp>
        <p:nvSpPr>
          <p:cNvPr id="971" name="Text 16">
            <a:extLst>
              <a:ext uri="{FF2B5EF4-FFF2-40B4-BE49-F238E27FC236}">
                <a16:creationId xmlns:a16="http://schemas.microsoft.com/office/drawing/2014/main" id="{EECB2041-9D1B-E7E9-6028-852F39AEA770}"/>
              </a:ext>
            </a:extLst>
          </p:cNvPr>
          <p:cNvSpPr/>
          <p:nvPr/>
        </p:nvSpPr>
        <p:spPr>
          <a:xfrm>
            <a:off x="5847285" y="490778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972" name="Text 17">
            <a:extLst>
              <a:ext uri="{FF2B5EF4-FFF2-40B4-BE49-F238E27FC236}">
                <a16:creationId xmlns:a16="http://schemas.microsoft.com/office/drawing/2014/main" id="{336B746C-C5D8-2425-B71A-958AE2B55E05}"/>
              </a:ext>
            </a:extLst>
          </p:cNvPr>
          <p:cNvSpPr/>
          <p:nvPr/>
        </p:nvSpPr>
        <p:spPr>
          <a:xfrm>
            <a:off x="6464505" y="490778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973" name="Text 18">
            <a:extLst>
              <a:ext uri="{FF2B5EF4-FFF2-40B4-BE49-F238E27FC236}">
                <a16:creationId xmlns:a16="http://schemas.microsoft.com/office/drawing/2014/main" id="{172FE294-8343-0E4F-981F-135DC0B8F7A0}"/>
              </a:ext>
            </a:extLst>
          </p:cNvPr>
          <p:cNvSpPr/>
          <p:nvPr/>
        </p:nvSpPr>
        <p:spPr>
          <a:xfrm>
            <a:off x="7059780" y="490778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974" name="Text 19">
            <a:extLst>
              <a:ext uri="{FF2B5EF4-FFF2-40B4-BE49-F238E27FC236}">
                <a16:creationId xmlns:a16="http://schemas.microsoft.com/office/drawing/2014/main" id="{83BF4644-0A35-B52F-BB89-A0F0CACE7B39}"/>
              </a:ext>
            </a:extLst>
          </p:cNvPr>
          <p:cNvSpPr/>
          <p:nvPr/>
        </p:nvSpPr>
        <p:spPr>
          <a:xfrm>
            <a:off x="7752894" y="3972431"/>
            <a:ext cx="1615745" cy="1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Signal : </a:t>
            </a:r>
            <a:endParaRPr lang="en-US" sz="1000" dirty="0"/>
          </a:p>
        </p:txBody>
      </p:sp>
      <p:sp>
        <p:nvSpPr>
          <p:cNvPr id="975" name="Shape 20">
            <a:extLst>
              <a:ext uri="{FF2B5EF4-FFF2-40B4-BE49-F238E27FC236}">
                <a16:creationId xmlns:a16="http://schemas.microsoft.com/office/drawing/2014/main" id="{18BFF36C-C7EE-922B-A7F3-CFA369102544}"/>
              </a:ext>
            </a:extLst>
          </p:cNvPr>
          <p:cNvSpPr/>
          <p:nvPr/>
        </p:nvSpPr>
        <p:spPr>
          <a:xfrm>
            <a:off x="7767525" y="416864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6" name="Shape 21">
            <a:extLst>
              <a:ext uri="{FF2B5EF4-FFF2-40B4-BE49-F238E27FC236}">
                <a16:creationId xmlns:a16="http://schemas.microsoft.com/office/drawing/2014/main" id="{2CE96EF2-3FDF-1F4D-C327-DB6116E87606}"/>
              </a:ext>
            </a:extLst>
          </p:cNvPr>
          <p:cNvSpPr/>
          <p:nvPr/>
        </p:nvSpPr>
        <p:spPr>
          <a:xfrm>
            <a:off x="7993585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77" name="Shape 22">
            <a:extLst>
              <a:ext uri="{FF2B5EF4-FFF2-40B4-BE49-F238E27FC236}">
                <a16:creationId xmlns:a16="http://schemas.microsoft.com/office/drawing/2014/main" id="{6FE8D8C6-4F12-D69A-BDFA-3615BAA94526}"/>
              </a:ext>
            </a:extLst>
          </p:cNvPr>
          <p:cNvSpPr/>
          <p:nvPr/>
        </p:nvSpPr>
        <p:spPr>
          <a:xfrm>
            <a:off x="8219645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78" name="Shape 23">
            <a:extLst>
              <a:ext uri="{FF2B5EF4-FFF2-40B4-BE49-F238E27FC236}">
                <a16:creationId xmlns:a16="http://schemas.microsoft.com/office/drawing/2014/main" id="{AC91B1BC-C675-FD18-E8B4-11DA9F7A0AFE}"/>
              </a:ext>
            </a:extLst>
          </p:cNvPr>
          <p:cNvSpPr/>
          <p:nvPr/>
        </p:nvSpPr>
        <p:spPr>
          <a:xfrm>
            <a:off x="8445705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79" name="Shape 24">
            <a:extLst>
              <a:ext uri="{FF2B5EF4-FFF2-40B4-BE49-F238E27FC236}">
                <a16:creationId xmlns:a16="http://schemas.microsoft.com/office/drawing/2014/main" id="{292ABD6E-70DC-50EA-C2A9-11E197ADCE67}"/>
              </a:ext>
            </a:extLst>
          </p:cNvPr>
          <p:cNvSpPr/>
          <p:nvPr/>
        </p:nvSpPr>
        <p:spPr>
          <a:xfrm>
            <a:off x="8671765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80" name="Shape 25">
            <a:extLst>
              <a:ext uri="{FF2B5EF4-FFF2-40B4-BE49-F238E27FC236}">
                <a16:creationId xmlns:a16="http://schemas.microsoft.com/office/drawing/2014/main" id="{07CED91C-F716-D972-F99C-168DC5141B67}"/>
              </a:ext>
            </a:extLst>
          </p:cNvPr>
          <p:cNvSpPr/>
          <p:nvPr/>
        </p:nvSpPr>
        <p:spPr>
          <a:xfrm>
            <a:off x="8897825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81" name="Shape 26">
            <a:extLst>
              <a:ext uri="{FF2B5EF4-FFF2-40B4-BE49-F238E27FC236}">
                <a16:creationId xmlns:a16="http://schemas.microsoft.com/office/drawing/2014/main" id="{C3739DE3-AA6A-D7B3-779A-47F68C23DB62}"/>
              </a:ext>
            </a:extLst>
          </p:cNvPr>
          <p:cNvSpPr/>
          <p:nvPr/>
        </p:nvSpPr>
        <p:spPr>
          <a:xfrm>
            <a:off x="7767525" y="436486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82" name="Shape 27">
            <a:extLst>
              <a:ext uri="{FF2B5EF4-FFF2-40B4-BE49-F238E27FC236}">
                <a16:creationId xmlns:a16="http://schemas.microsoft.com/office/drawing/2014/main" id="{451E8820-CE40-F6D3-A357-E68832F3234B}"/>
              </a:ext>
            </a:extLst>
          </p:cNvPr>
          <p:cNvSpPr/>
          <p:nvPr/>
        </p:nvSpPr>
        <p:spPr>
          <a:xfrm>
            <a:off x="7767525" y="456107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83" name="Shape 28">
            <a:extLst>
              <a:ext uri="{FF2B5EF4-FFF2-40B4-BE49-F238E27FC236}">
                <a16:creationId xmlns:a16="http://schemas.microsoft.com/office/drawing/2014/main" id="{87DB24E6-1794-8873-89EE-69274BB8C603}"/>
              </a:ext>
            </a:extLst>
          </p:cNvPr>
          <p:cNvSpPr/>
          <p:nvPr/>
        </p:nvSpPr>
        <p:spPr>
          <a:xfrm>
            <a:off x="7767525" y="47572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84" name="Shape 29">
            <a:extLst>
              <a:ext uri="{FF2B5EF4-FFF2-40B4-BE49-F238E27FC236}">
                <a16:creationId xmlns:a16="http://schemas.microsoft.com/office/drawing/2014/main" id="{BA88921B-3F47-B8F6-5B81-6267FC860D75}"/>
              </a:ext>
            </a:extLst>
          </p:cNvPr>
          <p:cNvSpPr/>
          <p:nvPr/>
        </p:nvSpPr>
        <p:spPr>
          <a:xfrm>
            <a:off x="7767525" y="426675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85" name="Shape 30">
            <a:extLst>
              <a:ext uri="{FF2B5EF4-FFF2-40B4-BE49-F238E27FC236}">
                <a16:creationId xmlns:a16="http://schemas.microsoft.com/office/drawing/2014/main" id="{9DFFAC1A-40FD-A0E1-A6A7-51408A6FF5E6}"/>
              </a:ext>
            </a:extLst>
          </p:cNvPr>
          <p:cNvSpPr/>
          <p:nvPr/>
        </p:nvSpPr>
        <p:spPr>
          <a:xfrm>
            <a:off x="7767525" y="436486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86" name="Shape 31">
            <a:extLst>
              <a:ext uri="{FF2B5EF4-FFF2-40B4-BE49-F238E27FC236}">
                <a16:creationId xmlns:a16="http://schemas.microsoft.com/office/drawing/2014/main" id="{4CD4BED8-57D6-1CE6-BCEA-66D1D2606CD9}"/>
              </a:ext>
            </a:extLst>
          </p:cNvPr>
          <p:cNvSpPr/>
          <p:nvPr/>
        </p:nvSpPr>
        <p:spPr>
          <a:xfrm>
            <a:off x="7767525" y="446296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87" name="Shape 32">
            <a:extLst>
              <a:ext uri="{FF2B5EF4-FFF2-40B4-BE49-F238E27FC236}">
                <a16:creationId xmlns:a16="http://schemas.microsoft.com/office/drawing/2014/main" id="{383C3299-155B-518C-18BA-4CB0FFB153B8}"/>
              </a:ext>
            </a:extLst>
          </p:cNvPr>
          <p:cNvSpPr/>
          <p:nvPr/>
        </p:nvSpPr>
        <p:spPr>
          <a:xfrm>
            <a:off x="7767525" y="456107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88" name="Shape 33">
            <a:extLst>
              <a:ext uri="{FF2B5EF4-FFF2-40B4-BE49-F238E27FC236}">
                <a16:creationId xmlns:a16="http://schemas.microsoft.com/office/drawing/2014/main" id="{86126071-9C3F-667F-D189-443125B032EE}"/>
              </a:ext>
            </a:extLst>
          </p:cNvPr>
          <p:cNvSpPr/>
          <p:nvPr/>
        </p:nvSpPr>
        <p:spPr>
          <a:xfrm>
            <a:off x="7767525" y="46591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89" name="Shape 34">
            <a:extLst>
              <a:ext uri="{FF2B5EF4-FFF2-40B4-BE49-F238E27FC236}">
                <a16:creationId xmlns:a16="http://schemas.microsoft.com/office/drawing/2014/main" id="{C2B82407-36FD-53ED-F6FF-CE058DEF88FF}"/>
              </a:ext>
            </a:extLst>
          </p:cNvPr>
          <p:cNvSpPr/>
          <p:nvPr/>
        </p:nvSpPr>
        <p:spPr>
          <a:xfrm>
            <a:off x="7767525" y="47572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90" name="Shape 35">
            <a:extLst>
              <a:ext uri="{FF2B5EF4-FFF2-40B4-BE49-F238E27FC236}">
                <a16:creationId xmlns:a16="http://schemas.microsoft.com/office/drawing/2014/main" id="{2F7CED19-95CF-FD1C-DA64-18A4C9F5C88B}"/>
              </a:ext>
            </a:extLst>
          </p:cNvPr>
          <p:cNvSpPr/>
          <p:nvPr/>
        </p:nvSpPr>
        <p:spPr>
          <a:xfrm>
            <a:off x="7767525" y="48553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91" name="Shape 36">
            <a:extLst>
              <a:ext uri="{FF2B5EF4-FFF2-40B4-BE49-F238E27FC236}">
                <a16:creationId xmlns:a16="http://schemas.microsoft.com/office/drawing/2014/main" id="{454CBD3B-4E0B-3B12-EBE7-3D7CE00C6248}"/>
              </a:ext>
            </a:extLst>
          </p:cNvPr>
          <p:cNvSpPr/>
          <p:nvPr/>
        </p:nvSpPr>
        <p:spPr>
          <a:xfrm>
            <a:off x="7767525" y="4561075"/>
            <a:ext cx="135636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992" name="Text 37">
            <a:extLst>
              <a:ext uri="{FF2B5EF4-FFF2-40B4-BE49-F238E27FC236}">
                <a16:creationId xmlns:a16="http://schemas.microsoft.com/office/drawing/2014/main" id="{47B91CE5-73FF-A89D-A1D9-163BAD62CA69}"/>
              </a:ext>
            </a:extLst>
          </p:cNvPr>
          <p:cNvSpPr/>
          <p:nvPr/>
        </p:nvSpPr>
        <p:spPr>
          <a:xfrm>
            <a:off x="9520125" y="4031790"/>
            <a:ext cx="1356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Voltage : 0~5V</a:t>
            </a:r>
            <a:endParaRPr lang="en-US" sz="1000" dirty="0"/>
          </a:p>
        </p:txBody>
      </p:sp>
      <p:sp>
        <p:nvSpPr>
          <p:cNvPr id="993" name="Shape 38">
            <a:extLst>
              <a:ext uri="{FF2B5EF4-FFF2-40B4-BE49-F238E27FC236}">
                <a16:creationId xmlns:a16="http://schemas.microsoft.com/office/drawing/2014/main" id="{F87F4DD1-16A3-BA76-55A5-A83F19A95F84}"/>
              </a:ext>
            </a:extLst>
          </p:cNvPr>
          <p:cNvSpPr/>
          <p:nvPr/>
        </p:nvSpPr>
        <p:spPr>
          <a:xfrm>
            <a:off x="9520125" y="416864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4" name="Shape 39">
            <a:extLst>
              <a:ext uri="{FF2B5EF4-FFF2-40B4-BE49-F238E27FC236}">
                <a16:creationId xmlns:a16="http://schemas.microsoft.com/office/drawing/2014/main" id="{01A2F2E0-DD73-2B20-D77E-DDC44145770C}"/>
              </a:ext>
            </a:extLst>
          </p:cNvPr>
          <p:cNvSpPr/>
          <p:nvPr/>
        </p:nvSpPr>
        <p:spPr>
          <a:xfrm>
            <a:off x="9746185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95" name="Shape 40">
            <a:extLst>
              <a:ext uri="{FF2B5EF4-FFF2-40B4-BE49-F238E27FC236}">
                <a16:creationId xmlns:a16="http://schemas.microsoft.com/office/drawing/2014/main" id="{D3CA4366-72CF-F86A-0BAD-A07E439488BB}"/>
              </a:ext>
            </a:extLst>
          </p:cNvPr>
          <p:cNvSpPr/>
          <p:nvPr/>
        </p:nvSpPr>
        <p:spPr>
          <a:xfrm>
            <a:off x="9972245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96" name="Shape 41">
            <a:extLst>
              <a:ext uri="{FF2B5EF4-FFF2-40B4-BE49-F238E27FC236}">
                <a16:creationId xmlns:a16="http://schemas.microsoft.com/office/drawing/2014/main" id="{F404D543-BFC8-805C-77C5-9379CF5D7D17}"/>
              </a:ext>
            </a:extLst>
          </p:cNvPr>
          <p:cNvSpPr/>
          <p:nvPr/>
        </p:nvSpPr>
        <p:spPr>
          <a:xfrm>
            <a:off x="10198305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97" name="Shape 42">
            <a:extLst>
              <a:ext uri="{FF2B5EF4-FFF2-40B4-BE49-F238E27FC236}">
                <a16:creationId xmlns:a16="http://schemas.microsoft.com/office/drawing/2014/main" id="{CE7E600C-92FB-2E07-F72C-2502162D1974}"/>
              </a:ext>
            </a:extLst>
          </p:cNvPr>
          <p:cNvSpPr/>
          <p:nvPr/>
        </p:nvSpPr>
        <p:spPr>
          <a:xfrm>
            <a:off x="10424365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98" name="Shape 43">
            <a:extLst>
              <a:ext uri="{FF2B5EF4-FFF2-40B4-BE49-F238E27FC236}">
                <a16:creationId xmlns:a16="http://schemas.microsoft.com/office/drawing/2014/main" id="{EC646EFF-DDAF-F709-C1F7-A5ABF93BD7AC}"/>
              </a:ext>
            </a:extLst>
          </p:cNvPr>
          <p:cNvSpPr/>
          <p:nvPr/>
        </p:nvSpPr>
        <p:spPr>
          <a:xfrm>
            <a:off x="10650425" y="416864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99" name="Shape 44">
            <a:extLst>
              <a:ext uri="{FF2B5EF4-FFF2-40B4-BE49-F238E27FC236}">
                <a16:creationId xmlns:a16="http://schemas.microsoft.com/office/drawing/2014/main" id="{8822D34D-CF16-559B-51BB-3CDE6FD531DA}"/>
              </a:ext>
            </a:extLst>
          </p:cNvPr>
          <p:cNvSpPr/>
          <p:nvPr/>
        </p:nvSpPr>
        <p:spPr>
          <a:xfrm>
            <a:off x="9520125" y="436486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00" name="Shape 45">
            <a:extLst>
              <a:ext uri="{FF2B5EF4-FFF2-40B4-BE49-F238E27FC236}">
                <a16:creationId xmlns:a16="http://schemas.microsoft.com/office/drawing/2014/main" id="{778DCC1E-5975-4607-FBA0-E2B4FB3ED059}"/>
              </a:ext>
            </a:extLst>
          </p:cNvPr>
          <p:cNvSpPr/>
          <p:nvPr/>
        </p:nvSpPr>
        <p:spPr>
          <a:xfrm>
            <a:off x="9520125" y="456107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01" name="Shape 46">
            <a:extLst>
              <a:ext uri="{FF2B5EF4-FFF2-40B4-BE49-F238E27FC236}">
                <a16:creationId xmlns:a16="http://schemas.microsoft.com/office/drawing/2014/main" id="{E85CD4BD-61C1-A1D2-BFA0-B95F40514EE3}"/>
              </a:ext>
            </a:extLst>
          </p:cNvPr>
          <p:cNvSpPr/>
          <p:nvPr/>
        </p:nvSpPr>
        <p:spPr>
          <a:xfrm>
            <a:off x="9520125" y="47572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02" name="Shape 47">
            <a:extLst>
              <a:ext uri="{FF2B5EF4-FFF2-40B4-BE49-F238E27FC236}">
                <a16:creationId xmlns:a16="http://schemas.microsoft.com/office/drawing/2014/main" id="{4DB26B05-00A2-E93E-CB0F-802D72948304}"/>
              </a:ext>
            </a:extLst>
          </p:cNvPr>
          <p:cNvSpPr/>
          <p:nvPr/>
        </p:nvSpPr>
        <p:spPr>
          <a:xfrm>
            <a:off x="9520125" y="426675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03" name="Shape 48">
            <a:extLst>
              <a:ext uri="{FF2B5EF4-FFF2-40B4-BE49-F238E27FC236}">
                <a16:creationId xmlns:a16="http://schemas.microsoft.com/office/drawing/2014/main" id="{92EA6581-A005-F9FE-6350-95A776D184C8}"/>
              </a:ext>
            </a:extLst>
          </p:cNvPr>
          <p:cNvSpPr/>
          <p:nvPr/>
        </p:nvSpPr>
        <p:spPr>
          <a:xfrm>
            <a:off x="9520125" y="436486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04" name="Shape 49">
            <a:extLst>
              <a:ext uri="{FF2B5EF4-FFF2-40B4-BE49-F238E27FC236}">
                <a16:creationId xmlns:a16="http://schemas.microsoft.com/office/drawing/2014/main" id="{D1C5B48A-91E9-00EB-FBAD-1F8B7C88B241}"/>
              </a:ext>
            </a:extLst>
          </p:cNvPr>
          <p:cNvSpPr/>
          <p:nvPr/>
        </p:nvSpPr>
        <p:spPr>
          <a:xfrm>
            <a:off x="9520125" y="446296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05" name="Shape 50">
            <a:extLst>
              <a:ext uri="{FF2B5EF4-FFF2-40B4-BE49-F238E27FC236}">
                <a16:creationId xmlns:a16="http://schemas.microsoft.com/office/drawing/2014/main" id="{F65D0734-80B3-FFEC-046A-4381760A4AF0}"/>
              </a:ext>
            </a:extLst>
          </p:cNvPr>
          <p:cNvSpPr/>
          <p:nvPr/>
        </p:nvSpPr>
        <p:spPr>
          <a:xfrm>
            <a:off x="9520125" y="456107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06" name="Shape 51">
            <a:extLst>
              <a:ext uri="{FF2B5EF4-FFF2-40B4-BE49-F238E27FC236}">
                <a16:creationId xmlns:a16="http://schemas.microsoft.com/office/drawing/2014/main" id="{D3F8AAE4-E0D5-D177-A021-B53B36651171}"/>
              </a:ext>
            </a:extLst>
          </p:cNvPr>
          <p:cNvSpPr/>
          <p:nvPr/>
        </p:nvSpPr>
        <p:spPr>
          <a:xfrm>
            <a:off x="9520125" y="46591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07" name="Shape 52">
            <a:extLst>
              <a:ext uri="{FF2B5EF4-FFF2-40B4-BE49-F238E27FC236}">
                <a16:creationId xmlns:a16="http://schemas.microsoft.com/office/drawing/2014/main" id="{31AEE69F-A004-E327-7304-9D60ECE4F9A6}"/>
              </a:ext>
            </a:extLst>
          </p:cNvPr>
          <p:cNvSpPr/>
          <p:nvPr/>
        </p:nvSpPr>
        <p:spPr>
          <a:xfrm>
            <a:off x="9520125" y="47572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08" name="Shape 53">
            <a:extLst>
              <a:ext uri="{FF2B5EF4-FFF2-40B4-BE49-F238E27FC236}">
                <a16:creationId xmlns:a16="http://schemas.microsoft.com/office/drawing/2014/main" id="{8C115A08-FF2A-CD8E-A0F0-2BAFF79C0155}"/>
              </a:ext>
            </a:extLst>
          </p:cNvPr>
          <p:cNvSpPr/>
          <p:nvPr/>
        </p:nvSpPr>
        <p:spPr>
          <a:xfrm>
            <a:off x="9520125" y="48553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09" name="Shape 54">
            <a:extLst>
              <a:ext uri="{FF2B5EF4-FFF2-40B4-BE49-F238E27FC236}">
                <a16:creationId xmlns:a16="http://schemas.microsoft.com/office/drawing/2014/main" id="{71CB45AF-8AAD-5C4B-C628-028334D8196D}"/>
              </a:ext>
            </a:extLst>
          </p:cNvPr>
          <p:cNvSpPr/>
          <p:nvPr/>
        </p:nvSpPr>
        <p:spPr>
          <a:xfrm>
            <a:off x="9520125" y="4561075"/>
            <a:ext cx="135636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1010" name="Text 5">
            <a:extLst>
              <a:ext uri="{FF2B5EF4-FFF2-40B4-BE49-F238E27FC236}">
                <a16:creationId xmlns:a16="http://schemas.microsoft.com/office/drawing/2014/main" id="{AF673F29-B288-9979-969A-E4A0F87B159E}"/>
              </a:ext>
            </a:extLst>
          </p:cNvPr>
          <p:cNvSpPr/>
          <p:nvPr/>
        </p:nvSpPr>
        <p:spPr>
          <a:xfrm>
            <a:off x="5824425" y="5405635"/>
            <a:ext cx="10287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Spare 2   PI#10</a:t>
            </a:r>
            <a:endParaRPr lang="en-US" sz="1000" dirty="0"/>
          </a:p>
        </p:txBody>
      </p:sp>
      <p:sp>
        <p:nvSpPr>
          <p:cNvPr id="1011" name="Text 6">
            <a:extLst>
              <a:ext uri="{FF2B5EF4-FFF2-40B4-BE49-F238E27FC236}">
                <a16:creationId xmlns:a16="http://schemas.microsoft.com/office/drawing/2014/main" id="{304DB120-AE29-BB76-0E37-F6E7AEBAEF79}"/>
              </a:ext>
            </a:extLst>
          </p:cNvPr>
          <p:cNvSpPr/>
          <p:nvPr/>
        </p:nvSpPr>
        <p:spPr>
          <a:xfrm>
            <a:off x="7124700" y="5344675"/>
            <a:ext cx="342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1012" name="Text 7">
            <a:extLst>
              <a:ext uri="{FF2B5EF4-FFF2-40B4-BE49-F238E27FC236}">
                <a16:creationId xmlns:a16="http://schemas.microsoft.com/office/drawing/2014/main" id="{AB4A2E0A-7257-2E0A-C5BD-C04F75B0CDEE}"/>
              </a:ext>
            </a:extLst>
          </p:cNvPr>
          <p:cNvSpPr/>
          <p:nvPr/>
        </p:nvSpPr>
        <p:spPr>
          <a:xfrm>
            <a:off x="7119825" y="544373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5.000</a:t>
            </a:r>
            <a:endParaRPr lang="en-US" sz="1000" dirty="0"/>
          </a:p>
        </p:txBody>
      </p:sp>
      <p:sp>
        <p:nvSpPr>
          <p:cNvPr id="1013" name="Text 8">
            <a:extLst>
              <a:ext uri="{FF2B5EF4-FFF2-40B4-BE49-F238E27FC236}">
                <a16:creationId xmlns:a16="http://schemas.microsoft.com/office/drawing/2014/main" id="{C3D47486-E4B2-C492-7BF1-1BBF20A1AFA3}"/>
              </a:ext>
            </a:extLst>
          </p:cNvPr>
          <p:cNvSpPr/>
          <p:nvPr/>
        </p:nvSpPr>
        <p:spPr>
          <a:xfrm>
            <a:off x="6396840" y="5733295"/>
            <a:ext cx="563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1000" dirty="0"/>
          </a:p>
        </p:txBody>
      </p:sp>
      <p:sp>
        <p:nvSpPr>
          <p:cNvPr id="1014" name="Text 9">
            <a:extLst>
              <a:ext uri="{FF2B5EF4-FFF2-40B4-BE49-F238E27FC236}">
                <a16:creationId xmlns:a16="http://schemas.microsoft.com/office/drawing/2014/main" id="{72BC8811-26FF-DDC7-8669-DDFDA2DAFA54}"/>
              </a:ext>
            </a:extLst>
          </p:cNvPr>
          <p:cNvSpPr/>
          <p:nvPr/>
        </p:nvSpPr>
        <p:spPr>
          <a:xfrm>
            <a:off x="6439510" y="583235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1015" name="Text 10">
            <a:extLst>
              <a:ext uri="{FF2B5EF4-FFF2-40B4-BE49-F238E27FC236}">
                <a16:creationId xmlns:a16="http://schemas.microsoft.com/office/drawing/2014/main" id="{6EFB717A-8143-67AF-673E-4488F374CF16}"/>
              </a:ext>
            </a:extLst>
          </p:cNvPr>
          <p:cNvSpPr/>
          <p:nvPr/>
        </p:nvSpPr>
        <p:spPr>
          <a:xfrm>
            <a:off x="6945480" y="5711350"/>
            <a:ext cx="697990" cy="14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000" dirty="0"/>
          </a:p>
        </p:txBody>
      </p:sp>
      <p:sp>
        <p:nvSpPr>
          <p:cNvPr id="1016" name="Text 11">
            <a:extLst>
              <a:ext uri="{FF2B5EF4-FFF2-40B4-BE49-F238E27FC236}">
                <a16:creationId xmlns:a16="http://schemas.microsoft.com/office/drawing/2014/main" id="{DD920E27-7A94-6FC5-3876-84C69DBB58C4}"/>
              </a:ext>
            </a:extLst>
          </p:cNvPr>
          <p:cNvSpPr/>
          <p:nvPr/>
        </p:nvSpPr>
        <p:spPr>
          <a:xfrm>
            <a:off x="7048500" y="5832355"/>
            <a:ext cx="41910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1017" name="Text 12">
            <a:extLst>
              <a:ext uri="{FF2B5EF4-FFF2-40B4-BE49-F238E27FC236}">
                <a16:creationId xmlns:a16="http://schemas.microsoft.com/office/drawing/2014/main" id="{78F50531-9909-8948-02DC-EB4249398FFB}"/>
              </a:ext>
            </a:extLst>
          </p:cNvPr>
          <p:cNvSpPr/>
          <p:nvPr/>
        </p:nvSpPr>
        <p:spPr>
          <a:xfrm>
            <a:off x="5794249" y="5725675"/>
            <a:ext cx="563879" cy="167640"/>
          </a:xfrm>
          <a:prstGeom prst="rect">
            <a:avLst/>
          </a:prstGeom>
          <a:solidFill>
            <a:srgbClr val="EDEDED"/>
          </a:solidFill>
          <a:ln>
            <a:solidFill>
              <a:srgbClr val="88888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PID/VOL</a:t>
            </a:r>
            <a:endParaRPr lang="en-US" sz="1000" dirty="0"/>
          </a:p>
        </p:txBody>
      </p:sp>
      <p:sp>
        <p:nvSpPr>
          <p:cNvPr id="1018" name="Text 13">
            <a:extLst>
              <a:ext uri="{FF2B5EF4-FFF2-40B4-BE49-F238E27FC236}">
                <a16:creationId xmlns:a16="http://schemas.microsoft.com/office/drawing/2014/main" id="{D6DCFBA2-4210-223D-6748-B1EE38B8383E}"/>
              </a:ext>
            </a:extLst>
          </p:cNvPr>
          <p:cNvSpPr/>
          <p:nvPr/>
        </p:nvSpPr>
        <p:spPr>
          <a:xfrm>
            <a:off x="5824425" y="60228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gain</a:t>
            </a:r>
            <a:endParaRPr lang="en-US" sz="1000" dirty="0"/>
          </a:p>
        </p:txBody>
      </p:sp>
      <p:sp>
        <p:nvSpPr>
          <p:cNvPr id="1019" name="Text 14">
            <a:extLst>
              <a:ext uri="{FF2B5EF4-FFF2-40B4-BE49-F238E27FC236}">
                <a16:creationId xmlns:a16="http://schemas.microsoft.com/office/drawing/2014/main" id="{EF198AE4-D2F3-4122-3CA0-B9FB85CAA72F}"/>
              </a:ext>
            </a:extLst>
          </p:cNvPr>
          <p:cNvSpPr/>
          <p:nvPr/>
        </p:nvSpPr>
        <p:spPr>
          <a:xfrm>
            <a:off x="6449265" y="60228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gain</a:t>
            </a:r>
            <a:endParaRPr lang="en-US" sz="1000" dirty="0"/>
          </a:p>
        </p:txBody>
      </p:sp>
      <p:sp>
        <p:nvSpPr>
          <p:cNvPr id="1020" name="Text 15">
            <a:extLst>
              <a:ext uri="{FF2B5EF4-FFF2-40B4-BE49-F238E27FC236}">
                <a16:creationId xmlns:a16="http://schemas.microsoft.com/office/drawing/2014/main" id="{A3DA6CFF-CC54-B58D-6B29-2E90906B3D58}"/>
              </a:ext>
            </a:extLst>
          </p:cNvPr>
          <p:cNvSpPr/>
          <p:nvPr/>
        </p:nvSpPr>
        <p:spPr>
          <a:xfrm>
            <a:off x="7066485" y="6022855"/>
            <a:ext cx="4419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</a:t>
            </a:r>
            <a:endParaRPr lang="en-US" sz="1000" dirty="0"/>
          </a:p>
        </p:txBody>
      </p:sp>
      <p:sp>
        <p:nvSpPr>
          <p:cNvPr id="1021" name="Text 16">
            <a:extLst>
              <a:ext uri="{FF2B5EF4-FFF2-40B4-BE49-F238E27FC236}">
                <a16:creationId xmlns:a16="http://schemas.microsoft.com/office/drawing/2014/main" id="{CEE9E27B-492A-B002-E1F4-ABCA5CE646C8}"/>
              </a:ext>
            </a:extLst>
          </p:cNvPr>
          <p:cNvSpPr/>
          <p:nvPr/>
        </p:nvSpPr>
        <p:spPr>
          <a:xfrm>
            <a:off x="5847285" y="61219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1022" name="Text 17">
            <a:extLst>
              <a:ext uri="{FF2B5EF4-FFF2-40B4-BE49-F238E27FC236}">
                <a16:creationId xmlns:a16="http://schemas.microsoft.com/office/drawing/2014/main" id="{26DBBC0E-F247-2BDD-F0E3-5ED66BEDA34E}"/>
              </a:ext>
            </a:extLst>
          </p:cNvPr>
          <p:cNvSpPr/>
          <p:nvPr/>
        </p:nvSpPr>
        <p:spPr>
          <a:xfrm>
            <a:off x="6464505" y="61219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1023" name="Text 18">
            <a:extLst>
              <a:ext uri="{FF2B5EF4-FFF2-40B4-BE49-F238E27FC236}">
                <a16:creationId xmlns:a16="http://schemas.microsoft.com/office/drawing/2014/main" id="{4C7293A2-256C-F243-1AF4-664000FA14FA}"/>
              </a:ext>
            </a:extLst>
          </p:cNvPr>
          <p:cNvSpPr/>
          <p:nvPr/>
        </p:nvSpPr>
        <p:spPr>
          <a:xfrm>
            <a:off x="7059780" y="6121915"/>
            <a:ext cx="441960" cy="121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</a:t>
            </a:r>
            <a:endParaRPr lang="en-US" sz="1000" dirty="0"/>
          </a:p>
        </p:txBody>
      </p:sp>
      <p:sp>
        <p:nvSpPr>
          <p:cNvPr id="1024" name="Text 19">
            <a:extLst>
              <a:ext uri="{FF2B5EF4-FFF2-40B4-BE49-F238E27FC236}">
                <a16:creationId xmlns:a16="http://schemas.microsoft.com/office/drawing/2014/main" id="{D8C18864-B2C1-8E73-678C-77A718B8FC9E}"/>
              </a:ext>
            </a:extLst>
          </p:cNvPr>
          <p:cNvSpPr/>
          <p:nvPr/>
        </p:nvSpPr>
        <p:spPr>
          <a:xfrm>
            <a:off x="7752894" y="5186561"/>
            <a:ext cx="1615745" cy="1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Signal :</a:t>
            </a:r>
            <a:endParaRPr lang="en-US" sz="1000" dirty="0"/>
          </a:p>
        </p:txBody>
      </p:sp>
      <p:sp>
        <p:nvSpPr>
          <p:cNvPr id="1025" name="Shape 20">
            <a:extLst>
              <a:ext uri="{FF2B5EF4-FFF2-40B4-BE49-F238E27FC236}">
                <a16:creationId xmlns:a16="http://schemas.microsoft.com/office/drawing/2014/main" id="{074006BC-5C73-D2DF-C0C7-3710999881F4}"/>
              </a:ext>
            </a:extLst>
          </p:cNvPr>
          <p:cNvSpPr/>
          <p:nvPr/>
        </p:nvSpPr>
        <p:spPr>
          <a:xfrm>
            <a:off x="7767525" y="538277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6" name="Shape 21">
            <a:extLst>
              <a:ext uri="{FF2B5EF4-FFF2-40B4-BE49-F238E27FC236}">
                <a16:creationId xmlns:a16="http://schemas.microsoft.com/office/drawing/2014/main" id="{72A33756-6986-C4FC-5EB0-F2EE9221431C}"/>
              </a:ext>
            </a:extLst>
          </p:cNvPr>
          <p:cNvSpPr/>
          <p:nvPr/>
        </p:nvSpPr>
        <p:spPr>
          <a:xfrm>
            <a:off x="7993585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27" name="Shape 22">
            <a:extLst>
              <a:ext uri="{FF2B5EF4-FFF2-40B4-BE49-F238E27FC236}">
                <a16:creationId xmlns:a16="http://schemas.microsoft.com/office/drawing/2014/main" id="{EB5639D6-DA12-B733-174A-4AB2C2D15D64}"/>
              </a:ext>
            </a:extLst>
          </p:cNvPr>
          <p:cNvSpPr/>
          <p:nvPr/>
        </p:nvSpPr>
        <p:spPr>
          <a:xfrm>
            <a:off x="8219645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28" name="Shape 23">
            <a:extLst>
              <a:ext uri="{FF2B5EF4-FFF2-40B4-BE49-F238E27FC236}">
                <a16:creationId xmlns:a16="http://schemas.microsoft.com/office/drawing/2014/main" id="{B578EC56-75EC-1D3D-0A86-F89D3A7CB55E}"/>
              </a:ext>
            </a:extLst>
          </p:cNvPr>
          <p:cNvSpPr/>
          <p:nvPr/>
        </p:nvSpPr>
        <p:spPr>
          <a:xfrm>
            <a:off x="8445705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29" name="Shape 24">
            <a:extLst>
              <a:ext uri="{FF2B5EF4-FFF2-40B4-BE49-F238E27FC236}">
                <a16:creationId xmlns:a16="http://schemas.microsoft.com/office/drawing/2014/main" id="{37BA4928-6FDC-F704-2B1B-12D500B44A30}"/>
              </a:ext>
            </a:extLst>
          </p:cNvPr>
          <p:cNvSpPr/>
          <p:nvPr/>
        </p:nvSpPr>
        <p:spPr>
          <a:xfrm>
            <a:off x="8671765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30" name="Shape 25">
            <a:extLst>
              <a:ext uri="{FF2B5EF4-FFF2-40B4-BE49-F238E27FC236}">
                <a16:creationId xmlns:a16="http://schemas.microsoft.com/office/drawing/2014/main" id="{80EBCDAE-9DB9-1ECA-61DB-6DED9E9B28E7}"/>
              </a:ext>
            </a:extLst>
          </p:cNvPr>
          <p:cNvSpPr/>
          <p:nvPr/>
        </p:nvSpPr>
        <p:spPr>
          <a:xfrm>
            <a:off x="8897825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31" name="Shape 26">
            <a:extLst>
              <a:ext uri="{FF2B5EF4-FFF2-40B4-BE49-F238E27FC236}">
                <a16:creationId xmlns:a16="http://schemas.microsoft.com/office/drawing/2014/main" id="{F9B32646-D8EB-AAC2-A05F-671CD35F7344}"/>
              </a:ext>
            </a:extLst>
          </p:cNvPr>
          <p:cNvSpPr/>
          <p:nvPr/>
        </p:nvSpPr>
        <p:spPr>
          <a:xfrm>
            <a:off x="7767525" y="55789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32" name="Shape 27">
            <a:extLst>
              <a:ext uri="{FF2B5EF4-FFF2-40B4-BE49-F238E27FC236}">
                <a16:creationId xmlns:a16="http://schemas.microsoft.com/office/drawing/2014/main" id="{E7C289FF-E79C-C9C0-D887-431AC3879108}"/>
              </a:ext>
            </a:extLst>
          </p:cNvPr>
          <p:cNvSpPr/>
          <p:nvPr/>
        </p:nvSpPr>
        <p:spPr>
          <a:xfrm>
            <a:off x="7767525" y="577520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33" name="Shape 28">
            <a:extLst>
              <a:ext uri="{FF2B5EF4-FFF2-40B4-BE49-F238E27FC236}">
                <a16:creationId xmlns:a16="http://schemas.microsoft.com/office/drawing/2014/main" id="{86AEB928-A363-DEDE-F67C-B87B5DEBD349}"/>
              </a:ext>
            </a:extLst>
          </p:cNvPr>
          <p:cNvSpPr/>
          <p:nvPr/>
        </p:nvSpPr>
        <p:spPr>
          <a:xfrm>
            <a:off x="7767525" y="597142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34" name="Shape 29">
            <a:extLst>
              <a:ext uri="{FF2B5EF4-FFF2-40B4-BE49-F238E27FC236}">
                <a16:creationId xmlns:a16="http://schemas.microsoft.com/office/drawing/2014/main" id="{E4880EC3-D6BC-C78D-45D0-67D88375EF62}"/>
              </a:ext>
            </a:extLst>
          </p:cNvPr>
          <p:cNvSpPr/>
          <p:nvPr/>
        </p:nvSpPr>
        <p:spPr>
          <a:xfrm>
            <a:off x="7767525" y="54808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35" name="Shape 30">
            <a:extLst>
              <a:ext uri="{FF2B5EF4-FFF2-40B4-BE49-F238E27FC236}">
                <a16:creationId xmlns:a16="http://schemas.microsoft.com/office/drawing/2014/main" id="{0D5FCF06-64D1-50EE-890A-03452EABB828}"/>
              </a:ext>
            </a:extLst>
          </p:cNvPr>
          <p:cNvSpPr/>
          <p:nvPr/>
        </p:nvSpPr>
        <p:spPr>
          <a:xfrm>
            <a:off x="7767525" y="55789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36" name="Shape 31">
            <a:extLst>
              <a:ext uri="{FF2B5EF4-FFF2-40B4-BE49-F238E27FC236}">
                <a16:creationId xmlns:a16="http://schemas.microsoft.com/office/drawing/2014/main" id="{7E02DFE4-4335-913B-C8C5-4B3FDE43EE70}"/>
              </a:ext>
            </a:extLst>
          </p:cNvPr>
          <p:cNvSpPr/>
          <p:nvPr/>
        </p:nvSpPr>
        <p:spPr>
          <a:xfrm>
            <a:off x="7767525" y="56770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37" name="Shape 32">
            <a:extLst>
              <a:ext uri="{FF2B5EF4-FFF2-40B4-BE49-F238E27FC236}">
                <a16:creationId xmlns:a16="http://schemas.microsoft.com/office/drawing/2014/main" id="{0ADA5FFF-3FC2-9E5C-053D-8AA6906B538B}"/>
              </a:ext>
            </a:extLst>
          </p:cNvPr>
          <p:cNvSpPr/>
          <p:nvPr/>
        </p:nvSpPr>
        <p:spPr>
          <a:xfrm>
            <a:off x="7767525" y="577520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38" name="Shape 33">
            <a:extLst>
              <a:ext uri="{FF2B5EF4-FFF2-40B4-BE49-F238E27FC236}">
                <a16:creationId xmlns:a16="http://schemas.microsoft.com/office/drawing/2014/main" id="{B0879D9E-3C0F-0527-E729-635527A8B197}"/>
              </a:ext>
            </a:extLst>
          </p:cNvPr>
          <p:cNvSpPr/>
          <p:nvPr/>
        </p:nvSpPr>
        <p:spPr>
          <a:xfrm>
            <a:off x="7767525" y="58733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39" name="Shape 34">
            <a:extLst>
              <a:ext uri="{FF2B5EF4-FFF2-40B4-BE49-F238E27FC236}">
                <a16:creationId xmlns:a16="http://schemas.microsoft.com/office/drawing/2014/main" id="{BF350457-32F1-5D44-0938-2DF30CF7DA3B}"/>
              </a:ext>
            </a:extLst>
          </p:cNvPr>
          <p:cNvSpPr/>
          <p:nvPr/>
        </p:nvSpPr>
        <p:spPr>
          <a:xfrm>
            <a:off x="7767525" y="597142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40" name="Shape 35">
            <a:extLst>
              <a:ext uri="{FF2B5EF4-FFF2-40B4-BE49-F238E27FC236}">
                <a16:creationId xmlns:a16="http://schemas.microsoft.com/office/drawing/2014/main" id="{BCC2F3E5-FCB8-D47B-9C64-A4648B21EE1B}"/>
              </a:ext>
            </a:extLst>
          </p:cNvPr>
          <p:cNvSpPr/>
          <p:nvPr/>
        </p:nvSpPr>
        <p:spPr>
          <a:xfrm>
            <a:off x="7767525" y="60695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41" name="Shape 36">
            <a:extLst>
              <a:ext uri="{FF2B5EF4-FFF2-40B4-BE49-F238E27FC236}">
                <a16:creationId xmlns:a16="http://schemas.microsoft.com/office/drawing/2014/main" id="{3DF73B16-3053-D2D0-AA42-57C1EE22E84F}"/>
              </a:ext>
            </a:extLst>
          </p:cNvPr>
          <p:cNvSpPr/>
          <p:nvPr/>
        </p:nvSpPr>
        <p:spPr>
          <a:xfrm>
            <a:off x="7767525" y="5775205"/>
            <a:ext cx="135636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1042" name="Text 37">
            <a:extLst>
              <a:ext uri="{FF2B5EF4-FFF2-40B4-BE49-F238E27FC236}">
                <a16:creationId xmlns:a16="http://schemas.microsoft.com/office/drawing/2014/main" id="{9260240B-CBE5-CF29-3BC6-32CE687D9F69}"/>
              </a:ext>
            </a:extLst>
          </p:cNvPr>
          <p:cNvSpPr/>
          <p:nvPr/>
        </p:nvSpPr>
        <p:spPr>
          <a:xfrm>
            <a:off x="9520125" y="5245920"/>
            <a:ext cx="13563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Voltage : 0~5V</a:t>
            </a:r>
            <a:endParaRPr lang="en-US" sz="1000" dirty="0"/>
          </a:p>
        </p:txBody>
      </p:sp>
      <p:sp>
        <p:nvSpPr>
          <p:cNvPr id="1043" name="Shape 38">
            <a:extLst>
              <a:ext uri="{FF2B5EF4-FFF2-40B4-BE49-F238E27FC236}">
                <a16:creationId xmlns:a16="http://schemas.microsoft.com/office/drawing/2014/main" id="{A282479D-F687-B335-B043-56C5088A0D85}"/>
              </a:ext>
            </a:extLst>
          </p:cNvPr>
          <p:cNvSpPr/>
          <p:nvPr/>
        </p:nvSpPr>
        <p:spPr>
          <a:xfrm>
            <a:off x="9520125" y="5382775"/>
            <a:ext cx="1356360" cy="784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4" name="Shape 39">
            <a:extLst>
              <a:ext uri="{FF2B5EF4-FFF2-40B4-BE49-F238E27FC236}">
                <a16:creationId xmlns:a16="http://schemas.microsoft.com/office/drawing/2014/main" id="{88697E69-C9E5-E2F6-B368-32613A985378}"/>
              </a:ext>
            </a:extLst>
          </p:cNvPr>
          <p:cNvSpPr/>
          <p:nvPr/>
        </p:nvSpPr>
        <p:spPr>
          <a:xfrm>
            <a:off x="9746185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45" name="Shape 40">
            <a:extLst>
              <a:ext uri="{FF2B5EF4-FFF2-40B4-BE49-F238E27FC236}">
                <a16:creationId xmlns:a16="http://schemas.microsoft.com/office/drawing/2014/main" id="{AE9F31B2-B482-08DA-F0EB-99CBA3F6FCC1}"/>
              </a:ext>
            </a:extLst>
          </p:cNvPr>
          <p:cNvSpPr/>
          <p:nvPr/>
        </p:nvSpPr>
        <p:spPr>
          <a:xfrm>
            <a:off x="9972245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46" name="Shape 41">
            <a:extLst>
              <a:ext uri="{FF2B5EF4-FFF2-40B4-BE49-F238E27FC236}">
                <a16:creationId xmlns:a16="http://schemas.microsoft.com/office/drawing/2014/main" id="{7638EFD2-CDD1-4395-DDCA-99404C49CECE}"/>
              </a:ext>
            </a:extLst>
          </p:cNvPr>
          <p:cNvSpPr/>
          <p:nvPr/>
        </p:nvSpPr>
        <p:spPr>
          <a:xfrm>
            <a:off x="10198305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47" name="Shape 42">
            <a:extLst>
              <a:ext uri="{FF2B5EF4-FFF2-40B4-BE49-F238E27FC236}">
                <a16:creationId xmlns:a16="http://schemas.microsoft.com/office/drawing/2014/main" id="{A1993DB8-7880-2BF6-5B4F-83C5277C3DE9}"/>
              </a:ext>
            </a:extLst>
          </p:cNvPr>
          <p:cNvSpPr/>
          <p:nvPr/>
        </p:nvSpPr>
        <p:spPr>
          <a:xfrm>
            <a:off x="10424365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48" name="Shape 43">
            <a:extLst>
              <a:ext uri="{FF2B5EF4-FFF2-40B4-BE49-F238E27FC236}">
                <a16:creationId xmlns:a16="http://schemas.microsoft.com/office/drawing/2014/main" id="{006C6DEC-A1B5-D20D-58CC-80383E7BAEFE}"/>
              </a:ext>
            </a:extLst>
          </p:cNvPr>
          <p:cNvSpPr/>
          <p:nvPr/>
        </p:nvSpPr>
        <p:spPr>
          <a:xfrm>
            <a:off x="10650425" y="5382775"/>
            <a:ext cx="0" cy="78486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49" name="Shape 44">
            <a:extLst>
              <a:ext uri="{FF2B5EF4-FFF2-40B4-BE49-F238E27FC236}">
                <a16:creationId xmlns:a16="http://schemas.microsoft.com/office/drawing/2014/main" id="{E0353445-14D5-FDBE-233B-D487818A9310}"/>
              </a:ext>
            </a:extLst>
          </p:cNvPr>
          <p:cNvSpPr/>
          <p:nvPr/>
        </p:nvSpPr>
        <p:spPr>
          <a:xfrm>
            <a:off x="9520125" y="557899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50" name="Shape 45">
            <a:extLst>
              <a:ext uri="{FF2B5EF4-FFF2-40B4-BE49-F238E27FC236}">
                <a16:creationId xmlns:a16="http://schemas.microsoft.com/office/drawing/2014/main" id="{D704B11F-2D09-22E8-70FE-42BDB4D2EDB5}"/>
              </a:ext>
            </a:extLst>
          </p:cNvPr>
          <p:cNvSpPr/>
          <p:nvPr/>
        </p:nvSpPr>
        <p:spPr>
          <a:xfrm>
            <a:off x="9520125" y="5775205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51" name="Shape 46">
            <a:extLst>
              <a:ext uri="{FF2B5EF4-FFF2-40B4-BE49-F238E27FC236}">
                <a16:creationId xmlns:a16="http://schemas.microsoft.com/office/drawing/2014/main" id="{67C71307-6600-3A0F-4951-5CD3741A8849}"/>
              </a:ext>
            </a:extLst>
          </p:cNvPr>
          <p:cNvSpPr/>
          <p:nvPr/>
        </p:nvSpPr>
        <p:spPr>
          <a:xfrm>
            <a:off x="9520125" y="5971420"/>
            <a:ext cx="13563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52" name="Shape 47">
            <a:extLst>
              <a:ext uri="{FF2B5EF4-FFF2-40B4-BE49-F238E27FC236}">
                <a16:creationId xmlns:a16="http://schemas.microsoft.com/office/drawing/2014/main" id="{9A446908-2AEA-CF99-2858-2F78D99AF00C}"/>
              </a:ext>
            </a:extLst>
          </p:cNvPr>
          <p:cNvSpPr/>
          <p:nvPr/>
        </p:nvSpPr>
        <p:spPr>
          <a:xfrm>
            <a:off x="9520125" y="548088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53" name="Shape 48">
            <a:extLst>
              <a:ext uri="{FF2B5EF4-FFF2-40B4-BE49-F238E27FC236}">
                <a16:creationId xmlns:a16="http://schemas.microsoft.com/office/drawing/2014/main" id="{2969DD8F-8C78-B8C0-0F64-367C502EB2BB}"/>
              </a:ext>
            </a:extLst>
          </p:cNvPr>
          <p:cNvSpPr/>
          <p:nvPr/>
        </p:nvSpPr>
        <p:spPr>
          <a:xfrm>
            <a:off x="9520125" y="557899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54" name="Shape 49">
            <a:extLst>
              <a:ext uri="{FF2B5EF4-FFF2-40B4-BE49-F238E27FC236}">
                <a16:creationId xmlns:a16="http://schemas.microsoft.com/office/drawing/2014/main" id="{D0B5ADF0-F9A8-1B7D-8601-B32732DD4D85}"/>
              </a:ext>
            </a:extLst>
          </p:cNvPr>
          <p:cNvSpPr/>
          <p:nvPr/>
        </p:nvSpPr>
        <p:spPr>
          <a:xfrm>
            <a:off x="9520125" y="567709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55" name="Shape 50">
            <a:extLst>
              <a:ext uri="{FF2B5EF4-FFF2-40B4-BE49-F238E27FC236}">
                <a16:creationId xmlns:a16="http://schemas.microsoft.com/office/drawing/2014/main" id="{2B51BCE0-D7C0-F9BB-DF0F-08CA6A2F04CA}"/>
              </a:ext>
            </a:extLst>
          </p:cNvPr>
          <p:cNvSpPr/>
          <p:nvPr/>
        </p:nvSpPr>
        <p:spPr>
          <a:xfrm>
            <a:off x="9520125" y="5775205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56" name="Shape 51">
            <a:extLst>
              <a:ext uri="{FF2B5EF4-FFF2-40B4-BE49-F238E27FC236}">
                <a16:creationId xmlns:a16="http://schemas.microsoft.com/office/drawing/2014/main" id="{FC09167F-DB22-9AF7-79DE-7AB7657D4519}"/>
              </a:ext>
            </a:extLst>
          </p:cNvPr>
          <p:cNvSpPr/>
          <p:nvPr/>
        </p:nvSpPr>
        <p:spPr>
          <a:xfrm>
            <a:off x="9520125" y="5873313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57" name="Shape 52">
            <a:extLst>
              <a:ext uri="{FF2B5EF4-FFF2-40B4-BE49-F238E27FC236}">
                <a16:creationId xmlns:a16="http://schemas.microsoft.com/office/drawing/2014/main" id="{C6907F94-96F9-AD45-C460-A9E3F615A009}"/>
              </a:ext>
            </a:extLst>
          </p:cNvPr>
          <p:cNvSpPr/>
          <p:nvPr/>
        </p:nvSpPr>
        <p:spPr>
          <a:xfrm>
            <a:off x="9520125" y="5971420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58" name="Shape 53">
            <a:extLst>
              <a:ext uri="{FF2B5EF4-FFF2-40B4-BE49-F238E27FC236}">
                <a16:creationId xmlns:a16="http://schemas.microsoft.com/office/drawing/2014/main" id="{158BE60E-A543-F78F-1BC6-99FD853B640F}"/>
              </a:ext>
            </a:extLst>
          </p:cNvPr>
          <p:cNvSpPr/>
          <p:nvPr/>
        </p:nvSpPr>
        <p:spPr>
          <a:xfrm>
            <a:off x="9520125" y="6069528"/>
            <a:ext cx="13563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59" name="Shape 54">
            <a:extLst>
              <a:ext uri="{FF2B5EF4-FFF2-40B4-BE49-F238E27FC236}">
                <a16:creationId xmlns:a16="http://schemas.microsoft.com/office/drawing/2014/main" id="{142F4C54-246C-0D5B-CE09-8BF367DD5A16}"/>
              </a:ext>
            </a:extLst>
          </p:cNvPr>
          <p:cNvSpPr/>
          <p:nvPr/>
        </p:nvSpPr>
        <p:spPr>
          <a:xfrm>
            <a:off x="9520125" y="5775205"/>
            <a:ext cx="135636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177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11D00-FC01-0DA2-0AA1-D2A9C39C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267205EB-BA0E-BC2D-6F87-CB7DB107074E}"/>
              </a:ext>
            </a:extLst>
          </p:cNvPr>
          <p:cNvSpPr/>
          <p:nvPr/>
        </p:nvSpPr>
        <p:spPr>
          <a:xfrm>
            <a:off x="4973777" y="1571170"/>
            <a:ext cx="6791689" cy="2784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Shape 1">
            <a:extLst>
              <a:ext uri="{FF2B5EF4-FFF2-40B4-BE49-F238E27FC236}">
                <a16:creationId xmlns:a16="http://schemas.microsoft.com/office/drawing/2014/main" id="{3864E599-DEC1-1F11-E0FC-36A3662CC15D}"/>
              </a:ext>
            </a:extLst>
          </p:cNvPr>
          <p:cNvSpPr/>
          <p:nvPr/>
        </p:nvSpPr>
        <p:spPr>
          <a:xfrm>
            <a:off x="4973286" y="1571170"/>
            <a:ext cx="6791689" cy="2667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3C656F88-4A3A-0B99-336F-870006EE23F2}"/>
              </a:ext>
            </a:extLst>
          </p:cNvPr>
          <p:cNvSpPr/>
          <p:nvPr/>
        </p:nvSpPr>
        <p:spPr>
          <a:xfrm>
            <a:off x="5064726" y="1647370"/>
            <a:ext cx="121920" cy="121920"/>
          </a:xfrm>
          <a:prstGeom prst="rect">
            <a:avLst/>
          </a:prstGeom>
          <a:solidFill>
            <a:schemeClr val="tx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74B246E-22EF-7EB1-2034-D12EB1384D1E}"/>
              </a:ext>
            </a:extLst>
          </p:cNvPr>
          <p:cNvSpPr/>
          <p:nvPr/>
        </p:nvSpPr>
        <p:spPr>
          <a:xfrm>
            <a:off x="5224746" y="1628320"/>
            <a:ext cx="243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 Graph</a:t>
            </a:r>
            <a:endParaRPr lang="en-US" sz="1250" b="1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0049B0E-9DD9-26E3-00F7-698E34E75435}"/>
              </a:ext>
            </a:extLst>
          </p:cNvPr>
          <p:cNvSpPr/>
          <p:nvPr/>
        </p:nvSpPr>
        <p:spPr>
          <a:xfrm>
            <a:off x="5150239" y="2209840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833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B696035-CDCD-6D68-D89A-5431548FBDF3}"/>
              </a:ext>
            </a:extLst>
          </p:cNvPr>
          <p:cNvSpPr/>
          <p:nvPr/>
        </p:nvSpPr>
        <p:spPr>
          <a:xfrm>
            <a:off x="5071497" y="2485571"/>
            <a:ext cx="740269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Auto/Manual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499C3F97-E58A-C453-CF5F-AB3A849694CE}"/>
              </a:ext>
            </a:extLst>
          </p:cNvPr>
          <p:cNvSpPr/>
          <p:nvPr/>
        </p:nvSpPr>
        <p:spPr>
          <a:xfrm>
            <a:off x="5156166" y="283609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833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808838C2-5744-C7BC-E610-B2131216CE0C}"/>
              </a:ext>
            </a:extLst>
          </p:cNvPr>
          <p:cNvSpPr/>
          <p:nvPr/>
        </p:nvSpPr>
        <p:spPr>
          <a:xfrm>
            <a:off x="5156166" y="317899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833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6684A71-994C-72A7-CBD6-96AF02015CE6}"/>
              </a:ext>
            </a:extLst>
          </p:cNvPr>
          <p:cNvSpPr/>
          <p:nvPr/>
        </p:nvSpPr>
        <p:spPr>
          <a:xfrm>
            <a:off x="6078186" y="2028370"/>
            <a:ext cx="44196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833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5EAE8B51-3BC4-82AF-FA0F-09A6D38C0FE9}"/>
              </a:ext>
            </a:extLst>
          </p:cNvPr>
          <p:cNvSpPr/>
          <p:nvPr/>
        </p:nvSpPr>
        <p:spPr>
          <a:xfrm>
            <a:off x="6078186" y="2157910"/>
            <a:ext cx="4419600" cy="121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11C8BAEE-CD0F-DF99-D5DA-ACDB46C45525}"/>
              </a:ext>
            </a:extLst>
          </p:cNvPr>
          <p:cNvSpPr/>
          <p:nvPr/>
        </p:nvSpPr>
        <p:spPr>
          <a:xfrm>
            <a:off x="6814786" y="215791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47DA6157-E320-0FFB-2D5C-D6946ADE5AEA}"/>
              </a:ext>
            </a:extLst>
          </p:cNvPr>
          <p:cNvSpPr/>
          <p:nvPr/>
        </p:nvSpPr>
        <p:spPr>
          <a:xfrm>
            <a:off x="7551386" y="215791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DCE77EE9-60C0-54C3-249F-E4A305A2991E}"/>
              </a:ext>
            </a:extLst>
          </p:cNvPr>
          <p:cNvSpPr/>
          <p:nvPr/>
        </p:nvSpPr>
        <p:spPr>
          <a:xfrm>
            <a:off x="8287986" y="215791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B6B0E3B6-6DFC-4A0C-943F-551D02F0155E}"/>
              </a:ext>
            </a:extLst>
          </p:cNvPr>
          <p:cNvSpPr/>
          <p:nvPr/>
        </p:nvSpPr>
        <p:spPr>
          <a:xfrm>
            <a:off x="9024586" y="215791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3CC807B9-E811-CF55-4A0A-229F2750EDFA}"/>
              </a:ext>
            </a:extLst>
          </p:cNvPr>
          <p:cNvSpPr/>
          <p:nvPr/>
        </p:nvSpPr>
        <p:spPr>
          <a:xfrm>
            <a:off x="9761186" y="2157910"/>
            <a:ext cx="0" cy="12192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CCA8C5AB-B82F-DDE8-1E89-013F4FAF6C6D}"/>
              </a:ext>
            </a:extLst>
          </p:cNvPr>
          <p:cNvSpPr/>
          <p:nvPr/>
        </p:nvSpPr>
        <p:spPr>
          <a:xfrm>
            <a:off x="6078186" y="246271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305741AF-8EA6-5C58-2A7A-5DC47DB23079}"/>
              </a:ext>
            </a:extLst>
          </p:cNvPr>
          <p:cNvSpPr/>
          <p:nvPr/>
        </p:nvSpPr>
        <p:spPr>
          <a:xfrm>
            <a:off x="6078186" y="276751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06ED3E03-57E9-26D2-9CD8-900B4CB591F3}"/>
              </a:ext>
            </a:extLst>
          </p:cNvPr>
          <p:cNvSpPr/>
          <p:nvPr/>
        </p:nvSpPr>
        <p:spPr>
          <a:xfrm>
            <a:off x="6078186" y="3072310"/>
            <a:ext cx="44196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09E001CC-3973-CF59-8543-B2FDD189291D}"/>
              </a:ext>
            </a:extLst>
          </p:cNvPr>
          <p:cNvSpPr/>
          <p:nvPr/>
        </p:nvSpPr>
        <p:spPr>
          <a:xfrm>
            <a:off x="6078186" y="231031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D0C5ABA4-E1BA-8ED2-807B-4A1941E384BB}"/>
              </a:ext>
            </a:extLst>
          </p:cNvPr>
          <p:cNvSpPr/>
          <p:nvPr/>
        </p:nvSpPr>
        <p:spPr>
          <a:xfrm>
            <a:off x="6078186" y="246271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EA424159-330B-B311-3AFF-C252BF6ADB14}"/>
              </a:ext>
            </a:extLst>
          </p:cNvPr>
          <p:cNvSpPr/>
          <p:nvPr/>
        </p:nvSpPr>
        <p:spPr>
          <a:xfrm>
            <a:off x="6078186" y="261511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4B991FD6-D0FA-C8E5-F132-3B0CCA441BF6}"/>
              </a:ext>
            </a:extLst>
          </p:cNvPr>
          <p:cNvSpPr/>
          <p:nvPr/>
        </p:nvSpPr>
        <p:spPr>
          <a:xfrm>
            <a:off x="6078186" y="276751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53C3BD42-EBAD-432A-9B61-9FC3AC21F260}"/>
              </a:ext>
            </a:extLst>
          </p:cNvPr>
          <p:cNvSpPr/>
          <p:nvPr/>
        </p:nvSpPr>
        <p:spPr>
          <a:xfrm>
            <a:off x="6078186" y="291991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ACCFA2A0-F8AB-75CF-9494-110FD46C08E9}"/>
              </a:ext>
            </a:extLst>
          </p:cNvPr>
          <p:cNvSpPr/>
          <p:nvPr/>
        </p:nvSpPr>
        <p:spPr>
          <a:xfrm>
            <a:off x="6078186" y="307231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C4AE5977-A4AA-373A-D792-21C00CCD60BC}"/>
              </a:ext>
            </a:extLst>
          </p:cNvPr>
          <p:cNvSpPr/>
          <p:nvPr/>
        </p:nvSpPr>
        <p:spPr>
          <a:xfrm>
            <a:off x="6078186" y="3224710"/>
            <a:ext cx="4419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B5F0B2E4-D060-816D-7397-21CD80D838A0}"/>
              </a:ext>
            </a:extLst>
          </p:cNvPr>
          <p:cNvSpPr/>
          <p:nvPr/>
        </p:nvSpPr>
        <p:spPr>
          <a:xfrm>
            <a:off x="5819106" y="213505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75.1</a:t>
            </a:r>
            <a:endParaRPr lang="en-US" sz="40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8BDDB33D-FBC6-DFAA-D715-40F52B20D6A5}"/>
              </a:ext>
            </a:extLst>
          </p:cNvPr>
          <p:cNvSpPr/>
          <p:nvPr/>
        </p:nvSpPr>
        <p:spPr>
          <a:xfrm>
            <a:off x="5819106" y="243985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</a:t>
            </a:r>
            <a:endParaRPr lang="en-US" sz="4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F3DC244E-44CF-9939-D52D-848029C90869}"/>
              </a:ext>
            </a:extLst>
          </p:cNvPr>
          <p:cNvSpPr/>
          <p:nvPr/>
        </p:nvSpPr>
        <p:spPr>
          <a:xfrm>
            <a:off x="5819106" y="274465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</a:t>
            </a:r>
            <a:endParaRPr lang="en-US" sz="40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3A68E6C5-CF75-8A62-CA92-222CF6725C63}"/>
              </a:ext>
            </a:extLst>
          </p:cNvPr>
          <p:cNvSpPr/>
          <p:nvPr/>
        </p:nvSpPr>
        <p:spPr>
          <a:xfrm>
            <a:off x="5819106" y="304945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</a:t>
            </a:r>
            <a:endParaRPr lang="en-US" sz="400" dirty="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3D8D692C-AF23-D8A0-E1C3-E283377691A4}"/>
              </a:ext>
            </a:extLst>
          </p:cNvPr>
          <p:cNvSpPr/>
          <p:nvPr/>
        </p:nvSpPr>
        <p:spPr>
          <a:xfrm>
            <a:off x="5819106" y="335425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400" dirty="0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365586D2-A555-22F9-AA0A-3CE7668DFD9B}"/>
              </a:ext>
            </a:extLst>
          </p:cNvPr>
          <p:cNvSpPr/>
          <p:nvPr/>
        </p:nvSpPr>
        <p:spPr>
          <a:xfrm>
            <a:off x="5910546" y="348379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300" dirty="0"/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2BAB4CD8-E40A-BA52-9393-1E76294BFCD9}"/>
              </a:ext>
            </a:extLst>
          </p:cNvPr>
          <p:cNvSpPr/>
          <p:nvPr/>
        </p:nvSpPr>
        <p:spPr>
          <a:xfrm>
            <a:off x="6647146" y="348379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00:01:41</a:t>
            </a:r>
            <a:endParaRPr lang="en-US" sz="300" dirty="0"/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9044E4B6-F7FC-1BA4-87A1-43B15900ED9C}"/>
              </a:ext>
            </a:extLst>
          </p:cNvPr>
          <p:cNvSpPr/>
          <p:nvPr/>
        </p:nvSpPr>
        <p:spPr>
          <a:xfrm>
            <a:off x="7383746" y="348379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00:03:21</a:t>
            </a:r>
            <a:endParaRPr lang="en-US" sz="300" dirty="0"/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EF04F2E9-0C5F-F1E0-7F49-C5CF3E19E900}"/>
              </a:ext>
            </a:extLst>
          </p:cNvPr>
          <p:cNvSpPr/>
          <p:nvPr/>
        </p:nvSpPr>
        <p:spPr>
          <a:xfrm>
            <a:off x="8120346" y="348379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00:05:01</a:t>
            </a:r>
            <a:endParaRPr lang="en-US" sz="300" dirty="0"/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1FD9C4D2-FAB6-D9F0-2D04-B0A4DFB6DE46}"/>
              </a:ext>
            </a:extLst>
          </p:cNvPr>
          <p:cNvSpPr/>
          <p:nvPr/>
        </p:nvSpPr>
        <p:spPr>
          <a:xfrm>
            <a:off x="8856946" y="348379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00:06:41</a:t>
            </a:r>
            <a:endParaRPr lang="en-US" sz="300" dirty="0"/>
          </a:p>
        </p:txBody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E864436E-4DAC-71CE-FF3A-EC2DC2489BE4}"/>
              </a:ext>
            </a:extLst>
          </p:cNvPr>
          <p:cNvSpPr/>
          <p:nvPr/>
        </p:nvSpPr>
        <p:spPr>
          <a:xfrm>
            <a:off x="9593546" y="348379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00:08:21</a:t>
            </a:r>
            <a:endParaRPr lang="en-US" sz="300" dirty="0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50A91A43-11B6-88CA-9121-5240C905E85D}"/>
              </a:ext>
            </a:extLst>
          </p:cNvPr>
          <p:cNvSpPr/>
          <p:nvPr/>
        </p:nvSpPr>
        <p:spPr>
          <a:xfrm>
            <a:off x="10330146" y="3483790"/>
            <a:ext cx="3352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00:10:00</a:t>
            </a:r>
            <a:endParaRPr lang="en-US" sz="300" dirty="0"/>
          </a:p>
        </p:txBody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A1027D70-A67D-DEC7-C4BC-58D83DE555EB}"/>
              </a:ext>
            </a:extLst>
          </p:cNvPr>
          <p:cNvSpPr/>
          <p:nvPr/>
        </p:nvSpPr>
        <p:spPr>
          <a:xfrm>
            <a:off x="10551126" y="2157910"/>
            <a:ext cx="876300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4">
            <a:extLst>
              <a:ext uri="{FF2B5EF4-FFF2-40B4-BE49-F238E27FC236}">
                <a16:creationId xmlns:a16="http://schemas.microsoft.com/office/drawing/2014/main" id="{4CAE9CB9-32E9-DF0D-C70B-97C8B9ABA3A4}"/>
              </a:ext>
            </a:extLst>
          </p:cNvPr>
          <p:cNvSpPr/>
          <p:nvPr/>
        </p:nvSpPr>
        <p:spPr>
          <a:xfrm>
            <a:off x="10612086" y="2211250"/>
            <a:ext cx="266700" cy="0"/>
          </a:xfrm>
          <a:prstGeom prst="line">
            <a:avLst/>
          </a:prstGeom>
          <a:noFill/>
          <a:ln w="12700">
            <a:solidFill>
              <a:srgbClr val="FF00FF"/>
            </a:solidFill>
            <a:prstDash val="solid"/>
          </a:ln>
        </p:spPr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A1C88A50-6951-8960-443F-FDED72660157}"/>
              </a:ext>
            </a:extLst>
          </p:cNvPr>
          <p:cNvSpPr/>
          <p:nvPr/>
        </p:nvSpPr>
        <p:spPr>
          <a:xfrm>
            <a:off x="10916886" y="217696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TC316</a:t>
            </a:r>
            <a:endParaRPr lang="en-US" sz="833" dirty="0"/>
          </a:p>
        </p:txBody>
      </p:sp>
      <p:sp>
        <p:nvSpPr>
          <p:cNvPr id="45" name="Shape 46">
            <a:extLst>
              <a:ext uri="{FF2B5EF4-FFF2-40B4-BE49-F238E27FC236}">
                <a16:creationId xmlns:a16="http://schemas.microsoft.com/office/drawing/2014/main" id="{F9B48AD9-B9F6-1FDC-C78D-9B81358054E9}"/>
              </a:ext>
            </a:extLst>
          </p:cNvPr>
          <p:cNvSpPr/>
          <p:nvPr/>
        </p:nvSpPr>
        <p:spPr>
          <a:xfrm>
            <a:off x="10612086" y="2424610"/>
            <a:ext cx="266700" cy="0"/>
          </a:xfrm>
          <a:prstGeom prst="line">
            <a:avLst/>
          </a:prstGeom>
          <a:noFill/>
          <a:ln w="12700">
            <a:solidFill>
              <a:srgbClr val="00FF00"/>
            </a:solidFill>
            <a:prstDash val="solid"/>
          </a:ln>
        </p:spPr>
      </p:sp>
      <p:sp>
        <p:nvSpPr>
          <p:cNvPr id="46" name="Text 47">
            <a:extLst>
              <a:ext uri="{FF2B5EF4-FFF2-40B4-BE49-F238E27FC236}">
                <a16:creationId xmlns:a16="http://schemas.microsoft.com/office/drawing/2014/main" id="{C5501E02-A1B1-7432-1AB4-531617969221}"/>
              </a:ext>
            </a:extLst>
          </p:cNvPr>
          <p:cNvSpPr/>
          <p:nvPr/>
        </p:nvSpPr>
        <p:spPr>
          <a:xfrm>
            <a:off x="10916886" y="239032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en-US" sz="400" dirty="0"/>
          </a:p>
        </p:txBody>
      </p:sp>
      <p:sp>
        <p:nvSpPr>
          <p:cNvPr id="47" name="Shape 48">
            <a:extLst>
              <a:ext uri="{FF2B5EF4-FFF2-40B4-BE49-F238E27FC236}">
                <a16:creationId xmlns:a16="http://schemas.microsoft.com/office/drawing/2014/main" id="{82DBDC70-E94F-15FC-42CA-4FBE01B53574}"/>
              </a:ext>
            </a:extLst>
          </p:cNvPr>
          <p:cNvSpPr/>
          <p:nvPr/>
        </p:nvSpPr>
        <p:spPr>
          <a:xfrm>
            <a:off x="10612086" y="2637970"/>
            <a:ext cx="266700" cy="0"/>
          </a:xfrm>
          <a:prstGeom prst="line">
            <a:avLst/>
          </a:prstGeom>
          <a:noFill/>
          <a:ln w="12700">
            <a:solidFill>
              <a:srgbClr val="00FFFF"/>
            </a:solidFill>
            <a:prstDash val="solid"/>
          </a:ln>
        </p:spPr>
      </p:sp>
      <p:sp>
        <p:nvSpPr>
          <p:cNvPr id="48" name="Text 49">
            <a:extLst>
              <a:ext uri="{FF2B5EF4-FFF2-40B4-BE49-F238E27FC236}">
                <a16:creationId xmlns:a16="http://schemas.microsoft.com/office/drawing/2014/main" id="{B7DC72C8-110F-E6E7-C44B-CE108B0BBAB2}"/>
              </a:ext>
            </a:extLst>
          </p:cNvPr>
          <p:cNvSpPr/>
          <p:nvPr/>
        </p:nvSpPr>
        <p:spPr>
          <a:xfrm>
            <a:off x="10916886" y="260368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TC353</a:t>
            </a:r>
            <a:endParaRPr lang="en-US" sz="833" dirty="0"/>
          </a:p>
        </p:txBody>
      </p:sp>
      <p:sp>
        <p:nvSpPr>
          <p:cNvPr id="154" name="Text 155">
            <a:extLst>
              <a:ext uri="{FF2B5EF4-FFF2-40B4-BE49-F238E27FC236}">
                <a16:creationId xmlns:a16="http://schemas.microsoft.com/office/drawing/2014/main" id="{0A53D32E-FEEA-1643-8E34-D80282675525}"/>
              </a:ext>
            </a:extLst>
          </p:cNvPr>
          <p:cNvSpPr/>
          <p:nvPr/>
        </p:nvSpPr>
        <p:spPr>
          <a:xfrm>
            <a:off x="5145645" y="3785244"/>
            <a:ext cx="71683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X축 시간 [분]</a:t>
            </a:r>
            <a:endParaRPr lang="en-US" sz="833" dirty="0"/>
          </a:p>
        </p:txBody>
      </p:sp>
      <p:sp>
        <p:nvSpPr>
          <p:cNvPr id="155" name="Text 156">
            <a:extLst>
              <a:ext uri="{FF2B5EF4-FFF2-40B4-BE49-F238E27FC236}">
                <a16:creationId xmlns:a16="http://schemas.microsoft.com/office/drawing/2014/main" id="{46FAC36C-4ECF-DAFE-175E-B349EC9B4B85}"/>
              </a:ext>
            </a:extLst>
          </p:cNvPr>
          <p:cNvSpPr/>
          <p:nvPr/>
        </p:nvSpPr>
        <p:spPr>
          <a:xfrm>
            <a:off x="5157649" y="3975744"/>
            <a:ext cx="487680" cy="194546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33" dirty="0"/>
          </a:p>
        </p:txBody>
      </p:sp>
      <p:sp>
        <p:nvSpPr>
          <p:cNvPr id="156" name="Text 5">
            <a:extLst>
              <a:ext uri="{FF2B5EF4-FFF2-40B4-BE49-F238E27FC236}">
                <a16:creationId xmlns:a16="http://schemas.microsoft.com/office/drawing/2014/main" id="{3F69A7D2-36BF-8964-43A7-980539531C5B}"/>
              </a:ext>
            </a:extLst>
          </p:cNvPr>
          <p:cNvSpPr/>
          <p:nvPr/>
        </p:nvSpPr>
        <p:spPr>
          <a:xfrm>
            <a:off x="5091536" y="2593661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833" dirty="0"/>
          </a:p>
        </p:txBody>
      </p:sp>
      <p:sp>
        <p:nvSpPr>
          <p:cNvPr id="157" name="Text 5">
            <a:extLst>
              <a:ext uri="{FF2B5EF4-FFF2-40B4-BE49-F238E27FC236}">
                <a16:creationId xmlns:a16="http://schemas.microsoft.com/office/drawing/2014/main" id="{AB0CF0CB-AA2A-6B64-50C8-6F4E5E71B17C}"/>
              </a:ext>
            </a:extLst>
          </p:cNvPr>
          <p:cNvSpPr/>
          <p:nvPr/>
        </p:nvSpPr>
        <p:spPr>
          <a:xfrm>
            <a:off x="5082507" y="2932468"/>
            <a:ext cx="59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833" dirty="0"/>
          </a:p>
        </p:txBody>
      </p:sp>
      <p:sp>
        <p:nvSpPr>
          <p:cNvPr id="159" name="Text 45">
            <a:extLst>
              <a:ext uri="{FF2B5EF4-FFF2-40B4-BE49-F238E27FC236}">
                <a16:creationId xmlns:a16="http://schemas.microsoft.com/office/drawing/2014/main" id="{DF83C4E8-595E-265B-471F-595B840F8D1E}"/>
              </a:ext>
            </a:extLst>
          </p:cNvPr>
          <p:cNvSpPr/>
          <p:nvPr/>
        </p:nvSpPr>
        <p:spPr>
          <a:xfrm>
            <a:off x="10916886" y="239032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33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TC344</a:t>
            </a:r>
            <a:endParaRPr lang="en-US" sz="833" dirty="0"/>
          </a:p>
        </p:txBody>
      </p:sp>
      <p:sp>
        <p:nvSpPr>
          <p:cNvPr id="163" name="Text 4">
            <a:extLst>
              <a:ext uri="{FF2B5EF4-FFF2-40B4-BE49-F238E27FC236}">
                <a16:creationId xmlns:a16="http://schemas.microsoft.com/office/drawing/2014/main" id="{A797DEA9-5E5A-F7B5-FDF2-AB9258109452}"/>
              </a:ext>
            </a:extLst>
          </p:cNvPr>
          <p:cNvSpPr/>
          <p:nvPr/>
        </p:nvSpPr>
        <p:spPr>
          <a:xfrm>
            <a:off x="11433842" y="1479477"/>
            <a:ext cx="350183" cy="43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3D54BD-266C-B97E-0D10-C7DE1B4C8253}"/>
              </a:ext>
            </a:extLst>
          </p:cNvPr>
          <p:cNvSpPr txBox="1"/>
          <p:nvPr/>
        </p:nvSpPr>
        <p:spPr>
          <a:xfrm>
            <a:off x="270933" y="1222561"/>
            <a:ext cx="43100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메인 </a:t>
            </a:r>
            <a:r>
              <a:rPr lang="en-US" altLang="ko-KR" b="1" dirty="0"/>
              <a:t>UI</a:t>
            </a:r>
            <a:r>
              <a:rPr lang="ko-KR" altLang="en-US" b="1" dirty="0"/>
              <a:t>에서           클릭 시 다음과 같이 팝업 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- X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시간</a:t>
            </a:r>
            <a:endParaRPr lang="en-US" altLang="ko-KR" dirty="0"/>
          </a:p>
          <a:p>
            <a:r>
              <a:rPr lang="en-US" altLang="ko-KR" dirty="0"/>
              <a:t>  Y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 err="1"/>
              <a:t>온도값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Auto, Manual </a:t>
            </a:r>
            <a:r>
              <a:rPr lang="ko-KR" altLang="en-US" dirty="0"/>
              <a:t>모드 설정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Manual </a:t>
            </a:r>
            <a:r>
              <a:rPr lang="ko-KR" altLang="en-US" dirty="0"/>
              <a:t>모드에서 </a:t>
            </a:r>
            <a:r>
              <a:rPr lang="en-US" altLang="ko-KR" dirty="0"/>
              <a:t>Y</a:t>
            </a:r>
            <a:r>
              <a:rPr lang="ko-KR" altLang="en-US" dirty="0"/>
              <a:t>축 최댓값</a:t>
            </a:r>
            <a:r>
              <a:rPr lang="en-US" altLang="ko-KR" dirty="0"/>
              <a:t>, </a:t>
            </a:r>
            <a:r>
              <a:rPr lang="ko-KR" altLang="en-US" dirty="0"/>
              <a:t>최솟값 설정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X</a:t>
            </a:r>
            <a:r>
              <a:rPr lang="ko-KR" altLang="en-US" dirty="0"/>
              <a:t>축 시간 설정 가능</a:t>
            </a:r>
            <a:r>
              <a:rPr lang="en-US" altLang="ko-KR" dirty="0"/>
              <a:t>(1</a:t>
            </a:r>
            <a:r>
              <a:rPr lang="ko-KR" altLang="en-US" dirty="0"/>
              <a:t>분</a:t>
            </a:r>
            <a:r>
              <a:rPr lang="en-US" altLang="ko-KR" dirty="0"/>
              <a:t>~10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FFF332F-B449-F2CE-9168-5435C3DF1FCF}"/>
              </a:ext>
            </a:extLst>
          </p:cNvPr>
          <p:cNvSpPr/>
          <p:nvPr/>
        </p:nvSpPr>
        <p:spPr>
          <a:xfrm>
            <a:off x="2050036" y="1279973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HR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9" name="Shape 50">
            <a:extLst>
              <a:ext uri="{FF2B5EF4-FFF2-40B4-BE49-F238E27FC236}">
                <a16:creationId xmlns:a16="http://schemas.microsoft.com/office/drawing/2014/main" id="{F466BBA6-03C0-6CDA-A605-368AE4891C75}"/>
              </a:ext>
            </a:extLst>
          </p:cNvPr>
          <p:cNvSpPr/>
          <p:nvPr/>
        </p:nvSpPr>
        <p:spPr>
          <a:xfrm>
            <a:off x="10612086" y="2851330"/>
            <a:ext cx="266700" cy="0"/>
          </a:xfrm>
          <a:prstGeom prst="line">
            <a:avLst/>
          </a:prstGeom>
          <a:noFill/>
          <a:ln w="12700">
            <a:solidFill>
              <a:srgbClr val="FFFF00"/>
            </a:solidFill>
            <a:prstDash val="solid"/>
          </a:ln>
        </p:spPr>
      </p:sp>
      <p:sp>
        <p:nvSpPr>
          <p:cNvPr id="50" name="Text 51">
            <a:extLst>
              <a:ext uri="{FF2B5EF4-FFF2-40B4-BE49-F238E27FC236}">
                <a16:creationId xmlns:a16="http://schemas.microsoft.com/office/drawing/2014/main" id="{CFB29CF9-2E1F-49AA-8A6D-BC26BB6B8A72}"/>
              </a:ext>
            </a:extLst>
          </p:cNvPr>
          <p:cNvSpPr/>
          <p:nvPr/>
        </p:nvSpPr>
        <p:spPr>
          <a:xfrm>
            <a:off x="10916886" y="2817040"/>
            <a:ext cx="480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8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TC393</a:t>
            </a:r>
            <a:endParaRPr lang="en-US" sz="833" dirty="0"/>
          </a:p>
        </p:txBody>
      </p:sp>
    </p:spTree>
    <p:extLst>
      <p:ext uri="{BB962C8B-B14F-4D97-AF65-F5344CB8AC3E}">
        <p14:creationId xmlns:p14="http://schemas.microsoft.com/office/powerpoint/2010/main" val="160481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0E4034-9B46-64C3-D5F2-18DFA3EDF4B3}"/>
              </a:ext>
            </a:extLst>
          </p:cNvPr>
          <p:cNvSpPr txBox="1"/>
          <p:nvPr/>
        </p:nvSpPr>
        <p:spPr>
          <a:xfrm>
            <a:off x="2994439" y="1137566"/>
            <a:ext cx="620312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메인 </a:t>
            </a:r>
            <a:r>
              <a:rPr lang="en-US" altLang="ko-KR" b="1" dirty="0"/>
              <a:t>UI</a:t>
            </a:r>
            <a:r>
              <a:rPr lang="ko-KR" altLang="en-US" b="1" dirty="0"/>
              <a:t>에서           클릭 시 다음 슬라이드와 같이 팝업 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각 셀의 전압 표시 그래프</a:t>
            </a:r>
            <a:r>
              <a:rPr lang="en-US" altLang="ko-KR" dirty="0"/>
              <a:t>(X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셀 번호</a:t>
            </a:r>
            <a:r>
              <a:rPr lang="en-US" altLang="ko-KR" dirty="0"/>
              <a:t>, Y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전압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특정 셀의 시간별 전압 그래프</a:t>
            </a:r>
            <a:r>
              <a:rPr lang="en-US" altLang="ko-KR" dirty="0"/>
              <a:t>(X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시간</a:t>
            </a:r>
            <a:r>
              <a:rPr lang="en-US" altLang="ko-KR" dirty="0"/>
              <a:t>, Y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전압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시간별 평균 셀 전압 그래프</a:t>
            </a:r>
            <a:r>
              <a:rPr lang="en-US" altLang="ko-KR" dirty="0"/>
              <a:t>(X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시간</a:t>
            </a:r>
            <a:r>
              <a:rPr lang="en-US" altLang="ko-KR" dirty="0"/>
              <a:t>, Y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전압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저전압</a:t>
            </a:r>
            <a:r>
              <a:rPr lang="ko-KR" altLang="en-US" dirty="0"/>
              <a:t> 기준</a:t>
            </a:r>
            <a:r>
              <a:rPr lang="en-US" altLang="ko-KR" dirty="0"/>
              <a:t>, (</a:t>
            </a:r>
            <a:r>
              <a:rPr lang="ko-KR" altLang="en-US" dirty="0"/>
              <a:t>최대</a:t>
            </a:r>
            <a:r>
              <a:rPr lang="en-US" altLang="ko-KR" dirty="0"/>
              <a:t>-</a:t>
            </a:r>
            <a:r>
              <a:rPr lang="ko-KR" altLang="en-US" dirty="0"/>
              <a:t>최소</a:t>
            </a:r>
            <a:r>
              <a:rPr lang="en-US" altLang="ko-KR" dirty="0"/>
              <a:t>)</a:t>
            </a:r>
            <a:r>
              <a:rPr lang="ko-KR" altLang="en-US" dirty="0"/>
              <a:t>기준</a:t>
            </a:r>
            <a:r>
              <a:rPr lang="en-US" altLang="ko-KR" dirty="0"/>
              <a:t>, </a:t>
            </a:r>
            <a:r>
              <a:rPr lang="ko-KR" altLang="en-US" dirty="0"/>
              <a:t>셀 번호</a:t>
            </a:r>
            <a:r>
              <a:rPr lang="en-US" altLang="ko-KR" dirty="0"/>
              <a:t>(</a:t>
            </a:r>
            <a:r>
              <a:rPr lang="ko-KR" altLang="en-US" dirty="0"/>
              <a:t>그래프</a:t>
            </a:r>
            <a:r>
              <a:rPr lang="en-US" altLang="ko-KR" dirty="0"/>
              <a:t>), LPF</a:t>
            </a:r>
            <a:r>
              <a:rPr lang="ko-KR" altLang="en-US" dirty="0"/>
              <a:t> </a:t>
            </a:r>
            <a:r>
              <a:rPr lang="en-US" altLang="ko-KR" dirty="0"/>
              <a:t>Parameter, </a:t>
            </a:r>
            <a:r>
              <a:rPr lang="ko-KR" altLang="en-US" dirty="0"/>
              <a:t>그래프 표시 시간 설정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(</a:t>
            </a:r>
            <a:r>
              <a:rPr lang="ko-KR" altLang="en-US" dirty="0"/>
              <a:t>최대</a:t>
            </a:r>
            <a:r>
              <a:rPr lang="en-US" altLang="ko-KR" dirty="0"/>
              <a:t>-</a:t>
            </a:r>
            <a:r>
              <a:rPr lang="ko-KR" altLang="en-US" dirty="0"/>
              <a:t>최소</a:t>
            </a:r>
            <a:r>
              <a:rPr lang="en-US" altLang="ko-KR" dirty="0"/>
              <a:t>) </a:t>
            </a:r>
            <a:r>
              <a:rPr lang="ko-KR" altLang="en-US" dirty="0"/>
              <a:t>값이 설정한 기준보다 높을 시</a:t>
            </a:r>
            <a:r>
              <a:rPr lang="en-US" altLang="ko-KR" dirty="0"/>
              <a:t>, (</a:t>
            </a:r>
            <a:r>
              <a:rPr lang="ko-KR" altLang="en-US" dirty="0"/>
              <a:t>최대</a:t>
            </a:r>
            <a:r>
              <a:rPr lang="en-US" altLang="ko-KR" dirty="0"/>
              <a:t>-</a:t>
            </a:r>
            <a:r>
              <a:rPr lang="ko-KR" altLang="en-US" dirty="0"/>
              <a:t>최소</a:t>
            </a:r>
            <a:r>
              <a:rPr lang="en-US" altLang="ko-KR" dirty="0"/>
              <a:t>)</a:t>
            </a:r>
            <a:r>
              <a:rPr lang="ko-KR" altLang="en-US" dirty="0"/>
              <a:t>상태 램프 점등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- Auto, Manual </a:t>
            </a:r>
            <a:r>
              <a:rPr lang="ko-KR" altLang="en-US" dirty="0"/>
              <a:t>모드 설정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Manual </a:t>
            </a:r>
            <a:r>
              <a:rPr lang="ko-KR" altLang="en-US" dirty="0"/>
              <a:t>모드에서 </a:t>
            </a:r>
            <a:r>
              <a:rPr lang="en-US" altLang="ko-KR" dirty="0"/>
              <a:t>Y</a:t>
            </a:r>
            <a:r>
              <a:rPr lang="ko-KR" altLang="en-US" dirty="0"/>
              <a:t>축 최댓값</a:t>
            </a:r>
            <a:r>
              <a:rPr lang="en-US" altLang="ko-KR" dirty="0"/>
              <a:t>, </a:t>
            </a:r>
            <a:r>
              <a:rPr lang="ko-KR" altLang="en-US" dirty="0"/>
              <a:t>최솟값 설정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E68AC6-1D99-33B4-A5E8-C600B3A658F6}"/>
              </a:ext>
            </a:extLst>
          </p:cNvPr>
          <p:cNvSpPr/>
          <p:nvPr/>
        </p:nvSpPr>
        <p:spPr>
          <a:xfrm>
            <a:off x="4781410" y="1187255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CVM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526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Shape 0">
            <a:extLst>
              <a:ext uri="{FF2B5EF4-FFF2-40B4-BE49-F238E27FC236}">
                <a16:creationId xmlns:a16="http://schemas.microsoft.com/office/drawing/2014/main" id="{B5966B8E-B54C-C4A8-0FF0-0292B8BCF7FB}"/>
              </a:ext>
            </a:extLst>
          </p:cNvPr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985AD99E-7665-FBAD-364B-F923DDD8DF6A}"/>
              </a:ext>
            </a:extLst>
          </p:cNvPr>
          <p:cNvSpPr/>
          <p:nvPr/>
        </p:nvSpPr>
        <p:spPr>
          <a:xfrm>
            <a:off x="38100" y="38100"/>
            <a:ext cx="12115800" cy="213360"/>
          </a:xfrm>
          <a:prstGeom prst="rect">
            <a:avLst/>
          </a:prstGeom>
          <a:solidFill>
            <a:srgbClr val="F7F7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CF482A6-FA59-7569-2080-36F625530AF1}"/>
              </a:ext>
            </a:extLst>
          </p:cNvPr>
          <p:cNvSpPr/>
          <p:nvPr/>
        </p:nvSpPr>
        <p:spPr>
          <a:xfrm>
            <a:off x="91440" y="83820"/>
            <a:ext cx="121920" cy="121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DA06E6D-7817-4B55-32ED-C6EB1EDD540F}"/>
              </a:ext>
            </a:extLst>
          </p:cNvPr>
          <p:cNvSpPr/>
          <p:nvPr/>
        </p:nvSpPr>
        <p:spPr>
          <a:xfrm>
            <a:off x="251460" y="64770"/>
            <a:ext cx="243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CVM Graph</a:t>
            </a:r>
            <a:endParaRPr lang="en-US" sz="833" b="1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1115CB9-D9EA-E163-9552-2E2DA148728B}"/>
              </a:ext>
            </a:extLst>
          </p:cNvPr>
          <p:cNvSpPr/>
          <p:nvPr/>
        </p:nvSpPr>
        <p:spPr>
          <a:xfrm>
            <a:off x="11848088" y="26367"/>
            <a:ext cx="28268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33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FF1F7DE-A0D3-EED2-11A6-F56D548167DC}"/>
              </a:ext>
            </a:extLst>
          </p:cNvPr>
          <p:cNvSpPr/>
          <p:nvPr/>
        </p:nvSpPr>
        <p:spPr>
          <a:xfrm>
            <a:off x="342900" y="36576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전압</a:t>
            </a:r>
            <a:endParaRPr lang="en-US" sz="833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D4857CB-2390-569B-1C26-D710501BF230}"/>
              </a:ext>
            </a:extLst>
          </p:cNvPr>
          <p:cNvSpPr/>
          <p:nvPr/>
        </p:nvSpPr>
        <p:spPr>
          <a:xfrm>
            <a:off x="1120140" y="35814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</a:t>
            </a:r>
            <a:endParaRPr lang="en-US" sz="833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62FA8E7-CD51-51E8-D2B6-B435DAB18518}"/>
              </a:ext>
            </a:extLst>
          </p:cNvPr>
          <p:cNvSpPr/>
          <p:nvPr/>
        </p:nvSpPr>
        <p:spPr>
          <a:xfrm>
            <a:off x="342900" y="57912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셀 전압</a:t>
            </a:r>
            <a:endParaRPr lang="en-US" sz="833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48F0C27-87DC-936A-AC73-339EF5643719}"/>
              </a:ext>
            </a:extLst>
          </p:cNvPr>
          <p:cNvSpPr/>
          <p:nvPr/>
        </p:nvSpPr>
        <p:spPr>
          <a:xfrm>
            <a:off x="1120140" y="57150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</a:t>
            </a:r>
            <a:endParaRPr lang="en-US" sz="833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FAC4F9B8-E85E-0EB9-8D5E-70118D1D3A65}"/>
              </a:ext>
            </a:extLst>
          </p:cNvPr>
          <p:cNvSpPr/>
          <p:nvPr/>
        </p:nvSpPr>
        <p:spPr>
          <a:xfrm>
            <a:off x="342900" y="79248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셀 전압</a:t>
            </a:r>
            <a:endParaRPr lang="en-US" sz="833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7421E49-A3A5-7354-34DE-04382057431F}"/>
              </a:ext>
            </a:extLst>
          </p:cNvPr>
          <p:cNvSpPr/>
          <p:nvPr/>
        </p:nvSpPr>
        <p:spPr>
          <a:xfrm>
            <a:off x="1120140" y="78486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</a:t>
            </a:r>
            <a:endParaRPr lang="en-US" sz="833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9A0711D-EB2E-C4CE-30F7-A04CFA6759D7}"/>
              </a:ext>
            </a:extLst>
          </p:cNvPr>
          <p:cNvSpPr/>
          <p:nvPr/>
        </p:nvSpPr>
        <p:spPr>
          <a:xfrm>
            <a:off x="342900" y="100584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저전압 기준</a:t>
            </a:r>
            <a:endParaRPr lang="en-US" sz="833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0BBB391-CFE7-6EFC-31BB-0C5124FBB6BD}"/>
              </a:ext>
            </a:extLst>
          </p:cNvPr>
          <p:cNvSpPr/>
          <p:nvPr/>
        </p:nvSpPr>
        <p:spPr>
          <a:xfrm>
            <a:off x="1120140" y="99822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1.30</a:t>
            </a:r>
            <a:endParaRPr lang="en-US" sz="833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4E50D30-E34B-A269-DAEC-1FCA987870D1}"/>
              </a:ext>
            </a:extLst>
          </p:cNvPr>
          <p:cNvSpPr/>
          <p:nvPr/>
        </p:nvSpPr>
        <p:spPr>
          <a:xfrm>
            <a:off x="342900" y="121920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저전압 셀 개수</a:t>
            </a:r>
            <a:endParaRPr lang="en-US" sz="833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9F75964-6100-7276-2736-17F4AEF5E22D}"/>
              </a:ext>
            </a:extLst>
          </p:cNvPr>
          <p:cNvSpPr/>
          <p:nvPr/>
        </p:nvSpPr>
        <p:spPr>
          <a:xfrm>
            <a:off x="1120140" y="121158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33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C9179553-D973-D98C-8697-2E91A5E8A7D0}"/>
              </a:ext>
            </a:extLst>
          </p:cNvPr>
          <p:cNvSpPr/>
          <p:nvPr/>
        </p:nvSpPr>
        <p:spPr>
          <a:xfrm>
            <a:off x="91440" y="1497330"/>
            <a:ext cx="975360" cy="15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(최대-최소)셀전압</a:t>
            </a:r>
            <a:endParaRPr lang="en-US" sz="833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CC44287F-6C0B-5CC6-1AE0-C4D710B9EAF0}"/>
              </a:ext>
            </a:extLst>
          </p:cNvPr>
          <p:cNvSpPr/>
          <p:nvPr/>
        </p:nvSpPr>
        <p:spPr>
          <a:xfrm>
            <a:off x="1120140" y="153924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</a:t>
            </a:r>
            <a:endParaRPr lang="en-US" sz="833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119D4043-0E2B-F61B-D8D8-9BE1133A2707}"/>
              </a:ext>
            </a:extLst>
          </p:cNvPr>
          <p:cNvSpPr/>
          <p:nvPr/>
        </p:nvSpPr>
        <p:spPr>
          <a:xfrm>
            <a:off x="213360" y="1752600"/>
            <a:ext cx="8534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(최대-최소)기준</a:t>
            </a:r>
            <a:endParaRPr lang="en-US" sz="833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7167AA6E-C25F-A70D-F959-A4409A293479}"/>
              </a:ext>
            </a:extLst>
          </p:cNvPr>
          <p:cNvSpPr/>
          <p:nvPr/>
        </p:nvSpPr>
        <p:spPr>
          <a:xfrm>
            <a:off x="1120140" y="1752600"/>
            <a:ext cx="472440" cy="129540"/>
          </a:xfrm>
          <a:prstGeom prst="rect">
            <a:avLst/>
          </a:prstGeom>
          <a:solidFill>
            <a:srgbClr val="FFF200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</a:t>
            </a:r>
            <a:endParaRPr lang="en-US" sz="833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57FEE29-FF5A-CC4C-5493-348A1EA844FD}"/>
              </a:ext>
            </a:extLst>
          </p:cNvPr>
          <p:cNvSpPr/>
          <p:nvPr/>
        </p:nvSpPr>
        <p:spPr>
          <a:xfrm>
            <a:off x="155098" y="1915857"/>
            <a:ext cx="91170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(최대-최소)상태</a:t>
            </a:r>
            <a:endParaRPr lang="en-US" sz="833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847C0E16-1E2C-78DB-2D14-DBD3B0A8640D}"/>
              </a:ext>
            </a:extLst>
          </p:cNvPr>
          <p:cNvSpPr/>
          <p:nvPr/>
        </p:nvSpPr>
        <p:spPr>
          <a:xfrm>
            <a:off x="1112520" y="1965960"/>
            <a:ext cx="472440" cy="121920"/>
          </a:xfrm>
          <a:prstGeom prst="rect">
            <a:avLst/>
          </a:prstGeom>
          <a:solidFill>
            <a:srgbClr val="304E20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7B386833-A17E-8489-C295-D77CA2D40325}"/>
              </a:ext>
            </a:extLst>
          </p:cNvPr>
          <p:cNvSpPr/>
          <p:nvPr/>
        </p:nvSpPr>
        <p:spPr>
          <a:xfrm>
            <a:off x="155098" y="2376293"/>
            <a:ext cx="911703" cy="10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번호(그래프)</a:t>
            </a:r>
            <a:endParaRPr lang="en-US" sz="833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001E14B7-FAB5-D642-3510-DDE01ADE27B8}"/>
              </a:ext>
            </a:extLst>
          </p:cNvPr>
          <p:cNvSpPr/>
          <p:nvPr/>
        </p:nvSpPr>
        <p:spPr>
          <a:xfrm>
            <a:off x="1120140" y="236220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33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5907634A-7E79-3825-4017-9EB33F87C4CF}"/>
              </a:ext>
            </a:extLst>
          </p:cNvPr>
          <p:cNvSpPr/>
          <p:nvPr/>
        </p:nvSpPr>
        <p:spPr>
          <a:xfrm>
            <a:off x="155098" y="2537460"/>
            <a:ext cx="911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전압(그래프)</a:t>
            </a:r>
            <a:endParaRPr lang="en-US" sz="833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6AF3EE9-3E47-3CF0-6D68-B6467A341CD1}"/>
              </a:ext>
            </a:extLst>
          </p:cNvPr>
          <p:cNvSpPr/>
          <p:nvPr/>
        </p:nvSpPr>
        <p:spPr>
          <a:xfrm>
            <a:off x="1120140" y="257556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</a:t>
            </a:r>
            <a:endParaRPr lang="en-US" sz="833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2A215D46-519D-20B5-B79C-62CFE0A6F44F}"/>
              </a:ext>
            </a:extLst>
          </p:cNvPr>
          <p:cNvSpPr/>
          <p:nvPr/>
        </p:nvSpPr>
        <p:spPr>
          <a:xfrm>
            <a:off x="342900" y="299466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 paramter</a:t>
            </a:r>
            <a:endParaRPr lang="en-US" sz="833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AEC58254-504F-F224-F649-9585DF9FCF39}"/>
              </a:ext>
            </a:extLst>
          </p:cNvPr>
          <p:cNvSpPr/>
          <p:nvPr/>
        </p:nvSpPr>
        <p:spPr>
          <a:xfrm>
            <a:off x="1120140" y="298704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</a:t>
            </a:r>
            <a:endParaRPr lang="en-US" sz="833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7B15DC1D-A43C-2B61-516A-160BDBA97378}"/>
              </a:ext>
            </a:extLst>
          </p:cNvPr>
          <p:cNvSpPr/>
          <p:nvPr/>
        </p:nvSpPr>
        <p:spPr>
          <a:xfrm>
            <a:off x="342900" y="320802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X축 시간[분]</a:t>
            </a:r>
            <a:endParaRPr lang="en-US" sz="833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FF94C83B-5650-F52E-9A20-F024DE031265}"/>
              </a:ext>
            </a:extLst>
          </p:cNvPr>
          <p:cNvSpPr/>
          <p:nvPr/>
        </p:nvSpPr>
        <p:spPr>
          <a:xfrm>
            <a:off x="1120140" y="320040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833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59107F38-FD3F-7B3F-E0A2-7501B7B17EAD}"/>
              </a:ext>
            </a:extLst>
          </p:cNvPr>
          <p:cNvSpPr/>
          <p:nvPr/>
        </p:nvSpPr>
        <p:spPr>
          <a:xfrm>
            <a:off x="1844040" y="34290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33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1</a:t>
            </a:r>
            <a:endParaRPr lang="en-US" sz="833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9FB3F71B-DDBA-0FB1-6DE4-06F63DA1A2A0}"/>
              </a:ext>
            </a:extLst>
          </p:cNvPr>
          <p:cNvSpPr/>
          <p:nvPr/>
        </p:nvSpPr>
        <p:spPr>
          <a:xfrm>
            <a:off x="1943100" y="571500"/>
            <a:ext cx="7010400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8137C876-E0D3-AAB9-656A-DE96CD89A6C6}"/>
              </a:ext>
            </a:extLst>
          </p:cNvPr>
          <p:cNvSpPr/>
          <p:nvPr/>
        </p:nvSpPr>
        <p:spPr>
          <a:xfrm>
            <a:off x="2644140" y="5715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43C1F0C7-489E-C43F-6AB7-09AC4FAC7E38}"/>
              </a:ext>
            </a:extLst>
          </p:cNvPr>
          <p:cNvSpPr/>
          <p:nvPr/>
        </p:nvSpPr>
        <p:spPr>
          <a:xfrm>
            <a:off x="3345180" y="5715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3C46E458-F439-8711-C1E0-EDD0E1DD5E30}"/>
              </a:ext>
            </a:extLst>
          </p:cNvPr>
          <p:cNvSpPr/>
          <p:nvPr/>
        </p:nvSpPr>
        <p:spPr>
          <a:xfrm>
            <a:off x="4046220" y="5715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2DB040EE-BD09-47DD-60A7-D5B39130A6BF}"/>
              </a:ext>
            </a:extLst>
          </p:cNvPr>
          <p:cNvSpPr/>
          <p:nvPr/>
        </p:nvSpPr>
        <p:spPr>
          <a:xfrm>
            <a:off x="4747260" y="5715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B6758AD2-17E1-7FA3-DF20-05F7434EBE46}"/>
              </a:ext>
            </a:extLst>
          </p:cNvPr>
          <p:cNvSpPr/>
          <p:nvPr/>
        </p:nvSpPr>
        <p:spPr>
          <a:xfrm>
            <a:off x="5448300" y="5715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A60E37DD-2FF9-A6E9-E129-5FEB2149A46A}"/>
              </a:ext>
            </a:extLst>
          </p:cNvPr>
          <p:cNvSpPr/>
          <p:nvPr/>
        </p:nvSpPr>
        <p:spPr>
          <a:xfrm>
            <a:off x="6149340" y="5715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DE94F98F-2252-0D6D-F09C-F4A64B49E792}"/>
              </a:ext>
            </a:extLst>
          </p:cNvPr>
          <p:cNvSpPr/>
          <p:nvPr/>
        </p:nvSpPr>
        <p:spPr>
          <a:xfrm>
            <a:off x="6850380" y="5715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EB678601-F2CE-4618-935D-D4C7D6FF0866}"/>
              </a:ext>
            </a:extLst>
          </p:cNvPr>
          <p:cNvSpPr/>
          <p:nvPr/>
        </p:nvSpPr>
        <p:spPr>
          <a:xfrm>
            <a:off x="7551420" y="5715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" name="Shape 39">
            <a:extLst>
              <a:ext uri="{FF2B5EF4-FFF2-40B4-BE49-F238E27FC236}">
                <a16:creationId xmlns:a16="http://schemas.microsoft.com/office/drawing/2014/main" id="{1364B240-F06C-A5EE-1A00-38ACC8739CB2}"/>
              </a:ext>
            </a:extLst>
          </p:cNvPr>
          <p:cNvSpPr/>
          <p:nvPr/>
        </p:nvSpPr>
        <p:spPr>
          <a:xfrm>
            <a:off x="8252460" y="5715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F91E01B4-85D3-6459-505D-115EF9699C72}"/>
              </a:ext>
            </a:extLst>
          </p:cNvPr>
          <p:cNvSpPr/>
          <p:nvPr/>
        </p:nvSpPr>
        <p:spPr>
          <a:xfrm>
            <a:off x="1943100" y="777240"/>
            <a:ext cx="70104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AD77025D-6BF5-3B9F-8411-F35D2F766226}"/>
              </a:ext>
            </a:extLst>
          </p:cNvPr>
          <p:cNvSpPr/>
          <p:nvPr/>
        </p:nvSpPr>
        <p:spPr>
          <a:xfrm>
            <a:off x="1943100" y="982980"/>
            <a:ext cx="70104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B7193B69-994A-9B3C-832C-D7921DEED953}"/>
              </a:ext>
            </a:extLst>
          </p:cNvPr>
          <p:cNvSpPr/>
          <p:nvPr/>
        </p:nvSpPr>
        <p:spPr>
          <a:xfrm>
            <a:off x="1943100" y="1188720"/>
            <a:ext cx="70104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B37ED093-36B7-08F0-9B8A-7C124382FF15}"/>
              </a:ext>
            </a:extLst>
          </p:cNvPr>
          <p:cNvSpPr/>
          <p:nvPr/>
        </p:nvSpPr>
        <p:spPr>
          <a:xfrm>
            <a:off x="1943100" y="1394460"/>
            <a:ext cx="70104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5" name="Shape 44">
            <a:extLst>
              <a:ext uri="{FF2B5EF4-FFF2-40B4-BE49-F238E27FC236}">
                <a16:creationId xmlns:a16="http://schemas.microsoft.com/office/drawing/2014/main" id="{5CD673E5-1861-41F9-F230-CBF88832A42A}"/>
              </a:ext>
            </a:extLst>
          </p:cNvPr>
          <p:cNvSpPr/>
          <p:nvPr/>
        </p:nvSpPr>
        <p:spPr>
          <a:xfrm>
            <a:off x="1943100" y="67437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CBAA8428-303A-A518-ABCD-1D8CB2E19E41}"/>
              </a:ext>
            </a:extLst>
          </p:cNvPr>
          <p:cNvSpPr/>
          <p:nvPr/>
        </p:nvSpPr>
        <p:spPr>
          <a:xfrm>
            <a:off x="1943100" y="77724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48C9BF3A-FD3C-1573-1129-FDE47BD107A5}"/>
              </a:ext>
            </a:extLst>
          </p:cNvPr>
          <p:cNvSpPr/>
          <p:nvPr/>
        </p:nvSpPr>
        <p:spPr>
          <a:xfrm>
            <a:off x="1943100" y="88011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8" name="Shape 47">
            <a:extLst>
              <a:ext uri="{FF2B5EF4-FFF2-40B4-BE49-F238E27FC236}">
                <a16:creationId xmlns:a16="http://schemas.microsoft.com/office/drawing/2014/main" id="{6FCF81BB-2DC9-21AF-6F1B-41E7A221C720}"/>
              </a:ext>
            </a:extLst>
          </p:cNvPr>
          <p:cNvSpPr/>
          <p:nvPr/>
        </p:nvSpPr>
        <p:spPr>
          <a:xfrm>
            <a:off x="1943100" y="98298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9" name="Shape 48">
            <a:extLst>
              <a:ext uri="{FF2B5EF4-FFF2-40B4-BE49-F238E27FC236}">
                <a16:creationId xmlns:a16="http://schemas.microsoft.com/office/drawing/2014/main" id="{D8237FDF-014A-50E5-E6BB-B4C2ACB3A44C}"/>
              </a:ext>
            </a:extLst>
          </p:cNvPr>
          <p:cNvSpPr/>
          <p:nvPr/>
        </p:nvSpPr>
        <p:spPr>
          <a:xfrm>
            <a:off x="1943100" y="108585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0" name="Shape 49">
            <a:extLst>
              <a:ext uri="{FF2B5EF4-FFF2-40B4-BE49-F238E27FC236}">
                <a16:creationId xmlns:a16="http://schemas.microsoft.com/office/drawing/2014/main" id="{77D120D6-1064-788F-D4AB-F9825909E0B8}"/>
              </a:ext>
            </a:extLst>
          </p:cNvPr>
          <p:cNvSpPr/>
          <p:nvPr/>
        </p:nvSpPr>
        <p:spPr>
          <a:xfrm>
            <a:off x="1943100" y="118872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B065201B-6540-1C82-4B30-0698D500D1E9}"/>
              </a:ext>
            </a:extLst>
          </p:cNvPr>
          <p:cNvSpPr/>
          <p:nvPr/>
        </p:nvSpPr>
        <p:spPr>
          <a:xfrm>
            <a:off x="1943100" y="129159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2" name="Shape 51">
            <a:extLst>
              <a:ext uri="{FF2B5EF4-FFF2-40B4-BE49-F238E27FC236}">
                <a16:creationId xmlns:a16="http://schemas.microsoft.com/office/drawing/2014/main" id="{D832985F-D6BC-0FE3-807C-773DA51C233C}"/>
              </a:ext>
            </a:extLst>
          </p:cNvPr>
          <p:cNvSpPr/>
          <p:nvPr/>
        </p:nvSpPr>
        <p:spPr>
          <a:xfrm>
            <a:off x="1943100" y="139446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3" name="Shape 52">
            <a:extLst>
              <a:ext uri="{FF2B5EF4-FFF2-40B4-BE49-F238E27FC236}">
                <a16:creationId xmlns:a16="http://schemas.microsoft.com/office/drawing/2014/main" id="{92C0D80A-D96F-6524-FAA4-6B9EEC8EAF67}"/>
              </a:ext>
            </a:extLst>
          </p:cNvPr>
          <p:cNvSpPr/>
          <p:nvPr/>
        </p:nvSpPr>
        <p:spPr>
          <a:xfrm>
            <a:off x="1943100" y="149733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4" name="Text 53">
            <a:extLst>
              <a:ext uri="{FF2B5EF4-FFF2-40B4-BE49-F238E27FC236}">
                <a16:creationId xmlns:a16="http://schemas.microsoft.com/office/drawing/2014/main" id="{F5B388FA-8816-9685-89DE-352EA53F32D1}"/>
              </a:ext>
            </a:extLst>
          </p:cNvPr>
          <p:cNvSpPr/>
          <p:nvPr/>
        </p:nvSpPr>
        <p:spPr>
          <a:xfrm>
            <a:off x="1684020" y="5486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</a:t>
            </a:r>
            <a:endParaRPr lang="en-US" sz="833" dirty="0"/>
          </a:p>
        </p:txBody>
      </p:sp>
      <p:sp>
        <p:nvSpPr>
          <p:cNvPr id="55" name="Text 54">
            <a:extLst>
              <a:ext uri="{FF2B5EF4-FFF2-40B4-BE49-F238E27FC236}">
                <a16:creationId xmlns:a16="http://schemas.microsoft.com/office/drawing/2014/main" id="{F873B5F8-9568-0EC4-69BD-EA95FB9ABCC1}"/>
              </a:ext>
            </a:extLst>
          </p:cNvPr>
          <p:cNvSpPr/>
          <p:nvPr/>
        </p:nvSpPr>
        <p:spPr>
          <a:xfrm>
            <a:off x="1684020" y="7543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</a:t>
            </a:r>
            <a:endParaRPr lang="en-US" sz="833" dirty="0"/>
          </a:p>
        </p:txBody>
      </p:sp>
      <p:sp>
        <p:nvSpPr>
          <p:cNvPr id="56" name="Text 55">
            <a:extLst>
              <a:ext uri="{FF2B5EF4-FFF2-40B4-BE49-F238E27FC236}">
                <a16:creationId xmlns:a16="http://schemas.microsoft.com/office/drawing/2014/main" id="{B7FD8A79-EE5F-9E77-4AD4-DDCAB7612B8A}"/>
              </a:ext>
            </a:extLst>
          </p:cNvPr>
          <p:cNvSpPr/>
          <p:nvPr/>
        </p:nvSpPr>
        <p:spPr>
          <a:xfrm>
            <a:off x="1684020" y="96012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3.00</a:t>
            </a:r>
            <a:endParaRPr lang="en-US" sz="833" dirty="0"/>
          </a:p>
        </p:txBody>
      </p:sp>
      <p:sp>
        <p:nvSpPr>
          <p:cNvPr id="57" name="Text 56">
            <a:extLst>
              <a:ext uri="{FF2B5EF4-FFF2-40B4-BE49-F238E27FC236}">
                <a16:creationId xmlns:a16="http://schemas.microsoft.com/office/drawing/2014/main" id="{2E63B9C7-ACB1-CACD-DD5C-93EC1E090C19}"/>
              </a:ext>
            </a:extLst>
          </p:cNvPr>
          <p:cNvSpPr/>
          <p:nvPr/>
        </p:nvSpPr>
        <p:spPr>
          <a:xfrm>
            <a:off x="1684020" y="116586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</a:t>
            </a:r>
            <a:endParaRPr lang="en-US" sz="833" dirty="0"/>
          </a:p>
        </p:txBody>
      </p:sp>
      <p:sp>
        <p:nvSpPr>
          <p:cNvPr id="58" name="Text 57">
            <a:extLst>
              <a:ext uri="{FF2B5EF4-FFF2-40B4-BE49-F238E27FC236}">
                <a16:creationId xmlns:a16="http://schemas.microsoft.com/office/drawing/2014/main" id="{2B73F718-B13E-176D-7B8A-4964879C6F41}"/>
              </a:ext>
            </a:extLst>
          </p:cNvPr>
          <p:cNvSpPr/>
          <p:nvPr/>
        </p:nvSpPr>
        <p:spPr>
          <a:xfrm>
            <a:off x="1684020" y="13716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833" dirty="0"/>
          </a:p>
        </p:txBody>
      </p:sp>
      <p:sp>
        <p:nvSpPr>
          <p:cNvPr id="59" name="Text 58">
            <a:extLst>
              <a:ext uri="{FF2B5EF4-FFF2-40B4-BE49-F238E27FC236}">
                <a16:creationId xmlns:a16="http://schemas.microsoft.com/office/drawing/2014/main" id="{9E79D0B9-085A-4074-194F-F4C5DDEF86FC}"/>
              </a:ext>
            </a:extLst>
          </p:cNvPr>
          <p:cNvSpPr/>
          <p:nvPr/>
        </p:nvSpPr>
        <p:spPr>
          <a:xfrm>
            <a:off x="1684020" y="15773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833" dirty="0"/>
          </a:p>
        </p:txBody>
      </p:sp>
      <p:sp>
        <p:nvSpPr>
          <p:cNvPr id="60" name="Text 59">
            <a:extLst>
              <a:ext uri="{FF2B5EF4-FFF2-40B4-BE49-F238E27FC236}">
                <a16:creationId xmlns:a16="http://schemas.microsoft.com/office/drawing/2014/main" id="{74FD108D-4FB1-2DE9-793A-672D86D89377}"/>
              </a:ext>
            </a:extLst>
          </p:cNvPr>
          <p:cNvSpPr/>
          <p:nvPr/>
        </p:nvSpPr>
        <p:spPr>
          <a:xfrm>
            <a:off x="1912620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83" dirty="0"/>
          </a:p>
        </p:txBody>
      </p:sp>
      <p:sp>
        <p:nvSpPr>
          <p:cNvPr id="61" name="Text 60">
            <a:extLst>
              <a:ext uri="{FF2B5EF4-FFF2-40B4-BE49-F238E27FC236}">
                <a16:creationId xmlns:a16="http://schemas.microsoft.com/office/drawing/2014/main" id="{5830A77F-B22F-B3E5-517D-0592CF1C8F5B}"/>
              </a:ext>
            </a:extLst>
          </p:cNvPr>
          <p:cNvSpPr/>
          <p:nvPr/>
        </p:nvSpPr>
        <p:spPr>
          <a:xfrm>
            <a:off x="2055689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83" dirty="0"/>
          </a:p>
        </p:txBody>
      </p:sp>
      <p:sp>
        <p:nvSpPr>
          <p:cNvPr id="62" name="Text 61">
            <a:extLst>
              <a:ext uri="{FF2B5EF4-FFF2-40B4-BE49-F238E27FC236}">
                <a16:creationId xmlns:a16="http://schemas.microsoft.com/office/drawing/2014/main" id="{B172722F-B864-5F8A-FB13-1957E3A0E35D}"/>
              </a:ext>
            </a:extLst>
          </p:cNvPr>
          <p:cNvSpPr/>
          <p:nvPr/>
        </p:nvSpPr>
        <p:spPr>
          <a:xfrm>
            <a:off x="2198759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83" dirty="0"/>
          </a:p>
        </p:txBody>
      </p:sp>
      <p:sp>
        <p:nvSpPr>
          <p:cNvPr id="63" name="Text 62">
            <a:extLst>
              <a:ext uri="{FF2B5EF4-FFF2-40B4-BE49-F238E27FC236}">
                <a16:creationId xmlns:a16="http://schemas.microsoft.com/office/drawing/2014/main" id="{3B9D00F9-945B-159B-3648-1897B4584952}"/>
              </a:ext>
            </a:extLst>
          </p:cNvPr>
          <p:cNvSpPr/>
          <p:nvPr/>
        </p:nvSpPr>
        <p:spPr>
          <a:xfrm>
            <a:off x="2341828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83" dirty="0"/>
          </a:p>
        </p:txBody>
      </p:sp>
      <p:sp>
        <p:nvSpPr>
          <p:cNvPr id="64" name="Text 63">
            <a:extLst>
              <a:ext uri="{FF2B5EF4-FFF2-40B4-BE49-F238E27FC236}">
                <a16:creationId xmlns:a16="http://schemas.microsoft.com/office/drawing/2014/main" id="{1C55CDA9-3691-09AC-BEAD-7E94928CA5D4}"/>
              </a:ext>
            </a:extLst>
          </p:cNvPr>
          <p:cNvSpPr/>
          <p:nvPr/>
        </p:nvSpPr>
        <p:spPr>
          <a:xfrm>
            <a:off x="2484898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83" dirty="0"/>
          </a:p>
        </p:txBody>
      </p:sp>
      <p:sp>
        <p:nvSpPr>
          <p:cNvPr id="65" name="Text 64">
            <a:extLst>
              <a:ext uri="{FF2B5EF4-FFF2-40B4-BE49-F238E27FC236}">
                <a16:creationId xmlns:a16="http://schemas.microsoft.com/office/drawing/2014/main" id="{135E425D-F186-888D-9165-A4BFAC33216B}"/>
              </a:ext>
            </a:extLst>
          </p:cNvPr>
          <p:cNvSpPr/>
          <p:nvPr/>
        </p:nvSpPr>
        <p:spPr>
          <a:xfrm>
            <a:off x="2627967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83" dirty="0"/>
          </a:p>
        </p:txBody>
      </p:sp>
      <p:sp>
        <p:nvSpPr>
          <p:cNvPr id="66" name="Text 65">
            <a:extLst>
              <a:ext uri="{FF2B5EF4-FFF2-40B4-BE49-F238E27FC236}">
                <a16:creationId xmlns:a16="http://schemas.microsoft.com/office/drawing/2014/main" id="{C47FC09A-5E46-5C1B-5E3F-90BA8BF761B4}"/>
              </a:ext>
            </a:extLst>
          </p:cNvPr>
          <p:cNvSpPr/>
          <p:nvPr/>
        </p:nvSpPr>
        <p:spPr>
          <a:xfrm>
            <a:off x="2771037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83" dirty="0"/>
          </a:p>
        </p:txBody>
      </p:sp>
      <p:sp>
        <p:nvSpPr>
          <p:cNvPr id="67" name="Text 66">
            <a:extLst>
              <a:ext uri="{FF2B5EF4-FFF2-40B4-BE49-F238E27FC236}">
                <a16:creationId xmlns:a16="http://schemas.microsoft.com/office/drawing/2014/main" id="{C5D55602-26AE-4939-544A-A949B0B41856}"/>
              </a:ext>
            </a:extLst>
          </p:cNvPr>
          <p:cNvSpPr/>
          <p:nvPr/>
        </p:nvSpPr>
        <p:spPr>
          <a:xfrm>
            <a:off x="2914106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83" dirty="0"/>
          </a:p>
        </p:txBody>
      </p:sp>
      <p:sp>
        <p:nvSpPr>
          <p:cNvPr id="68" name="Text 67">
            <a:extLst>
              <a:ext uri="{FF2B5EF4-FFF2-40B4-BE49-F238E27FC236}">
                <a16:creationId xmlns:a16="http://schemas.microsoft.com/office/drawing/2014/main" id="{31620F2A-0FAE-290A-4483-A5FE9049603C}"/>
              </a:ext>
            </a:extLst>
          </p:cNvPr>
          <p:cNvSpPr/>
          <p:nvPr/>
        </p:nvSpPr>
        <p:spPr>
          <a:xfrm>
            <a:off x="3057175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83" dirty="0"/>
          </a:p>
        </p:txBody>
      </p:sp>
      <p:sp>
        <p:nvSpPr>
          <p:cNvPr id="69" name="Text 68">
            <a:extLst>
              <a:ext uri="{FF2B5EF4-FFF2-40B4-BE49-F238E27FC236}">
                <a16:creationId xmlns:a16="http://schemas.microsoft.com/office/drawing/2014/main" id="{668C64DF-9814-99DB-1822-D471758155BD}"/>
              </a:ext>
            </a:extLst>
          </p:cNvPr>
          <p:cNvSpPr/>
          <p:nvPr/>
        </p:nvSpPr>
        <p:spPr>
          <a:xfrm>
            <a:off x="3200244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83" dirty="0"/>
          </a:p>
        </p:txBody>
      </p:sp>
      <p:sp>
        <p:nvSpPr>
          <p:cNvPr id="70" name="Text 69">
            <a:extLst>
              <a:ext uri="{FF2B5EF4-FFF2-40B4-BE49-F238E27FC236}">
                <a16:creationId xmlns:a16="http://schemas.microsoft.com/office/drawing/2014/main" id="{B891165C-7E16-2B5A-B616-7E1CCEA9D510}"/>
              </a:ext>
            </a:extLst>
          </p:cNvPr>
          <p:cNvSpPr/>
          <p:nvPr/>
        </p:nvSpPr>
        <p:spPr>
          <a:xfrm>
            <a:off x="3343314" y="1691640"/>
            <a:ext cx="215224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83" dirty="0"/>
          </a:p>
        </p:txBody>
      </p:sp>
      <p:sp>
        <p:nvSpPr>
          <p:cNvPr id="71" name="Text 70">
            <a:extLst>
              <a:ext uri="{FF2B5EF4-FFF2-40B4-BE49-F238E27FC236}">
                <a16:creationId xmlns:a16="http://schemas.microsoft.com/office/drawing/2014/main" id="{8DD2B7AF-E45A-21AA-6916-B5383292A4E8}"/>
              </a:ext>
            </a:extLst>
          </p:cNvPr>
          <p:cNvSpPr/>
          <p:nvPr/>
        </p:nvSpPr>
        <p:spPr>
          <a:xfrm>
            <a:off x="3486383" y="1691640"/>
            <a:ext cx="143069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83" dirty="0"/>
          </a:p>
        </p:txBody>
      </p:sp>
      <p:sp>
        <p:nvSpPr>
          <p:cNvPr id="72" name="Text 71">
            <a:extLst>
              <a:ext uri="{FF2B5EF4-FFF2-40B4-BE49-F238E27FC236}">
                <a16:creationId xmlns:a16="http://schemas.microsoft.com/office/drawing/2014/main" id="{5BCC780D-8741-1E8B-8A2A-875FFCCE2D54}"/>
              </a:ext>
            </a:extLst>
          </p:cNvPr>
          <p:cNvSpPr/>
          <p:nvPr/>
        </p:nvSpPr>
        <p:spPr>
          <a:xfrm>
            <a:off x="3629452" y="1664667"/>
            <a:ext cx="143069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83" dirty="0"/>
          </a:p>
        </p:txBody>
      </p:sp>
      <p:sp>
        <p:nvSpPr>
          <p:cNvPr id="73" name="Text 72">
            <a:extLst>
              <a:ext uri="{FF2B5EF4-FFF2-40B4-BE49-F238E27FC236}">
                <a16:creationId xmlns:a16="http://schemas.microsoft.com/office/drawing/2014/main" id="{85F472EA-92C6-5D53-9EBC-836603C45F02}"/>
              </a:ext>
            </a:extLst>
          </p:cNvPr>
          <p:cNvSpPr/>
          <p:nvPr/>
        </p:nvSpPr>
        <p:spPr>
          <a:xfrm>
            <a:off x="3772522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83" dirty="0"/>
          </a:p>
        </p:txBody>
      </p:sp>
      <p:sp>
        <p:nvSpPr>
          <p:cNvPr id="74" name="Text 73">
            <a:extLst>
              <a:ext uri="{FF2B5EF4-FFF2-40B4-BE49-F238E27FC236}">
                <a16:creationId xmlns:a16="http://schemas.microsoft.com/office/drawing/2014/main" id="{32404306-04CC-C82F-8138-8EE059E995A9}"/>
              </a:ext>
            </a:extLst>
          </p:cNvPr>
          <p:cNvSpPr/>
          <p:nvPr/>
        </p:nvSpPr>
        <p:spPr>
          <a:xfrm>
            <a:off x="3915592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83" dirty="0"/>
          </a:p>
        </p:txBody>
      </p:sp>
      <p:sp>
        <p:nvSpPr>
          <p:cNvPr id="75" name="Text 74">
            <a:extLst>
              <a:ext uri="{FF2B5EF4-FFF2-40B4-BE49-F238E27FC236}">
                <a16:creationId xmlns:a16="http://schemas.microsoft.com/office/drawing/2014/main" id="{A47B69E9-1128-7E8B-B19D-831D2464CFA8}"/>
              </a:ext>
            </a:extLst>
          </p:cNvPr>
          <p:cNvSpPr/>
          <p:nvPr/>
        </p:nvSpPr>
        <p:spPr>
          <a:xfrm>
            <a:off x="4058661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83" dirty="0"/>
          </a:p>
        </p:txBody>
      </p:sp>
      <p:sp>
        <p:nvSpPr>
          <p:cNvPr id="76" name="Text 75">
            <a:extLst>
              <a:ext uri="{FF2B5EF4-FFF2-40B4-BE49-F238E27FC236}">
                <a16:creationId xmlns:a16="http://schemas.microsoft.com/office/drawing/2014/main" id="{CCD8518F-9BF5-0D5A-B160-2EB91F1906C0}"/>
              </a:ext>
            </a:extLst>
          </p:cNvPr>
          <p:cNvSpPr/>
          <p:nvPr/>
        </p:nvSpPr>
        <p:spPr>
          <a:xfrm>
            <a:off x="4201730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83" dirty="0"/>
          </a:p>
        </p:txBody>
      </p:sp>
      <p:sp>
        <p:nvSpPr>
          <p:cNvPr id="77" name="Text 76">
            <a:extLst>
              <a:ext uri="{FF2B5EF4-FFF2-40B4-BE49-F238E27FC236}">
                <a16:creationId xmlns:a16="http://schemas.microsoft.com/office/drawing/2014/main" id="{FED950CB-7469-AA28-E6E6-99F0CCDD508F}"/>
              </a:ext>
            </a:extLst>
          </p:cNvPr>
          <p:cNvSpPr/>
          <p:nvPr/>
        </p:nvSpPr>
        <p:spPr>
          <a:xfrm>
            <a:off x="4344800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83" dirty="0"/>
          </a:p>
        </p:txBody>
      </p:sp>
      <p:sp>
        <p:nvSpPr>
          <p:cNvPr id="78" name="Text 77">
            <a:extLst>
              <a:ext uri="{FF2B5EF4-FFF2-40B4-BE49-F238E27FC236}">
                <a16:creationId xmlns:a16="http://schemas.microsoft.com/office/drawing/2014/main" id="{45865569-EA13-29C1-B753-3BE8430AAD78}"/>
              </a:ext>
            </a:extLst>
          </p:cNvPr>
          <p:cNvSpPr/>
          <p:nvPr/>
        </p:nvSpPr>
        <p:spPr>
          <a:xfrm>
            <a:off x="4487869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83" dirty="0"/>
          </a:p>
        </p:txBody>
      </p:sp>
      <p:sp>
        <p:nvSpPr>
          <p:cNvPr id="79" name="Text 78">
            <a:extLst>
              <a:ext uri="{FF2B5EF4-FFF2-40B4-BE49-F238E27FC236}">
                <a16:creationId xmlns:a16="http://schemas.microsoft.com/office/drawing/2014/main" id="{800987DC-BB46-B6FD-3374-A951995FAFC0}"/>
              </a:ext>
            </a:extLst>
          </p:cNvPr>
          <p:cNvSpPr/>
          <p:nvPr/>
        </p:nvSpPr>
        <p:spPr>
          <a:xfrm>
            <a:off x="4630938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83" dirty="0"/>
          </a:p>
        </p:txBody>
      </p:sp>
      <p:sp>
        <p:nvSpPr>
          <p:cNvPr id="80" name="Text 79">
            <a:extLst>
              <a:ext uri="{FF2B5EF4-FFF2-40B4-BE49-F238E27FC236}">
                <a16:creationId xmlns:a16="http://schemas.microsoft.com/office/drawing/2014/main" id="{5BADA411-5433-8964-D091-B8BFA3531578}"/>
              </a:ext>
            </a:extLst>
          </p:cNvPr>
          <p:cNvSpPr/>
          <p:nvPr/>
        </p:nvSpPr>
        <p:spPr>
          <a:xfrm>
            <a:off x="4774008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583" dirty="0"/>
          </a:p>
        </p:txBody>
      </p:sp>
      <p:sp>
        <p:nvSpPr>
          <p:cNvPr id="81" name="Text 80">
            <a:extLst>
              <a:ext uri="{FF2B5EF4-FFF2-40B4-BE49-F238E27FC236}">
                <a16:creationId xmlns:a16="http://schemas.microsoft.com/office/drawing/2014/main" id="{27417369-2333-BDA8-266D-B8B1F03661D3}"/>
              </a:ext>
            </a:extLst>
          </p:cNvPr>
          <p:cNvSpPr/>
          <p:nvPr/>
        </p:nvSpPr>
        <p:spPr>
          <a:xfrm>
            <a:off x="4917078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583" dirty="0"/>
          </a:p>
        </p:txBody>
      </p:sp>
      <p:sp>
        <p:nvSpPr>
          <p:cNvPr id="82" name="Text 81">
            <a:extLst>
              <a:ext uri="{FF2B5EF4-FFF2-40B4-BE49-F238E27FC236}">
                <a16:creationId xmlns:a16="http://schemas.microsoft.com/office/drawing/2014/main" id="{45DA7FED-E2C3-45AC-F353-80D5F3816F58}"/>
              </a:ext>
            </a:extLst>
          </p:cNvPr>
          <p:cNvSpPr/>
          <p:nvPr/>
        </p:nvSpPr>
        <p:spPr>
          <a:xfrm>
            <a:off x="5060147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83" dirty="0"/>
          </a:p>
        </p:txBody>
      </p:sp>
      <p:sp>
        <p:nvSpPr>
          <p:cNvPr id="83" name="Text 82">
            <a:extLst>
              <a:ext uri="{FF2B5EF4-FFF2-40B4-BE49-F238E27FC236}">
                <a16:creationId xmlns:a16="http://schemas.microsoft.com/office/drawing/2014/main" id="{534ACF2B-A2B1-4191-8829-E0E013B4111D}"/>
              </a:ext>
            </a:extLst>
          </p:cNvPr>
          <p:cNvSpPr/>
          <p:nvPr/>
        </p:nvSpPr>
        <p:spPr>
          <a:xfrm>
            <a:off x="5203216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583" dirty="0"/>
          </a:p>
        </p:txBody>
      </p:sp>
      <p:sp>
        <p:nvSpPr>
          <p:cNvPr id="84" name="Text 83">
            <a:extLst>
              <a:ext uri="{FF2B5EF4-FFF2-40B4-BE49-F238E27FC236}">
                <a16:creationId xmlns:a16="http://schemas.microsoft.com/office/drawing/2014/main" id="{2CE19145-9D09-1134-6E43-8B16404CECFF}"/>
              </a:ext>
            </a:extLst>
          </p:cNvPr>
          <p:cNvSpPr/>
          <p:nvPr/>
        </p:nvSpPr>
        <p:spPr>
          <a:xfrm>
            <a:off x="5346285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583" dirty="0"/>
          </a:p>
        </p:txBody>
      </p:sp>
      <p:sp>
        <p:nvSpPr>
          <p:cNvPr id="85" name="Text 84">
            <a:extLst>
              <a:ext uri="{FF2B5EF4-FFF2-40B4-BE49-F238E27FC236}">
                <a16:creationId xmlns:a16="http://schemas.microsoft.com/office/drawing/2014/main" id="{2887F08B-6B62-22A4-E8C0-3BA466968373}"/>
              </a:ext>
            </a:extLst>
          </p:cNvPr>
          <p:cNvSpPr/>
          <p:nvPr/>
        </p:nvSpPr>
        <p:spPr>
          <a:xfrm>
            <a:off x="5489355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83" dirty="0"/>
          </a:p>
        </p:txBody>
      </p:sp>
      <p:sp>
        <p:nvSpPr>
          <p:cNvPr id="86" name="Text 85">
            <a:extLst>
              <a:ext uri="{FF2B5EF4-FFF2-40B4-BE49-F238E27FC236}">
                <a16:creationId xmlns:a16="http://schemas.microsoft.com/office/drawing/2014/main" id="{C6D165E3-9E7E-EC4D-2F34-8D430E7E2ADF}"/>
              </a:ext>
            </a:extLst>
          </p:cNvPr>
          <p:cNvSpPr/>
          <p:nvPr/>
        </p:nvSpPr>
        <p:spPr>
          <a:xfrm>
            <a:off x="5632424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583" dirty="0"/>
          </a:p>
        </p:txBody>
      </p:sp>
      <p:sp>
        <p:nvSpPr>
          <p:cNvPr id="87" name="Text 86">
            <a:extLst>
              <a:ext uri="{FF2B5EF4-FFF2-40B4-BE49-F238E27FC236}">
                <a16:creationId xmlns:a16="http://schemas.microsoft.com/office/drawing/2014/main" id="{BAD3090F-3DFC-56E1-691E-8C7DFB27E603}"/>
              </a:ext>
            </a:extLst>
          </p:cNvPr>
          <p:cNvSpPr/>
          <p:nvPr/>
        </p:nvSpPr>
        <p:spPr>
          <a:xfrm>
            <a:off x="5775493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583" dirty="0"/>
          </a:p>
        </p:txBody>
      </p:sp>
      <p:sp>
        <p:nvSpPr>
          <p:cNvPr id="88" name="Text 87">
            <a:extLst>
              <a:ext uri="{FF2B5EF4-FFF2-40B4-BE49-F238E27FC236}">
                <a16:creationId xmlns:a16="http://schemas.microsoft.com/office/drawing/2014/main" id="{BDA85DE2-ECCB-52CF-221D-47C58001DC2C}"/>
              </a:ext>
            </a:extLst>
          </p:cNvPr>
          <p:cNvSpPr/>
          <p:nvPr/>
        </p:nvSpPr>
        <p:spPr>
          <a:xfrm>
            <a:off x="5918563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83" dirty="0"/>
          </a:p>
        </p:txBody>
      </p:sp>
      <p:sp>
        <p:nvSpPr>
          <p:cNvPr id="89" name="Text 88">
            <a:extLst>
              <a:ext uri="{FF2B5EF4-FFF2-40B4-BE49-F238E27FC236}">
                <a16:creationId xmlns:a16="http://schemas.microsoft.com/office/drawing/2014/main" id="{252048E5-EAAE-966C-8325-82F9083D1C9F}"/>
              </a:ext>
            </a:extLst>
          </p:cNvPr>
          <p:cNvSpPr/>
          <p:nvPr/>
        </p:nvSpPr>
        <p:spPr>
          <a:xfrm>
            <a:off x="6061633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83" dirty="0"/>
          </a:p>
        </p:txBody>
      </p:sp>
      <p:sp>
        <p:nvSpPr>
          <p:cNvPr id="90" name="Text 89">
            <a:extLst>
              <a:ext uri="{FF2B5EF4-FFF2-40B4-BE49-F238E27FC236}">
                <a16:creationId xmlns:a16="http://schemas.microsoft.com/office/drawing/2014/main" id="{90E26E04-D248-6CB5-B69E-51D88F6EC50B}"/>
              </a:ext>
            </a:extLst>
          </p:cNvPr>
          <p:cNvSpPr/>
          <p:nvPr/>
        </p:nvSpPr>
        <p:spPr>
          <a:xfrm>
            <a:off x="6204702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583" dirty="0"/>
          </a:p>
        </p:txBody>
      </p:sp>
      <p:sp>
        <p:nvSpPr>
          <p:cNvPr id="91" name="Text 90">
            <a:extLst>
              <a:ext uri="{FF2B5EF4-FFF2-40B4-BE49-F238E27FC236}">
                <a16:creationId xmlns:a16="http://schemas.microsoft.com/office/drawing/2014/main" id="{CDED0194-87D0-E636-AD35-58A8742E08B5}"/>
              </a:ext>
            </a:extLst>
          </p:cNvPr>
          <p:cNvSpPr/>
          <p:nvPr/>
        </p:nvSpPr>
        <p:spPr>
          <a:xfrm>
            <a:off x="6347771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583" dirty="0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AABE10EB-3247-D399-AA09-6EEE50174B16}"/>
              </a:ext>
            </a:extLst>
          </p:cNvPr>
          <p:cNvSpPr/>
          <p:nvPr/>
        </p:nvSpPr>
        <p:spPr>
          <a:xfrm>
            <a:off x="6490840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583" dirty="0"/>
          </a:p>
        </p:txBody>
      </p:sp>
      <p:sp>
        <p:nvSpPr>
          <p:cNvPr id="93" name="Text 92">
            <a:extLst>
              <a:ext uri="{FF2B5EF4-FFF2-40B4-BE49-F238E27FC236}">
                <a16:creationId xmlns:a16="http://schemas.microsoft.com/office/drawing/2014/main" id="{C38C9879-A513-BC75-7BF3-35450586457F}"/>
              </a:ext>
            </a:extLst>
          </p:cNvPr>
          <p:cNvSpPr/>
          <p:nvPr/>
        </p:nvSpPr>
        <p:spPr>
          <a:xfrm>
            <a:off x="6633910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583" dirty="0"/>
          </a:p>
        </p:txBody>
      </p:sp>
      <p:sp>
        <p:nvSpPr>
          <p:cNvPr id="94" name="Text 93">
            <a:extLst>
              <a:ext uri="{FF2B5EF4-FFF2-40B4-BE49-F238E27FC236}">
                <a16:creationId xmlns:a16="http://schemas.microsoft.com/office/drawing/2014/main" id="{CC18FD4F-414F-DF17-62A4-97E73908A114}"/>
              </a:ext>
            </a:extLst>
          </p:cNvPr>
          <p:cNvSpPr/>
          <p:nvPr/>
        </p:nvSpPr>
        <p:spPr>
          <a:xfrm>
            <a:off x="6776979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583" dirty="0"/>
          </a:p>
        </p:txBody>
      </p:sp>
      <p:sp>
        <p:nvSpPr>
          <p:cNvPr id="95" name="Text 94">
            <a:extLst>
              <a:ext uri="{FF2B5EF4-FFF2-40B4-BE49-F238E27FC236}">
                <a16:creationId xmlns:a16="http://schemas.microsoft.com/office/drawing/2014/main" id="{ABCC4911-0FAC-FDE6-EBC7-7C2BC79EB81D}"/>
              </a:ext>
            </a:extLst>
          </p:cNvPr>
          <p:cNvSpPr/>
          <p:nvPr/>
        </p:nvSpPr>
        <p:spPr>
          <a:xfrm>
            <a:off x="6920048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583" dirty="0"/>
          </a:p>
        </p:txBody>
      </p:sp>
      <p:sp>
        <p:nvSpPr>
          <p:cNvPr id="96" name="Text 95">
            <a:extLst>
              <a:ext uri="{FF2B5EF4-FFF2-40B4-BE49-F238E27FC236}">
                <a16:creationId xmlns:a16="http://schemas.microsoft.com/office/drawing/2014/main" id="{C89D33AA-9CE2-C0CD-EA48-70C22F96584B}"/>
              </a:ext>
            </a:extLst>
          </p:cNvPr>
          <p:cNvSpPr/>
          <p:nvPr/>
        </p:nvSpPr>
        <p:spPr>
          <a:xfrm>
            <a:off x="7063118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583" dirty="0"/>
          </a:p>
        </p:txBody>
      </p:sp>
      <p:sp>
        <p:nvSpPr>
          <p:cNvPr id="97" name="Text 96">
            <a:extLst>
              <a:ext uri="{FF2B5EF4-FFF2-40B4-BE49-F238E27FC236}">
                <a16:creationId xmlns:a16="http://schemas.microsoft.com/office/drawing/2014/main" id="{53EEC438-7004-A527-632B-C25A80021890}"/>
              </a:ext>
            </a:extLst>
          </p:cNvPr>
          <p:cNvSpPr/>
          <p:nvPr/>
        </p:nvSpPr>
        <p:spPr>
          <a:xfrm>
            <a:off x="7206188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583" dirty="0"/>
          </a:p>
        </p:txBody>
      </p:sp>
      <p:sp>
        <p:nvSpPr>
          <p:cNvPr id="98" name="Text 97">
            <a:extLst>
              <a:ext uri="{FF2B5EF4-FFF2-40B4-BE49-F238E27FC236}">
                <a16:creationId xmlns:a16="http://schemas.microsoft.com/office/drawing/2014/main" id="{D3CDA630-15AF-9801-772D-94D7B0352DB8}"/>
              </a:ext>
            </a:extLst>
          </p:cNvPr>
          <p:cNvSpPr/>
          <p:nvPr/>
        </p:nvSpPr>
        <p:spPr>
          <a:xfrm>
            <a:off x="7349257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583" dirty="0"/>
          </a:p>
        </p:txBody>
      </p:sp>
      <p:sp>
        <p:nvSpPr>
          <p:cNvPr id="99" name="Text 98">
            <a:extLst>
              <a:ext uri="{FF2B5EF4-FFF2-40B4-BE49-F238E27FC236}">
                <a16:creationId xmlns:a16="http://schemas.microsoft.com/office/drawing/2014/main" id="{AE296472-7656-ECFC-4B72-EB4E8BD70022}"/>
              </a:ext>
            </a:extLst>
          </p:cNvPr>
          <p:cNvSpPr/>
          <p:nvPr/>
        </p:nvSpPr>
        <p:spPr>
          <a:xfrm>
            <a:off x="7492326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583" dirty="0"/>
          </a:p>
        </p:txBody>
      </p:sp>
      <p:sp>
        <p:nvSpPr>
          <p:cNvPr id="100" name="Text 99">
            <a:extLst>
              <a:ext uri="{FF2B5EF4-FFF2-40B4-BE49-F238E27FC236}">
                <a16:creationId xmlns:a16="http://schemas.microsoft.com/office/drawing/2014/main" id="{56F79BF1-BA0D-FC41-F05B-4C70A405376D}"/>
              </a:ext>
            </a:extLst>
          </p:cNvPr>
          <p:cNvSpPr/>
          <p:nvPr/>
        </p:nvSpPr>
        <p:spPr>
          <a:xfrm>
            <a:off x="7635396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583" dirty="0"/>
          </a:p>
        </p:txBody>
      </p:sp>
      <p:sp>
        <p:nvSpPr>
          <p:cNvPr id="101" name="Text 100">
            <a:extLst>
              <a:ext uri="{FF2B5EF4-FFF2-40B4-BE49-F238E27FC236}">
                <a16:creationId xmlns:a16="http://schemas.microsoft.com/office/drawing/2014/main" id="{21CD29A5-A29B-AF6A-C544-3DBC415CB8B9}"/>
              </a:ext>
            </a:extLst>
          </p:cNvPr>
          <p:cNvSpPr/>
          <p:nvPr/>
        </p:nvSpPr>
        <p:spPr>
          <a:xfrm>
            <a:off x="7778465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583" dirty="0"/>
          </a:p>
        </p:txBody>
      </p:sp>
      <p:sp>
        <p:nvSpPr>
          <p:cNvPr id="102" name="Text 101">
            <a:extLst>
              <a:ext uri="{FF2B5EF4-FFF2-40B4-BE49-F238E27FC236}">
                <a16:creationId xmlns:a16="http://schemas.microsoft.com/office/drawing/2014/main" id="{C6697A75-729C-B9D9-D617-6FAFD9A25E88}"/>
              </a:ext>
            </a:extLst>
          </p:cNvPr>
          <p:cNvSpPr/>
          <p:nvPr/>
        </p:nvSpPr>
        <p:spPr>
          <a:xfrm>
            <a:off x="7921534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583" dirty="0"/>
          </a:p>
        </p:txBody>
      </p:sp>
      <p:sp>
        <p:nvSpPr>
          <p:cNvPr id="103" name="Text 102">
            <a:extLst>
              <a:ext uri="{FF2B5EF4-FFF2-40B4-BE49-F238E27FC236}">
                <a16:creationId xmlns:a16="http://schemas.microsoft.com/office/drawing/2014/main" id="{27D0D160-0970-7F0E-FEE0-ED291C57C2C3}"/>
              </a:ext>
            </a:extLst>
          </p:cNvPr>
          <p:cNvSpPr/>
          <p:nvPr/>
        </p:nvSpPr>
        <p:spPr>
          <a:xfrm>
            <a:off x="8064603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583" dirty="0"/>
          </a:p>
        </p:txBody>
      </p:sp>
      <p:sp>
        <p:nvSpPr>
          <p:cNvPr id="104" name="Text 103">
            <a:extLst>
              <a:ext uri="{FF2B5EF4-FFF2-40B4-BE49-F238E27FC236}">
                <a16:creationId xmlns:a16="http://schemas.microsoft.com/office/drawing/2014/main" id="{D89EAD44-D101-DF7C-5B1F-A22250D61FBB}"/>
              </a:ext>
            </a:extLst>
          </p:cNvPr>
          <p:cNvSpPr/>
          <p:nvPr/>
        </p:nvSpPr>
        <p:spPr>
          <a:xfrm>
            <a:off x="8207673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583" dirty="0"/>
          </a:p>
        </p:txBody>
      </p:sp>
      <p:sp>
        <p:nvSpPr>
          <p:cNvPr id="105" name="Text 104">
            <a:extLst>
              <a:ext uri="{FF2B5EF4-FFF2-40B4-BE49-F238E27FC236}">
                <a16:creationId xmlns:a16="http://schemas.microsoft.com/office/drawing/2014/main" id="{E8432BC9-7EE4-AF2C-D0EB-68BE0B836758}"/>
              </a:ext>
            </a:extLst>
          </p:cNvPr>
          <p:cNvSpPr/>
          <p:nvPr/>
        </p:nvSpPr>
        <p:spPr>
          <a:xfrm>
            <a:off x="8350743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583" dirty="0"/>
          </a:p>
        </p:txBody>
      </p:sp>
      <p:sp>
        <p:nvSpPr>
          <p:cNvPr id="106" name="Text 105">
            <a:extLst>
              <a:ext uri="{FF2B5EF4-FFF2-40B4-BE49-F238E27FC236}">
                <a16:creationId xmlns:a16="http://schemas.microsoft.com/office/drawing/2014/main" id="{747E7EEA-A4A1-DDEC-5AB3-70DFB188287B}"/>
              </a:ext>
            </a:extLst>
          </p:cNvPr>
          <p:cNvSpPr/>
          <p:nvPr/>
        </p:nvSpPr>
        <p:spPr>
          <a:xfrm>
            <a:off x="8493812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583" dirty="0"/>
          </a:p>
        </p:txBody>
      </p:sp>
      <p:sp>
        <p:nvSpPr>
          <p:cNvPr id="107" name="Text 106">
            <a:extLst>
              <a:ext uri="{FF2B5EF4-FFF2-40B4-BE49-F238E27FC236}">
                <a16:creationId xmlns:a16="http://schemas.microsoft.com/office/drawing/2014/main" id="{F71E25E8-F7D8-A081-8A7A-C4260EA39E13}"/>
              </a:ext>
            </a:extLst>
          </p:cNvPr>
          <p:cNvSpPr/>
          <p:nvPr/>
        </p:nvSpPr>
        <p:spPr>
          <a:xfrm>
            <a:off x="8636881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583" dirty="0"/>
          </a:p>
        </p:txBody>
      </p:sp>
      <p:sp>
        <p:nvSpPr>
          <p:cNvPr id="108" name="Text 107">
            <a:extLst>
              <a:ext uri="{FF2B5EF4-FFF2-40B4-BE49-F238E27FC236}">
                <a16:creationId xmlns:a16="http://schemas.microsoft.com/office/drawing/2014/main" id="{D6B6EF7A-F2C9-D62E-C3DD-907920782354}"/>
              </a:ext>
            </a:extLst>
          </p:cNvPr>
          <p:cNvSpPr/>
          <p:nvPr/>
        </p:nvSpPr>
        <p:spPr>
          <a:xfrm>
            <a:off x="8779951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583" dirty="0"/>
          </a:p>
        </p:txBody>
      </p:sp>
      <p:sp>
        <p:nvSpPr>
          <p:cNvPr id="109" name="Text 108">
            <a:extLst>
              <a:ext uri="{FF2B5EF4-FFF2-40B4-BE49-F238E27FC236}">
                <a16:creationId xmlns:a16="http://schemas.microsoft.com/office/drawing/2014/main" id="{94D93A22-B03D-808A-842E-1E9D93CB12A7}"/>
              </a:ext>
            </a:extLst>
          </p:cNvPr>
          <p:cNvSpPr/>
          <p:nvPr/>
        </p:nvSpPr>
        <p:spPr>
          <a:xfrm>
            <a:off x="8923020" y="16916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583" dirty="0"/>
          </a:p>
        </p:txBody>
      </p:sp>
      <p:sp>
        <p:nvSpPr>
          <p:cNvPr id="110" name="Text 109">
            <a:extLst>
              <a:ext uri="{FF2B5EF4-FFF2-40B4-BE49-F238E27FC236}">
                <a16:creationId xmlns:a16="http://schemas.microsoft.com/office/drawing/2014/main" id="{F633C318-4285-5299-09BC-6BC0455CDBB5}"/>
              </a:ext>
            </a:extLst>
          </p:cNvPr>
          <p:cNvSpPr/>
          <p:nvPr/>
        </p:nvSpPr>
        <p:spPr>
          <a:xfrm>
            <a:off x="1943100" y="1813560"/>
            <a:ext cx="20193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 전압</a:t>
            </a:r>
            <a:endParaRPr lang="en-US" sz="833" dirty="0"/>
          </a:p>
        </p:txBody>
      </p:sp>
      <p:sp>
        <p:nvSpPr>
          <p:cNvPr id="111" name="Shape 110">
            <a:extLst>
              <a:ext uri="{FF2B5EF4-FFF2-40B4-BE49-F238E27FC236}">
                <a16:creationId xmlns:a16="http://schemas.microsoft.com/office/drawing/2014/main" id="{64A86792-520E-53AF-1173-B80BC5BDE2AA}"/>
              </a:ext>
            </a:extLst>
          </p:cNvPr>
          <p:cNvSpPr/>
          <p:nvPr/>
        </p:nvSpPr>
        <p:spPr>
          <a:xfrm>
            <a:off x="1943100" y="1943100"/>
            <a:ext cx="2019300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1">
            <a:extLst>
              <a:ext uri="{FF2B5EF4-FFF2-40B4-BE49-F238E27FC236}">
                <a16:creationId xmlns:a16="http://schemas.microsoft.com/office/drawing/2014/main" id="{6DCEDF94-135D-B3A4-383B-3AB4B22C3F95}"/>
              </a:ext>
            </a:extLst>
          </p:cNvPr>
          <p:cNvSpPr/>
          <p:nvPr/>
        </p:nvSpPr>
        <p:spPr>
          <a:xfrm>
            <a:off x="214503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3" name="Shape 112">
            <a:extLst>
              <a:ext uri="{FF2B5EF4-FFF2-40B4-BE49-F238E27FC236}">
                <a16:creationId xmlns:a16="http://schemas.microsoft.com/office/drawing/2014/main" id="{F4C332A9-5319-CB41-7743-219CB993BA22}"/>
              </a:ext>
            </a:extLst>
          </p:cNvPr>
          <p:cNvSpPr/>
          <p:nvPr/>
        </p:nvSpPr>
        <p:spPr>
          <a:xfrm>
            <a:off x="234696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4" name="Shape 113">
            <a:extLst>
              <a:ext uri="{FF2B5EF4-FFF2-40B4-BE49-F238E27FC236}">
                <a16:creationId xmlns:a16="http://schemas.microsoft.com/office/drawing/2014/main" id="{3E635D41-1BD6-D22F-2684-2D55ECCC62AA}"/>
              </a:ext>
            </a:extLst>
          </p:cNvPr>
          <p:cNvSpPr/>
          <p:nvPr/>
        </p:nvSpPr>
        <p:spPr>
          <a:xfrm>
            <a:off x="254889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5" name="Shape 114">
            <a:extLst>
              <a:ext uri="{FF2B5EF4-FFF2-40B4-BE49-F238E27FC236}">
                <a16:creationId xmlns:a16="http://schemas.microsoft.com/office/drawing/2014/main" id="{D7C7CA60-6503-EC78-E344-99C85A6A84CF}"/>
              </a:ext>
            </a:extLst>
          </p:cNvPr>
          <p:cNvSpPr/>
          <p:nvPr/>
        </p:nvSpPr>
        <p:spPr>
          <a:xfrm>
            <a:off x="275082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6" name="Shape 115">
            <a:extLst>
              <a:ext uri="{FF2B5EF4-FFF2-40B4-BE49-F238E27FC236}">
                <a16:creationId xmlns:a16="http://schemas.microsoft.com/office/drawing/2014/main" id="{1CA0846E-FAE6-C062-1CB8-645629E6F4C5}"/>
              </a:ext>
            </a:extLst>
          </p:cNvPr>
          <p:cNvSpPr/>
          <p:nvPr/>
        </p:nvSpPr>
        <p:spPr>
          <a:xfrm>
            <a:off x="295275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7" name="Shape 116">
            <a:extLst>
              <a:ext uri="{FF2B5EF4-FFF2-40B4-BE49-F238E27FC236}">
                <a16:creationId xmlns:a16="http://schemas.microsoft.com/office/drawing/2014/main" id="{0F4EC505-D8DA-C257-5798-18F8C6ABF80D}"/>
              </a:ext>
            </a:extLst>
          </p:cNvPr>
          <p:cNvSpPr/>
          <p:nvPr/>
        </p:nvSpPr>
        <p:spPr>
          <a:xfrm>
            <a:off x="315468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8" name="Shape 117">
            <a:extLst>
              <a:ext uri="{FF2B5EF4-FFF2-40B4-BE49-F238E27FC236}">
                <a16:creationId xmlns:a16="http://schemas.microsoft.com/office/drawing/2014/main" id="{4ADC4774-EAC7-3B20-5A73-31BBBE9AD343}"/>
              </a:ext>
            </a:extLst>
          </p:cNvPr>
          <p:cNvSpPr/>
          <p:nvPr/>
        </p:nvSpPr>
        <p:spPr>
          <a:xfrm>
            <a:off x="335661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9" name="Shape 118">
            <a:extLst>
              <a:ext uri="{FF2B5EF4-FFF2-40B4-BE49-F238E27FC236}">
                <a16:creationId xmlns:a16="http://schemas.microsoft.com/office/drawing/2014/main" id="{E648E4C9-9FB7-7689-EA3C-63CA20120EDF}"/>
              </a:ext>
            </a:extLst>
          </p:cNvPr>
          <p:cNvSpPr/>
          <p:nvPr/>
        </p:nvSpPr>
        <p:spPr>
          <a:xfrm>
            <a:off x="355854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20" name="Shape 119">
            <a:extLst>
              <a:ext uri="{FF2B5EF4-FFF2-40B4-BE49-F238E27FC236}">
                <a16:creationId xmlns:a16="http://schemas.microsoft.com/office/drawing/2014/main" id="{FB1B362C-4027-82EF-BC9A-275269EE46B7}"/>
              </a:ext>
            </a:extLst>
          </p:cNvPr>
          <p:cNvSpPr/>
          <p:nvPr/>
        </p:nvSpPr>
        <p:spPr>
          <a:xfrm>
            <a:off x="376047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21" name="Shape 120">
            <a:extLst>
              <a:ext uri="{FF2B5EF4-FFF2-40B4-BE49-F238E27FC236}">
                <a16:creationId xmlns:a16="http://schemas.microsoft.com/office/drawing/2014/main" id="{D993C4DA-A168-68C1-5EFB-ED4C831EAD7F}"/>
              </a:ext>
            </a:extLst>
          </p:cNvPr>
          <p:cNvSpPr/>
          <p:nvPr/>
        </p:nvSpPr>
        <p:spPr>
          <a:xfrm>
            <a:off x="1943100" y="214884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22" name="Shape 121">
            <a:extLst>
              <a:ext uri="{FF2B5EF4-FFF2-40B4-BE49-F238E27FC236}">
                <a16:creationId xmlns:a16="http://schemas.microsoft.com/office/drawing/2014/main" id="{1B17BCCF-DB2B-B316-125E-9606C5933F79}"/>
              </a:ext>
            </a:extLst>
          </p:cNvPr>
          <p:cNvSpPr/>
          <p:nvPr/>
        </p:nvSpPr>
        <p:spPr>
          <a:xfrm>
            <a:off x="1943100" y="235458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23" name="Shape 122">
            <a:extLst>
              <a:ext uri="{FF2B5EF4-FFF2-40B4-BE49-F238E27FC236}">
                <a16:creationId xmlns:a16="http://schemas.microsoft.com/office/drawing/2014/main" id="{0AE30D4D-940B-C8EB-023F-224E1F6F6347}"/>
              </a:ext>
            </a:extLst>
          </p:cNvPr>
          <p:cNvSpPr/>
          <p:nvPr/>
        </p:nvSpPr>
        <p:spPr>
          <a:xfrm>
            <a:off x="1943100" y="256032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24" name="Shape 123">
            <a:extLst>
              <a:ext uri="{FF2B5EF4-FFF2-40B4-BE49-F238E27FC236}">
                <a16:creationId xmlns:a16="http://schemas.microsoft.com/office/drawing/2014/main" id="{F12C8446-FD0E-4D42-3902-C07402A71834}"/>
              </a:ext>
            </a:extLst>
          </p:cNvPr>
          <p:cNvSpPr/>
          <p:nvPr/>
        </p:nvSpPr>
        <p:spPr>
          <a:xfrm>
            <a:off x="1943100" y="276606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25" name="Shape 124">
            <a:extLst>
              <a:ext uri="{FF2B5EF4-FFF2-40B4-BE49-F238E27FC236}">
                <a16:creationId xmlns:a16="http://schemas.microsoft.com/office/drawing/2014/main" id="{9A07F148-7F44-AFF0-D411-CE02419E5AA9}"/>
              </a:ext>
            </a:extLst>
          </p:cNvPr>
          <p:cNvSpPr/>
          <p:nvPr/>
        </p:nvSpPr>
        <p:spPr>
          <a:xfrm>
            <a:off x="1943100" y="204597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6" name="Shape 125">
            <a:extLst>
              <a:ext uri="{FF2B5EF4-FFF2-40B4-BE49-F238E27FC236}">
                <a16:creationId xmlns:a16="http://schemas.microsoft.com/office/drawing/2014/main" id="{19EB8453-426F-834E-0C01-74724B81D4CC}"/>
              </a:ext>
            </a:extLst>
          </p:cNvPr>
          <p:cNvSpPr/>
          <p:nvPr/>
        </p:nvSpPr>
        <p:spPr>
          <a:xfrm>
            <a:off x="1943100" y="214884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7" name="Shape 126">
            <a:extLst>
              <a:ext uri="{FF2B5EF4-FFF2-40B4-BE49-F238E27FC236}">
                <a16:creationId xmlns:a16="http://schemas.microsoft.com/office/drawing/2014/main" id="{BBDFE411-C551-8D81-4DDE-C2CADD0F56C0}"/>
              </a:ext>
            </a:extLst>
          </p:cNvPr>
          <p:cNvSpPr/>
          <p:nvPr/>
        </p:nvSpPr>
        <p:spPr>
          <a:xfrm>
            <a:off x="1943100" y="225171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8" name="Shape 127">
            <a:extLst>
              <a:ext uri="{FF2B5EF4-FFF2-40B4-BE49-F238E27FC236}">
                <a16:creationId xmlns:a16="http://schemas.microsoft.com/office/drawing/2014/main" id="{D5866861-2466-6064-58F5-129548B7CFE7}"/>
              </a:ext>
            </a:extLst>
          </p:cNvPr>
          <p:cNvSpPr/>
          <p:nvPr/>
        </p:nvSpPr>
        <p:spPr>
          <a:xfrm>
            <a:off x="1943100" y="235458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9" name="Shape 128">
            <a:extLst>
              <a:ext uri="{FF2B5EF4-FFF2-40B4-BE49-F238E27FC236}">
                <a16:creationId xmlns:a16="http://schemas.microsoft.com/office/drawing/2014/main" id="{AE8D6724-462D-EE9D-947D-91F91091B052}"/>
              </a:ext>
            </a:extLst>
          </p:cNvPr>
          <p:cNvSpPr/>
          <p:nvPr/>
        </p:nvSpPr>
        <p:spPr>
          <a:xfrm>
            <a:off x="1943100" y="245745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30" name="Shape 129">
            <a:extLst>
              <a:ext uri="{FF2B5EF4-FFF2-40B4-BE49-F238E27FC236}">
                <a16:creationId xmlns:a16="http://schemas.microsoft.com/office/drawing/2014/main" id="{807607A8-CFC0-2A9D-3CF4-524EAF1B7CA3}"/>
              </a:ext>
            </a:extLst>
          </p:cNvPr>
          <p:cNvSpPr/>
          <p:nvPr/>
        </p:nvSpPr>
        <p:spPr>
          <a:xfrm>
            <a:off x="1943100" y="256032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31" name="Shape 130">
            <a:extLst>
              <a:ext uri="{FF2B5EF4-FFF2-40B4-BE49-F238E27FC236}">
                <a16:creationId xmlns:a16="http://schemas.microsoft.com/office/drawing/2014/main" id="{812F7608-7879-A54E-020D-39D2961F14DA}"/>
              </a:ext>
            </a:extLst>
          </p:cNvPr>
          <p:cNvSpPr/>
          <p:nvPr/>
        </p:nvSpPr>
        <p:spPr>
          <a:xfrm>
            <a:off x="1943100" y="266319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32" name="Shape 131">
            <a:extLst>
              <a:ext uri="{FF2B5EF4-FFF2-40B4-BE49-F238E27FC236}">
                <a16:creationId xmlns:a16="http://schemas.microsoft.com/office/drawing/2014/main" id="{C149ACD6-0149-2AC4-98B1-BCD04BF9CB85}"/>
              </a:ext>
            </a:extLst>
          </p:cNvPr>
          <p:cNvSpPr/>
          <p:nvPr/>
        </p:nvSpPr>
        <p:spPr>
          <a:xfrm>
            <a:off x="1943100" y="276606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33" name="Shape 132">
            <a:extLst>
              <a:ext uri="{FF2B5EF4-FFF2-40B4-BE49-F238E27FC236}">
                <a16:creationId xmlns:a16="http://schemas.microsoft.com/office/drawing/2014/main" id="{13233E6A-E43D-7CB9-03C7-1D60A11BA8CB}"/>
              </a:ext>
            </a:extLst>
          </p:cNvPr>
          <p:cNvSpPr/>
          <p:nvPr/>
        </p:nvSpPr>
        <p:spPr>
          <a:xfrm>
            <a:off x="1943100" y="286893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34" name="Text 133">
            <a:extLst>
              <a:ext uri="{FF2B5EF4-FFF2-40B4-BE49-F238E27FC236}">
                <a16:creationId xmlns:a16="http://schemas.microsoft.com/office/drawing/2014/main" id="{53C618DF-D59E-53C0-B520-4FB5EB7A7472}"/>
              </a:ext>
            </a:extLst>
          </p:cNvPr>
          <p:cNvSpPr/>
          <p:nvPr/>
        </p:nvSpPr>
        <p:spPr>
          <a:xfrm>
            <a:off x="1684020" y="19202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</a:t>
            </a:r>
            <a:endParaRPr lang="en-US" sz="833" dirty="0"/>
          </a:p>
        </p:txBody>
      </p:sp>
      <p:sp>
        <p:nvSpPr>
          <p:cNvPr id="135" name="Text 134">
            <a:extLst>
              <a:ext uri="{FF2B5EF4-FFF2-40B4-BE49-F238E27FC236}">
                <a16:creationId xmlns:a16="http://schemas.microsoft.com/office/drawing/2014/main" id="{941DEA90-D866-028E-7A85-C8E69D7B6B2B}"/>
              </a:ext>
            </a:extLst>
          </p:cNvPr>
          <p:cNvSpPr/>
          <p:nvPr/>
        </p:nvSpPr>
        <p:spPr>
          <a:xfrm>
            <a:off x="1684020" y="21259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136" name="Text 135">
            <a:extLst>
              <a:ext uri="{FF2B5EF4-FFF2-40B4-BE49-F238E27FC236}">
                <a16:creationId xmlns:a16="http://schemas.microsoft.com/office/drawing/2014/main" id="{EAD76B6F-55F4-C335-7855-5A01D4A738EA}"/>
              </a:ext>
            </a:extLst>
          </p:cNvPr>
          <p:cNvSpPr/>
          <p:nvPr/>
        </p:nvSpPr>
        <p:spPr>
          <a:xfrm>
            <a:off x="1684020" y="233172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137" name="Text 136">
            <a:extLst>
              <a:ext uri="{FF2B5EF4-FFF2-40B4-BE49-F238E27FC236}">
                <a16:creationId xmlns:a16="http://schemas.microsoft.com/office/drawing/2014/main" id="{50826A0B-6E11-F5B1-045E-BEBBAEFFD9A8}"/>
              </a:ext>
            </a:extLst>
          </p:cNvPr>
          <p:cNvSpPr/>
          <p:nvPr/>
        </p:nvSpPr>
        <p:spPr>
          <a:xfrm>
            <a:off x="1684020" y="253746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138" name="Text 137">
            <a:extLst>
              <a:ext uri="{FF2B5EF4-FFF2-40B4-BE49-F238E27FC236}">
                <a16:creationId xmlns:a16="http://schemas.microsoft.com/office/drawing/2014/main" id="{420033E5-2C4B-29BC-46C2-022CE0A97700}"/>
              </a:ext>
            </a:extLst>
          </p:cNvPr>
          <p:cNvSpPr/>
          <p:nvPr/>
        </p:nvSpPr>
        <p:spPr>
          <a:xfrm>
            <a:off x="1684020" y="27432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139" name="Text 138">
            <a:extLst>
              <a:ext uri="{FF2B5EF4-FFF2-40B4-BE49-F238E27FC236}">
                <a16:creationId xmlns:a16="http://schemas.microsoft.com/office/drawing/2014/main" id="{EF57C216-BD40-1121-AA75-CC26E706A156}"/>
              </a:ext>
            </a:extLst>
          </p:cNvPr>
          <p:cNvSpPr/>
          <p:nvPr/>
        </p:nvSpPr>
        <p:spPr>
          <a:xfrm>
            <a:off x="1684020" y="29489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833" dirty="0"/>
          </a:p>
        </p:txBody>
      </p:sp>
      <p:sp>
        <p:nvSpPr>
          <p:cNvPr id="140" name="Text 139">
            <a:extLst>
              <a:ext uri="{FF2B5EF4-FFF2-40B4-BE49-F238E27FC236}">
                <a16:creationId xmlns:a16="http://schemas.microsoft.com/office/drawing/2014/main" id="{5D0B4A97-37AC-6F75-28F6-43C6636F4C69}"/>
              </a:ext>
            </a:extLst>
          </p:cNvPr>
          <p:cNvSpPr/>
          <p:nvPr/>
        </p:nvSpPr>
        <p:spPr>
          <a:xfrm>
            <a:off x="17449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583" dirty="0"/>
          </a:p>
        </p:txBody>
      </p:sp>
      <p:sp>
        <p:nvSpPr>
          <p:cNvPr id="141" name="Text 140">
            <a:extLst>
              <a:ext uri="{FF2B5EF4-FFF2-40B4-BE49-F238E27FC236}">
                <a16:creationId xmlns:a16="http://schemas.microsoft.com/office/drawing/2014/main" id="{0486288F-B3AD-5D18-40C5-634EA9DB076B}"/>
              </a:ext>
            </a:extLst>
          </p:cNvPr>
          <p:cNvSpPr/>
          <p:nvPr/>
        </p:nvSpPr>
        <p:spPr>
          <a:xfrm>
            <a:off x="24180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00:01:41</a:t>
            </a:r>
            <a:endParaRPr lang="en-US" sz="583" dirty="0"/>
          </a:p>
        </p:txBody>
      </p:sp>
      <p:sp>
        <p:nvSpPr>
          <p:cNvPr id="142" name="Text 141">
            <a:extLst>
              <a:ext uri="{FF2B5EF4-FFF2-40B4-BE49-F238E27FC236}">
                <a16:creationId xmlns:a16="http://schemas.microsoft.com/office/drawing/2014/main" id="{8FDC0B3D-58FE-89FD-5017-079D3E2E1988}"/>
              </a:ext>
            </a:extLst>
          </p:cNvPr>
          <p:cNvSpPr/>
          <p:nvPr/>
        </p:nvSpPr>
        <p:spPr>
          <a:xfrm>
            <a:off x="30911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00:03:21</a:t>
            </a:r>
            <a:endParaRPr lang="en-US" sz="583" dirty="0"/>
          </a:p>
        </p:txBody>
      </p:sp>
      <p:sp>
        <p:nvSpPr>
          <p:cNvPr id="143" name="Text 142">
            <a:extLst>
              <a:ext uri="{FF2B5EF4-FFF2-40B4-BE49-F238E27FC236}">
                <a16:creationId xmlns:a16="http://schemas.microsoft.com/office/drawing/2014/main" id="{F27AF343-6847-566B-11EF-56E3884D95CF}"/>
              </a:ext>
            </a:extLst>
          </p:cNvPr>
          <p:cNvSpPr/>
          <p:nvPr/>
        </p:nvSpPr>
        <p:spPr>
          <a:xfrm>
            <a:off x="37642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00:05:00</a:t>
            </a:r>
            <a:endParaRPr lang="en-US" sz="583" dirty="0"/>
          </a:p>
        </p:txBody>
      </p:sp>
      <p:sp>
        <p:nvSpPr>
          <p:cNvPr id="144" name="Text 143">
            <a:extLst>
              <a:ext uri="{FF2B5EF4-FFF2-40B4-BE49-F238E27FC236}">
                <a16:creationId xmlns:a16="http://schemas.microsoft.com/office/drawing/2014/main" id="{E7E660EC-6146-32B1-84DA-651CC50348AE}"/>
              </a:ext>
            </a:extLst>
          </p:cNvPr>
          <p:cNvSpPr/>
          <p:nvPr/>
        </p:nvSpPr>
        <p:spPr>
          <a:xfrm>
            <a:off x="4457700" y="1813560"/>
            <a:ext cx="20193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스택 전압</a:t>
            </a:r>
            <a:endParaRPr lang="en-US" sz="833" dirty="0"/>
          </a:p>
        </p:txBody>
      </p:sp>
      <p:sp>
        <p:nvSpPr>
          <p:cNvPr id="145" name="Shape 144">
            <a:extLst>
              <a:ext uri="{FF2B5EF4-FFF2-40B4-BE49-F238E27FC236}">
                <a16:creationId xmlns:a16="http://schemas.microsoft.com/office/drawing/2014/main" id="{B2FD37F8-60AF-5A7E-71C4-D83566DDF208}"/>
              </a:ext>
            </a:extLst>
          </p:cNvPr>
          <p:cNvSpPr/>
          <p:nvPr/>
        </p:nvSpPr>
        <p:spPr>
          <a:xfrm>
            <a:off x="4457700" y="1943100"/>
            <a:ext cx="2019300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Shape 145">
            <a:extLst>
              <a:ext uri="{FF2B5EF4-FFF2-40B4-BE49-F238E27FC236}">
                <a16:creationId xmlns:a16="http://schemas.microsoft.com/office/drawing/2014/main" id="{D9802788-8E84-A293-6E3B-999F5AC25B89}"/>
              </a:ext>
            </a:extLst>
          </p:cNvPr>
          <p:cNvSpPr/>
          <p:nvPr/>
        </p:nvSpPr>
        <p:spPr>
          <a:xfrm>
            <a:off x="465963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47" name="Shape 146">
            <a:extLst>
              <a:ext uri="{FF2B5EF4-FFF2-40B4-BE49-F238E27FC236}">
                <a16:creationId xmlns:a16="http://schemas.microsoft.com/office/drawing/2014/main" id="{BD47F89E-2BBB-37BB-0A49-6A63FA397A0E}"/>
              </a:ext>
            </a:extLst>
          </p:cNvPr>
          <p:cNvSpPr/>
          <p:nvPr/>
        </p:nvSpPr>
        <p:spPr>
          <a:xfrm>
            <a:off x="486156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48" name="Shape 147">
            <a:extLst>
              <a:ext uri="{FF2B5EF4-FFF2-40B4-BE49-F238E27FC236}">
                <a16:creationId xmlns:a16="http://schemas.microsoft.com/office/drawing/2014/main" id="{4E6DCF0B-DB95-290F-DAC4-024F19380A73}"/>
              </a:ext>
            </a:extLst>
          </p:cNvPr>
          <p:cNvSpPr/>
          <p:nvPr/>
        </p:nvSpPr>
        <p:spPr>
          <a:xfrm>
            <a:off x="506349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49" name="Shape 148">
            <a:extLst>
              <a:ext uri="{FF2B5EF4-FFF2-40B4-BE49-F238E27FC236}">
                <a16:creationId xmlns:a16="http://schemas.microsoft.com/office/drawing/2014/main" id="{2DF17C40-12D4-6E57-88FF-7CB631E4B850}"/>
              </a:ext>
            </a:extLst>
          </p:cNvPr>
          <p:cNvSpPr/>
          <p:nvPr/>
        </p:nvSpPr>
        <p:spPr>
          <a:xfrm>
            <a:off x="526542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0" name="Shape 149">
            <a:extLst>
              <a:ext uri="{FF2B5EF4-FFF2-40B4-BE49-F238E27FC236}">
                <a16:creationId xmlns:a16="http://schemas.microsoft.com/office/drawing/2014/main" id="{27892BD8-FEB0-BBEF-684C-6BB769B671D2}"/>
              </a:ext>
            </a:extLst>
          </p:cNvPr>
          <p:cNvSpPr/>
          <p:nvPr/>
        </p:nvSpPr>
        <p:spPr>
          <a:xfrm>
            <a:off x="546735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1" name="Shape 150">
            <a:extLst>
              <a:ext uri="{FF2B5EF4-FFF2-40B4-BE49-F238E27FC236}">
                <a16:creationId xmlns:a16="http://schemas.microsoft.com/office/drawing/2014/main" id="{454063C9-8608-3F11-3F48-A9DD59E3CD99}"/>
              </a:ext>
            </a:extLst>
          </p:cNvPr>
          <p:cNvSpPr/>
          <p:nvPr/>
        </p:nvSpPr>
        <p:spPr>
          <a:xfrm>
            <a:off x="566928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2" name="Shape 151">
            <a:extLst>
              <a:ext uri="{FF2B5EF4-FFF2-40B4-BE49-F238E27FC236}">
                <a16:creationId xmlns:a16="http://schemas.microsoft.com/office/drawing/2014/main" id="{7141FF43-CC57-3C21-3737-5B14975D539D}"/>
              </a:ext>
            </a:extLst>
          </p:cNvPr>
          <p:cNvSpPr/>
          <p:nvPr/>
        </p:nvSpPr>
        <p:spPr>
          <a:xfrm>
            <a:off x="587121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3" name="Shape 152">
            <a:extLst>
              <a:ext uri="{FF2B5EF4-FFF2-40B4-BE49-F238E27FC236}">
                <a16:creationId xmlns:a16="http://schemas.microsoft.com/office/drawing/2014/main" id="{6EE15A6F-74B3-402D-8138-E8D6A9B81416}"/>
              </a:ext>
            </a:extLst>
          </p:cNvPr>
          <p:cNvSpPr/>
          <p:nvPr/>
        </p:nvSpPr>
        <p:spPr>
          <a:xfrm>
            <a:off x="607314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4" name="Shape 153">
            <a:extLst>
              <a:ext uri="{FF2B5EF4-FFF2-40B4-BE49-F238E27FC236}">
                <a16:creationId xmlns:a16="http://schemas.microsoft.com/office/drawing/2014/main" id="{FF74B6F1-BB2C-97C0-D7CD-A12D7200CF85}"/>
              </a:ext>
            </a:extLst>
          </p:cNvPr>
          <p:cNvSpPr/>
          <p:nvPr/>
        </p:nvSpPr>
        <p:spPr>
          <a:xfrm>
            <a:off x="627507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5" name="Shape 154">
            <a:extLst>
              <a:ext uri="{FF2B5EF4-FFF2-40B4-BE49-F238E27FC236}">
                <a16:creationId xmlns:a16="http://schemas.microsoft.com/office/drawing/2014/main" id="{F2D8114A-C174-0B40-4D2E-B55D4D5E572A}"/>
              </a:ext>
            </a:extLst>
          </p:cNvPr>
          <p:cNvSpPr/>
          <p:nvPr/>
        </p:nvSpPr>
        <p:spPr>
          <a:xfrm>
            <a:off x="4457700" y="214884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6" name="Shape 155">
            <a:extLst>
              <a:ext uri="{FF2B5EF4-FFF2-40B4-BE49-F238E27FC236}">
                <a16:creationId xmlns:a16="http://schemas.microsoft.com/office/drawing/2014/main" id="{655F9165-530C-59E3-9BEC-B99722476034}"/>
              </a:ext>
            </a:extLst>
          </p:cNvPr>
          <p:cNvSpPr/>
          <p:nvPr/>
        </p:nvSpPr>
        <p:spPr>
          <a:xfrm>
            <a:off x="4457700" y="235458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7" name="Shape 156">
            <a:extLst>
              <a:ext uri="{FF2B5EF4-FFF2-40B4-BE49-F238E27FC236}">
                <a16:creationId xmlns:a16="http://schemas.microsoft.com/office/drawing/2014/main" id="{70673F24-93D1-9469-E5F6-107719C1A50A}"/>
              </a:ext>
            </a:extLst>
          </p:cNvPr>
          <p:cNvSpPr/>
          <p:nvPr/>
        </p:nvSpPr>
        <p:spPr>
          <a:xfrm>
            <a:off x="4457700" y="256032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8" name="Shape 157">
            <a:extLst>
              <a:ext uri="{FF2B5EF4-FFF2-40B4-BE49-F238E27FC236}">
                <a16:creationId xmlns:a16="http://schemas.microsoft.com/office/drawing/2014/main" id="{F278F524-2AC8-108D-68A6-E3AA31810DBA}"/>
              </a:ext>
            </a:extLst>
          </p:cNvPr>
          <p:cNvSpPr/>
          <p:nvPr/>
        </p:nvSpPr>
        <p:spPr>
          <a:xfrm>
            <a:off x="4457700" y="276606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59" name="Shape 158">
            <a:extLst>
              <a:ext uri="{FF2B5EF4-FFF2-40B4-BE49-F238E27FC236}">
                <a16:creationId xmlns:a16="http://schemas.microsoft.com/office/drawing/2014/main" id="{BC147DF1-BE75-81B5-9D69-299C4BEB4722}"/>
              </a:ext>
            </a:extLst>
          </p:cNvPr>
          <p:cNvSpPr/>
          <p:nvPr/>
        </p:nvSpPr>
        <p:spPr>
          <a:xfrm>
            <a:off x="4457700" y="204597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60" name="Shape 159">
            <a:extLst>
              <a:ext uri="{FF2B5EF4-FFF2-40B4-BE49-F238E27FC236}">
                <a16:creationId xmlns:a16="http://schemas.microsoft.com/office/drawing/2014/main" id="{BFA76924-F77E-83AF-128F-C3DD379342E7}"/>
              </a:ext>
            </a:extLst>
          </p:cNvPr>
          <p:cNvSpPr/>
          <p:nvPr/>
        </p:nvSpPr>
        <p:spPr>
          <a:xfrm>
            <a:off x="4457700" y="214884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61" name="Shape 160">
            <a:extLst>
              <a:ext uri="{FF2B5EF4-FFF2-40B4-BE49-F238E27FC236}">
                <a16:creationId xmlns:a16="http://schemas.microsoft.com/office/drawing/2014/main" id="{2EBED2E6-2012-3079-7A5F-66995B50DB95}"/>
              </a:ext>
            </a:extLst>
          </p:cNvPr>
          <p:cNvSpPr/>
          <p:nvPr/>
        </p:nvSpPr>
        <p:spPr>
          <a:xfrm>
            <a:off x="4457700" y="225171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62" name="Shape 161">
            <a:extLst>
              <a:ext uri="{FF2B5EF4-FFF2-40B4-BE49-F238E27FC236}">
                <a16:creationId xmlns:a16="http://schemas.microsoft.com/office/drawing/2014/main" id="{CAAC13E5-4576-EE69-02FB-1483F0713DB7}"/>
              </a:ext>
            </a:extLst>
          </p:cNvPr>
          <p:cNvSpPr/>
          <p:nvPr/>
        </p:nvSpPr>
        <p:spPr>
          <a:xfrm>
            <a:off x="4457700" y="235458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63" name="Shape 162">
            <a:extLst>
              <a:ext uri="{FF2B5EF4-FFF2-40B4-BE49-F238E27FC236}">
                <a16:creationId xmlns:a16="http://schemas.microsoft.com/office/drawing/2014/main" id="{EF487F4E-A81F-104E-E49A-A14F4FF247BB}"/>
              </a:ext>
            </a:extLst>
          </p:cNvPr>
          <p:cNvSpPr/>
          <p:nvPr/>
        </p:nvSpPr>
        <p:spPr>
          <a:xfrm>
            <a:off x="4457700" y="245745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64" name="Shape 163">
            <a:extLst>
              <a:ext uri="{FF2B5EF4-FFF2-40B4-BE49-F238E27FC236}">
                <a16:creationId xmlns:a16="http://schemas.microsoft.com/office/drawing/2014/main" id="{4BF6D478-CAEE-0594-961B-357551FBEE2E}"/>
              </a:ext>
            </a:extLst>
          </p:cNvPr>
          <p:cNvSpPr/>
          <p:nvPr/>
        </p:nvSpPr>
        <p:spPr>
          <a:xfrm>
            <a:off x="4457700" y="256032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65" name="Shape 164">
            <a:extLst>
              <a:ext uri="{FF2B5EF4-FFF2-40B4-BE49-F238E27FC236}">
                <a16:creationId xmlns:a16="http://schemas.microsoft.com/office/drawing/2014/main" id="{539051F7-8DAE-4786-2330-1B16DF7888DE}"/>
              </a:ext>
            </a:extLst>
          </p:cNvPr>
          <p:cNvSpPr/>
          <p:nvPr/>
        </p:nvSpPr>
        <p:spPr>
          <a:xfrm>
            <a:off x="4457700" y="266319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66" name="Shape 165">
            <a:extLst>
              <a:ext uri="{FF2B5EF4-FFF2-40B4-BE49-F238E27FC236}">
                <a16:creationId xmlns:a16="http://schemas.microsoft.com/office/drawing/2014/main" id="{8E9E68E2-EACD-AAEE-E9F9-48F33949F52A}"/>
              </a:ext>
            </a:extLst>
          </p:cNvPr>
          <p:cNvSpPr/>
          <p:nvPr/>
        </p:nvSpPr>
        <p:spPr>
          <a:xfrm>
            <a:off x="4457700" y="276606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67" name="Shape 166">
            <a:extLst>
              <a:ext uri="{FF2B5EF4-FFF2-40B4-BE49-F238E27FC236}">
                <a16:creationId xmlns:a16="http://schemas.microsoft.com/office/drawing/2014/main" id="{42D6B65E-CD24-C1D9-EFB8-762E59915A55}"/>
              </a:ext>
            </a:extLst>
          </p:cNvPr>
          <p:cNvSpPr/>
          <p:nvPr/>
        </p:nvSpPr>
        <p:spPr>
          <a:xfrm>
            <a:off x="4457700" y="286893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68" name="Text 167">
            <a:extLst>
              <a:ext uri="{FF2B5EF4-FFF2-40B4-BE49-F238E27FC236}">
                <a16:creationId xmlns:a16="http://schemas.microsoft.com/office/drawing/2014/main" id="{295A1049-3622-54EE-3617-4DD23D41EC0C}"/>
              </a:ext>
            </a:extLst>
          </p:cNvPr>
          <p:cNvSpPr/>
          <p:nvPr/>
        </p:nvSpPr>
        <p:spPr>
          <a:xfrm>
            <a:off x="4198620" y="19202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</a:t>
            </a:r>
            <a:endParaRPr lang="en-US" sz="833" dirty="0"/>
          </a:p>
        </p:txBody>
      </p:sp>
      <p:sp>
        <p:nvSpPr>
          <p:cNvPr id="169" name="Text 168">
            <a:extLst>
              <a:ext uri="{FF2B5EF4-FFF2-40B4-BE49-F238E27FC236}">
                <a16:creationId xmlns:a16="http://schemas.microsoft.com/office/drawing/2014/main" id="{4C3E8A6D-21D8-B3EB-D06C-90D9928122D0}"/>
              </a:ext>
            </a:extLst>
          </p:cNvPr>
          <p:cNvSpPr/>
          <p:nvPr/>
        </p:nvSpPr>
        <p:spPr>
          <a:xfrm>
            <a:off x="4198620" y="21259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170" name="Text 169">
            <a:extLst>
              <a:ext uri="{FF2B5EF4-FFF2-40B4-BE49-F238E27FC236}">
                <a16:creationId xmlns:a16="http://schemas.microsoft.com/office/drawing/2014/main" id="{917B27A4-CD48-BF7D-A021-11058E14C37F}"/>
              </a:ext>
            </a:extLst>
          </p:cNvPr>
          <p:cNvSpPr/>
          <p:nvPr/>
        </p:nvSpPr>
        <p:spPr>
          <a:xfrm>
            <a:off x="4198620" y="233172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171" name="Text 170">
            <a:extLst>
              <a:ext uri="{FF2B5EF4-FFF2-40B4-BE49-F238E27FC236}">
                <a16:creationId xmlns:a16="http://schemas.microsoft.com/office/drawing/2014/main" id="{36E95A0D-61C2-7561-2B16-99863C95D5A8}"/>
              </a:ext>
            </a:extLst>
          </p:cNvPr>
          <p:cNvSpPr/>
          <p:nvPr/>
        </p:nvSpPr>
        <p:spPr>
          <a:xfrm>
            <a:off x="4198620" y="253746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172" name="Text 171">
            <a:extLst>
              <a:ext uri="{FF2B5EF4-FFF2-40B4-BE49-F238E27FC236}">
                <a16:creationId xmlns:a16="http://schemas.microsoft.com/office/drawing/2014/main" id="{54070744-E40E-FCCE-E21A-4DF94178E031}"/>
              </a:ext>
            </a:extLst>
          </p:cNvPr>
          <p:cNvSpPr/>
          <p:nvPr/>
        </p:nvSpPr>
        <p:spPr>
          <a:xfrm>
            <a:off x="4198620" y="27432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173" name="Text 172">
            <a:extLst>
              <a:ext uri="{FF2B5EF4-FFF2-40B4-BE49-F238E27FC236}">
                <a16:creationId xmlns:a16="http://schemas.microsoft.com/office/drawing/2014/main" id="{1B7249F5-0727-2ECA-CED5-D0ABC6C3717F}"/>
              </a:ext>
            </a:extLst>
          </p:cNvPr>
          <p:cNvSpPr/>
          <p:nvPr/>
        </p:nvSpPr>
        <p:spPr>
          <a:xfrm>
            <a:off x="4198620" y="29489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833" dirty="0"/>
          </a:p>
        </p:txBody>
      </p:sp>
      <p:sp>
        <p:nvSpPr>
          <p:cNvPr id="174" name="Text 173">
            <a:extLst>
              <a:ext uri="{FF2B5EF4-FFF2-40B4-BE49-F238E27FC236}">
                <a16:creationId xmlns:a16="http://schemas.microsoft.com/office/drawing/2014/main" id="{9A80117C-B0B1-ADFB-0412-37C2A95C2363}"/>
              </a:ext>
            </a:extLst>
          </p:cNvPr>
          <p:cNvSpPr/>
          <p:nvPr/>
        </p:nvSpPr>
        <p:spPr>
          <a:xfrm>
            <a:off x="42595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00:00:00</a:t>
            </a:r>
            <a:endParaRPr lang="en-US" sz="583" dirty="0"/>
          </a:p>
        </p:txBody>
      </p:sp>
      <p:sp>
        <p:nvSpPr>
          <p:cNvPr id="175" name="Text 174">
            <a:extLst>
              <a:ext uri="{FF2B5EF4-FFF2-40B4-BE49-F238E27FC236}">
                <a16:creationId xmlns:a16="http://schemas.microsoft.com/office/drawing/2014/main" id="{FAFF920F-B897-C143-6E52-B151CE33B854}"/>
              </a:ext>
            </a:extLst>
          </p:cNvPr>
          <p:cNvSpPr/>
          <p:nvPr/>
        </p:nvSpPr>
        <p:spPr>
          <a:xfrm>
            <a:off x="49326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00:01:40</a:t>
            </a:r>
            <a:endParaRPr lang="en-US" sz="583" dirty="0"/>
          </a:p>
        </p:txBody>
      </p:sp>
      <p:sp>
        <p:nvSpPr>
          <p:cNvPr id="176" name="Text 175">
            <a:extLst>
              <a:ext uri="{FF2B5EF4-FFF2-40B4-BE49-F238E27FC236}">
                <a16:creationId xmlns:a16="http://schemas.microsoft.com/office/drawing/2014/main" id="{7AFF69B9-8C6B-1B79-9E68-BA27DF8DE986}"/>
              </a:ext>
            </a:extLst>
          </p:cNvPr>
          <p:cNvSpPr/>
          <p:nvPr/>
        </p:nvSpPr>
        <p:spPr>
          <a:xfrm>
            <a:off x="56057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00:03:20</a:t>
            </a:r>
            <a:endParaRPr lang="en-US" sz="583" dirty="0"/>
          </a:p>
        </p:txBody>
      </p:sp>
      <p:sp>
        <p:nvSpPr>
          <p:cNvPr id="177" name="Text 176">
            <a:extLst>
              <a:ext uri="{FF2B5EF4-FFF2-40B4-BE49-F238E27FC236}">
                <a16:creationId xmlns:a16="http://schemas.microsoft.com/office/drawing/2014/main" id="{B6D6D989-7384-E66A-6E8F-DBA2A3586442}"/>
              </a:ext>
            </a:extLst>
          </p:cNvPr>
          <p:cNvSpPr/>
          <p:nvPr/>
        </p:nvSpPr>
        <p:spPr>
          <a:xfrm>
            <a:off x="62788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00:04:59</a:t>
            </a:r>
            <a:endParaRPr lang="en-US" sz="583" dirty="0"/>
          </a:p>
        </p:txBody>
      </p:sp>
      <p:sp>
        <p:nvSpPr>
          <p:cNvPr id="178" name="Text 177">
            <a:extLst>
              <a:ext uri="{FF2B5EF4-FFF2-40B4-BE49-F238E27FC236}">
                <a16:creationId xmlns:a16="http://schemas.microsoft.com/office/drawing/2014/main" id="{9B143020-9C6C-765E-86AA-BE35BEDC02BA}"/>
              </a:ext>
            </a:extLst>
          </p:cNvPr>
          <p:cNvSpPr/>
          <p:nvPr/>
        </p:nvSpPr>
        <p:spPr>
          <a:xfrm>
            <a:off x="6972300" y="1813560"/>
            <a:ext cx="20193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셀 전압</a:t>
            </a:r>
            <a:endParaRPr lang="en-US" sz="833" dirty="0"/>
          </a:p>
        </p:txBody>
      </p:sp>
      <p:sp>
        <p:nvSpPr>
          <p:cNvPr id="179" name="Shape 178">
            <a:extLst>
              <a:ext uri="{FF2B5EF4-FFF2-40B4-BE49-F238E27FC236}">
                <a16:creationId xmlns:a16="http://schemas.microsoft.com/office/drawing/2014/main" id="{3FD1B916-87AA-5463-D298-4EE2B7F87612}"/>
              </a:ext>
            </a:extLst>
          </p:cNvPr>
          <p:cNvSpPr/>
          <p:nvPr/>
        </p:nvSpPr>
        <p:spPr>
          <a:xfrm>
            <a:off x="6972300" y="1943100"/>
            <a:ext cx="2019300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0" name="Shape 179">
            <a:extLst>
              <a:ext uri="{FF2B5EF4-FFF2-40B4-BE49-F238E27FC236}">
                <a16:creationId xmlns:a16="http://schemas.microsoft.com/office/drawing/2014/main" id="{284C8731-4AA6-574E-69C9-0BCED7672488}"/>
              </a:ext>
            </a:extLst>
          </p:cNvPr>
          <p:cNvSpPr/>
          <p:nvPr/>
        </p:nvSpPr>
        <p:spPr>
          <a:xfrm>
            <a:off x="717423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1" name="Shape 180">
            <a:extLst>
              <a:ext uri="{FF2B5EF4-FFF2-40B4-BE49-F238E27FC236}">
                <a16:creationId xmlns:a16="http://schemas.microsoft.com/office/drawing/2014/main" id="{DAE42CAE-D43A-E1FA-8437-C6B6B7259577}"/>
              </a:ext>
            </a:extLst>
          </p:cNvPr>
          <p:cNvSpPr/>
          <p:nvPr/>
        </p:nvSpPr>
        <p:spPr>
          <a:xfrm>
            <a:off x="737616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2" name="Shape 181">
            <a:extLst>
              <a:ext uri="{FF2B5EF4-FFF2-40B4-BE49-F238E27FC236}">
                <a16:creationId xmlns:a16="http://schemas.microsoft.com/office/drawing/2014/main" id="{C3481B63-CC9B-4AAF-7ED1-0332299420BD}"/>
              </a:ext>
            </a:extLst>
          </p:cNvPr>
          <p:cNvSpPr/>
          <p:nvPr/>
        </p:nvSpPr>
        <p:spPr>
          <a:xfrm>
            <a:off x="757809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3" name="Shape 182">
            <a:extLst>
              <a:ext uri="{FF2B5EF4-FFF2-40B4-BE49-F238E27FC236}">
                <a16:creationId xmlns:a16="http://schemas.microsoft.com/office/drawing/2014/main" id="{84C2BA00-8E1D-35CE-15E1-F029243CE4BF}"/>
              </a:ext>
            </a:extLst>
          </p:cNvPr>
          <p:cNvSpPr/>
          <p:nvPr/>
        </p:nvSpPr>
        <p:spPr>
          <a:xfrm>
            <a:off x="778002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4" name="Shape 183">
            <a:extLst>
              <a:ext uri="{FF2B5EF4-FFF2-40B4-BE49-F238E27FC236}">
                <a16:creationId xmlns:a16="http://schemas.microsoft.com/office/drawing/2014/main" id="{D283F2C2-BFDA-DAFA-2F0C-F43F2A60B7FA}"/>
              </a:ext>
            </a:extLst>
          </p:cNvPr>
          <p:cNvSpPr/>
          <p:nvPr/>
        </p:nvSpPr>
        <p:spPr>
          <a:xfrm>
            <a:off x="798195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5" name="Shape 184">
            <a:extLst>
              <a:ext uri="{FF2B5EF4-FFF2-40B4-BE49-F238E27FC236}">
                <a16:creationId xmlns:a16="http://schemas.microsoft.com/office/drawing/2014/main" id="{FA032F26-4775-8B4F-9230-0270369985DB}"/>
              </a:ext>
            </a:extLst>
          </p:cNvPr>
          <p:cNvSpPr/>
          <p:nvPr/>
        </p:nvSpPr>
        <p:spPr>
          <a:xfrm>
            <a:off x="818388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6" name="Shape 185">
            <a:extLst>
              <a:ext uri="{FF2B5EF4-FFF2-40B4-BE49-F238E27FC236}">
                <a16:creationId xmlns:a16="http://schemas.microsoft.com/office/drawing/2014/main" id="{0C4D96A3-B37D-75F0-C73D-CA1F6F0751B3}"/>
              </a:ext>
            </a:extLst>
          </p:cNvPr>
          <p:cNvSpPr/>
          <p:nvPr/>
        </p:nvSpPr>
        <p:spPr>
          <a:xfrm>
            <a:off x="838581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7" name="Shape 186">
            <a:extLst>
              <a:ext uri="{FF2B5EF4-FFF2-40B4-BE49-F238E27FC236}">
                <a16:creationId xmlns:a16="http://schemas.microsoft.com/office/drawing/2014/main" id="{DA09BCBB-4E8D-2CE6-C936-005276025556}"/>
              </a:ext>
            </a:extLst>
          </p:cNvPr>
          <p:cNvSpPr/>
          <p:nvPr/>
        </p:nvSpPr>
        <p:spPr>
          <a:xfrm>
            <a:off x="858774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8" name="Shape 187">
            <a:extLst>
              <a:ext uri="{FF2B5EF4-FFF2-40B4-BE49-F238E27FC236}">
                <a16:creationId xmlns:a16="http://schemas.microsoft.com/office/drawing/2014/main" id="{5E537EA7-9B59-5BED-A16E-DF9C4D52A06A}"/>
              </a:ext>
            </a:extLst>
          </p:cNvPr>
          <p:cNvSpPr/>
          <p:nvPr/>
        </p:nvSpPr>
        <p:spPr>
          <a:xfrm>
            <a:off x="8789670" y="19431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9" name="Shape 188">
            <a:extLst>
              <a:ext uri="{FF2B5EF4-FFF2-40B4-BE49-F238E27FC236}">
                <a16:creationId xmlns:a16="http://schemas.microsoft.com/office/drawing/2014/main" id="{ED6665DE-374C-FB5F-8842-35DA67892B9C}"/>
              </a:ext>
            </a:extLst>
          </p:cNvPr>
          <p:cNvSpPr/>
          <p:nvPr/>
        </p:nvSpPr>
        <p:spPr>
          <a:xfrm>
            <a:off x="6972300" y="214884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90" name="Shape 189">
            <a:extLst>
              <a:ext uri="{FF2B5EF4-FFF2-40B4-BE49-F238E27FC236}">
                <a16:creationId xmlns:a16="http://schemas.microsoft.com/office/drawing/2014/main" id="{C7BFA64D-6C7F-7142-0CD1-C3ADC5DABD15}"/>
              </a:ext>
            </a:extLst>
          </p:cNvPr>
          <p:cNvSpPr/>
          <p:nvPr/>
        </p:nvSpPr>
        <p:spPr>
          <a:xfrm>
            <a:off x="6972300" y="235458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91" name="Shape 190">
            <a:extLst>
              <a:ext uri="{FF2B5EF4-FFF2-40B4-BE49-F238E27FC236}">
                <a16:creationId xmlns:a16="http://schemas.microsoft.com/office/drawing/2014/main" id="{A6D040C2-AB69-E957-A5F0-5C603B2BD749}"/>
              </a:ext>
            </a:extLst>
          </p:cNvPr>
          <p:cNvSpPr/>
          <p:nvPr/>
        </p:nvSpPr>
        <p:spPr>
          <a:xfrm>
            <a:off x="6972300" y="256032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92" name="Shape 191">
            <a:extLst>
              <a:ext uri="{FF2B5EF4-FFF2-40B4-BE49-F238E27FC236}">
                <a16:creationId xmlns:a16="http://schemas.microsoft.com/office/drawing/2014/main" id="{6517256A-5389-35AF-BE89-676C8CF23E22}"/>
              </a:ext>
            </a:extLst>
          </p:cNvPr>
          <p:cNvSpPr/>
          <p:nvPr/>
        </p:nvSpPr>
        <p:spPr>
          <a:xfrm>
            <a:off x="6972300" y="276606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93" name="Shape 192">
            <a:extLst>
              <a:ext uri="{FF2B5EF4-FFF2-40B4-BE49-F238E27FC236}">
                <a16:creationId xmlns:a16="http://schemas.microsoft.com/office/drawing/2014/main" id="{7FAFC0A6-D36C-A714-959C-5C08D0C920CF}"/>
              </a:ext>
            </a:extLst>
          </p:cNvPr>
          <p:cNvSpPr/>
          <p:nvPr/>
        </p:nvSpPr>
        <p:spPr>
          <a:xfrm>
            <a:off x="6972300" y="204597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94" name="Shape 193">
            <a:extLst>
              <a:ext uri="{FF2B5EF4-FFF2-40B4-BE49-F238E27FC236}">
                <a16:creationId xmlns:a16="http://schemas.microsoft.com/office/drawing/2014/main" id="{0929C741-EB67-459D-70FC-A3B8888C0E28}"/>
              </a:ext>
            </a:extLst>
          </p:cNvPr>
          <p:cNvSpPr/>
          <p:nvPr/>
        </p:nvSpPr>
        <p:spPr>
          <a:xfrm>
            <a:off x="6972300" y="214884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95" name="Shape 194">
            <a:extLst>
              <a:ext uri="{FF2B5EF4-FFF2-40B4-BE49-F238E27FC236}">
                <a16:creationId xmlns:a16="http://schemas.microsoft.com/office/drawing/2014/main" id="{D9230632-6818-71BF-074D-EE69F90C1AAD}"/>
              </a:ext>
            </a:extLst>
          </p:cNvPr>
          <p:cNvSpPr/>
          <p:nvPr/>
        </p:nvSpPr>
        <p:spPr>
          <a:xfrm>
            <a:off x="6972300" y="225171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96" name="Shape 195">
            <a:extLst>
              <a:ext uri="{FF2B5EF4-FFF2-40B4-BE49-F238E27FC236}">
                <a16:creationId xmlns:a16="http://schemas.microsoft.com/office/drawing/2014/main" id="{6926767F-D49E-47E6-9049-5FE4C30266C5}"/>
              </a:ext>
            </a:extLst>
          </p:cNvPr>
          <p:cNvSpPr/>
          <p:nvPr/>
        </p:nvSpPr>
        <p:spPr>
          <a:xfrm>
            <a:off x="6972300" y="235458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97" name="Shape 196">
            <a:extLst>
              <a:ext uri="{FF2B5EF4-FFF2-40B4-BE49-F238E27FC236}">
                <a16:creationId xmlns:a16="http://schemas.microsoft.com/office/drawing/2014/main" id="{5436D630-F43F-172D-0F67-A706CAE656E7}"/>
              </a:ext>
            </a:extLst>
          </p:cNvPr>
          <p:cNvSpPr/>
          <p:nvPr/>
        </p:nvSpPr>
        <p:spPr>
          <a:xfrm>
            <a:off x="6972300" y="245745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98" name="Shape 197">
            <a:extLst>
              <a:ext uri="{FF2B5EF4-FFF2-40B4-BE49-F238E27FC236}">
                <a16:creationId xmlns:a16="http://schemas.microsoft.com/office/drawing/2014/main" id="{664CAC33-397B-75E9-6510-D2ACF3D86114}"/>
              </a:ext>
            </a:extLst>
          </p:cNvPr>
          <p:cNvSpPr/>
          <p:nvPr/>
        </p:nvSpPr>
        <p:spPr>
          <a:xfrm>
            <a:off x="6972300" y="256032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99" name="Shape 198">
            <a:extLst>
              <a:ext uri="{FF2B5EF4-FFF2-40B4-BE49-F238E27FC236}">
                <a16:creationId xmlns:a16="http://schemas.microsoft.com/office/drawing/2014/main" id="{A1EC1AF2-BA0B-1182-B876-ECF3D5CDC35B}"/>
              </a:ext>
            </a:extLst>
          </p:cNvPr>
          <p:cNvSpPr/>
          <p:nvPr/>
        </p:nvSpPr>
        <p:spPr>
          <a:xfrm>
            <a:off x="6972300" y="266319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00" name="Shape 199">
            <a:extLst>
              <a:ext uri="{FF2B5EF4-FFF2-40B4-BE49-F238E27FC236}">
                <a16:creationId xmlns:a16="http://schemas.microsoft.com/office/drawing/2014/main" id="{6A4F487A-17DE-9775-F93C-939AB7885CAC}"/>
              </a:ext>
            </a:extLst>
          </p:cNvPr>
          <p:cNvSpPr/>
          <p:nvPr/>
        </p:nvSpPr>
        <p:spPr>
          <a:xfrm>
            <a:off x="6972300" y="276606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01" name="Shape 200">
            <a:extLst>
              <a:ext uri="{FF2B5EF4-FFF2-40B4-BE49-F238E27FC236}">
                <a16:creationId xmlns:a16="http://schemas.microsoft.com/office/drawing/2014/main" id="{F8765BD1-9060-2F0C-CDCD-71E4E79FE579}"/>
              </a:ext>
            </a:extLst>
          </p:cNvPr>
          <p:cNvSpPr/>
          <p:nvPr/>
        </p:nvSpPr>
        <p:spPr>
          <a:xfrm>
            <a:off x="6972300" y="286893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02" name="Text 201">
            <a:extLst>
              <a:ext uri="{FF2B5EF4-FFF2-40B4-BE49-F238E27FC236}">
                <a16:creationId xmlns:a16="http://schemas.microsoft.com/office/drawing/2014/main" id="{EF755F8B-3102-6FEE-5833-342916408F55}"/>
              </a:ext>
            </a:extLst>
          </p:cNvPr>
          <p:cNvSpPr/>
          <p:nvPr/>
        </p:nvSpPr>
        <p:spPr>
          <a:xfrm>
            <a:off x="6713220" y="19202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</a:t>
            </a:r>
            <a:endParaRPr lang="en-US" sz="833" dirty="0"/>
          </a:p>
        </p:txBody>
      </p:sp>
      <p:sp>
        <p:nvSpPr>
          <p:cNvPr id="203" name="Text 202">
            <a:extLst>
              <a:ext uri="{FF2B5EF4-FFF2-40B4-BE49-F238E27FC236}">
                <a16:creationId xmlns:a16="http://schemas.microsoft.com/office/drawing/2014/main" id="{601FE0F8-5FE6-C07F-DEB7-CBCB9FEFCFFA}"/>
              </a:ext>
            </a:extLst>
          </p:cNvPr>
          <p:cNvSpPr/>
          <p:nvPr/>
        </p:nvSpPr>
        <p:spPr>
          <a:xfrm>
            <a:off x="6713220" y="21259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204" name="Text 203">
            <a:extLst>
              <a:ext uri="{FF2B5EF4-FFF2-40B4-BE49-F238E27FC236}">
                <a16:creationId xmlns:a16="http://schemas.microsoft.com/office/drawing/2014/main" id="{379D9C4C-8B56-4B86-AFF9-5A0B092EA47A}"/>
              </a:ext>
            </a:extLst>
          </p:cNvPr>
          <p:cNvSpPr/>
          <p:nvPr/>
        </p:nvSpPr>
        <p:spPr>
          <a:xfrm>
            <a:off x="6713220" y="233172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205" name="Text 204">
            <a:extLst>
              <a:ext uri="{FF2B5EF4-FFF2-40B4-BE49-F238E27FC236}">
                <a16:creationId xmlns:a16="http://schemas.microsoft.com/office/drawing/2014/main" id="{E41FF7AC-192D-0884-C4DE-EDCE35F547C6}"/>
              </a:ext>
            </a:extLst>
          </p:cNvPr>
          <p:cNvSpPr/>
          <p:nvPr/>
        </p:nvSpPr>
        <p:spPr>
          <a:xfrm>
            <a:off x="6713220" y="253746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206" name="Text 205">
            <a:extLst>
              <a:ext uri="{FF2B5EF4-FFF2-40B4-BE49-F238E27FC236}">
                <a16:creationId xmlns:a16="http://schemas.microsoft.com/office/drawing/2014/main" id="{2EAB0A46-76E4-5ACA-1582-D6D3C22BD446}"/>
              </a:ext>
            </a:extLst>
          </p:cNvPr>
          <p:cNvSpPr/>
          <p:nvPr/>
        </p:nvSpPr>
        <p:spPr>
          <a:xfrm>
            <a:off x="6713220" y="27432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207" name="Text 206">
            <a:extLst>
              <a:ext uri="{FF2B5EF4-FFF2-40B4-BE49-F238E27FC236}">
                <a16:creationId xmlns:a16="http://schemas.microsoft.com/office/drawing/2014/main" id="{FB1C84B3-D90F-9C52-2CF4-78F4D9F0FE7D}"/>
              </a:ext>
            </a:extLst>
          </p:cNvPr>
          <p:cNvSpPr/>
          <p:nvPr/>
        </p:nvSpPr>
        <p:spPr>
          <a:xfrm>
            <a:off x="6713220" y="29489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833" dirty="0"/>
          </a:p>
        </p:txBody>
      </p:sp>
      <p:sp>
        <p:nvSpPr>
          <p:cNvPr id="208" name="Text 207">
            <a:extLst>
              <a:ext uri="{FF2B5EF4-FFF2-40B4-BE49-F238E27FC236}">
                <a16:creationId xmlns:a16="http://schemas.microsoft.com/office/drawing/2014/main" id="{781D08E4-52A5-1C0C-162F-BBE431D416AA}"/>
              </a:ext>
            </a:extLst>
          </p:cNvPr>
          <p:cNvSpPr/>
          <p:nvPr/>
        </p:nvSpPr>
        <p:spPr>
          <a:xfrm>
            <a:off x="67741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583" dirty="0"/>
          </a:p>
        </p:txBody>
      </p:sp>
      <p:sp>
        <p:nvSpPr>
          <p:cNvPr id="209" name="Text 208">
            <a:extLst>
              <a:ext uri="{FF2B5EF4-FFF2-40B4-BE49-F238E27FC236}">
                <a16:creationId xmlns:a16="http://schemas.microsoft.com/office/drawing/2014/main" id="{67B7C95E-8386-DA43-11DF-2D7EDD8C4ADE}"/>
              </a:ext>
            </a:extLst>
          </p:cNvPr>
          <p:cNvSpPr/>
          <p:nvPr/>
        </p:nvSpPr>
        <p:spPr>
          <a:xfrm>
            <a:off x="74472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00:01:41</a:t>
            </a:r>
            <a:endParaRPr lang="en-US" sz="583" dirty="0"/>
          </a:p>
        </p:txBody>
      </p:sp>
      <p:sp>
        <p:nvSpPr>
          <p:cNvPr id="210" name="Text 209">
            <a:extLst>
              <a:ext uri="{FF2B5EF4-FFF2-40B4-BE49-F238E27FC236}">
                <a16:creationId xmlns:a16="http://schemas.microsoft.com/office/drawing/2014/main" id="{FA7E65DF-33A2-B6C6-6959-04E0B481CA6D}"/>
              </a:ext>
            </a:extLst>
          </p:cNvPr>
          <p:cNvSpPr/>
          <p:nvPr/>
        </p:nvSpPr>
        <p:spPr>
          <a:xfrm>
            <a:off x="81203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00:03:21</a:t>
            </a:r>
            <a:endParaRPr lang="en-US" sz="583" dirty="0"/>
          </a:p>
        </p:txBody>
      </p:sp>
      <p:sp>
        <p:nvSpPr>
          <p:cNvPr id="211" name="Text 210">
            <a:extLst>
              <a:ext uri="{FF2B5EF4-FFF2-40B4-BE49-F238E27FC236}">
                <a16:creationId xmlns:a16="http://schemas.microsoft.com/office/drawing/2014/main" id="{81F2D729-D9FB-47F7-8EC1-E6CF20001151}"/>
              </a:ext>
            </a:extLst>
          </p:cNvPr>
          <p:cNvSpPr/>
          <p:nvPr/>
        </p:nvSpPr>
        <p:spPr>
          <a:xfrm>
            <a:off x="8793480" y="30784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00:05:00</a:t>
            </a:r>
            <a:endParaRPr lang="en-US" sz="583" dirty="0"/>
          </a:p>
        </p:txBody>
      </p:sp>
      <p:sp>
        <p:nvSpPr>
          <p:cNvPr id="212" name="Text 211">
            <a:extLst>
              <a:ext uri="{FF2B5EF4-FFF2-40B4-BE49-F238E27FC236}">
                <a16:creationId xmlns:a16="http://schemas.microsoft.com/office/drawing/2014/main" id="{8D0355B6-D36D-B5F4-198E-407926AEE2D3}"/>
              </a:ext>
            </a:extLst>
          </p:cNvPr>
          <p:cNvSpPr/>
          <p:nvPr/>
        </p:nvSpPr>
        <p:spPr>
          <a:xfrm>
            <a:off x="9212580" y="533400"/>
            <a:ext cx="381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833" dirty="0"/>
          </a:p>
        </p:txBody>
      </p:sp>
      <p:sp>
        <p:nvSpPr>
          <p:cNvPr id="213" name="Text 212">
            <a:extLst>
              <a:ext uri="{FF2B5EF4-FFF2-40B4-BE49-F238E27FC236}">
                <a16:creationId xmlns:a16="http://schemas.microsoft.com/office/drawing/2014/main" id="{55AB5446-B5B9-28C4-6DA8-788CBEB2FF60}"/>
              </a:ext>
            </a:extLst>
          </p:cNvPr>
          <p:cNvSpPr/>
          <p:nvPr/>
        </p:nvSpPr>
        <p:spPr>
          <a:xfrm>
            <a:off x="9197340" y="670560"/>
            <a:ext cx="441960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</a:t>
            </a:r>
            <a:endParaRPr lang="en-US" sz="833" dirty="0"/>
          </a:p>
        </p:txBody>
      </p:sp>
      <p:sp>
        <p:nvSpPr>
          <p:cNvPr id="214" name="Text 213">
            <a:extLst>
              <a:ext uri="{FF2B5EF4-FFF2-40B4-BE49-F238E27FC236}">
                <a16:creationId xmlns:a16="http://schemas.microsoft.com/office/drawing/2014/main" id="{FBD67726-42C9-7FBB-F747-9EAB3739DC39}"/>
              </a:ext>
            </a:extLst>
          </p:cNvPr>
          <p:cNvSpPr/>
          <p:nvPr/>
        </p:nvSpPr>
        <p:spPr>
          <a:xfrm>
            <a:off x="9243060" y="906780"/>
            <a:ext cx="320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833" dirty="0"/>
          </a:p>
        </p:txBody>
      </p:sp>
      <p:sp>
        <p:nvSpPr>
          <p:cNvPr id="215" name="Text 214">
            <a:extLst>
              <a:ext uri="{FF2B5EF4-FFF2-40B4-BE49-F238E27FC236}">
                <a16:creationId xmlns:a16="http://schemas.microsoft.com/office/drawing/2014/main" id="{D8A2CFFE-A3C9-7AA1-6972-AC58E9D5457D}"/>
              </a:ext>
            </a:extLst>
          </p:cNvPr>
          <p:cNvSpPr/>
          <p:nvPr/>
        </p:nvSpPr>
        <p:spPr>
          <a:xfrm>
            <a:off x="9197340" y="102108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833" dirty="0"/>
          </a:p>
        </p:txBody>
      </p:sp>
      <p:sp>
        <p:nvSpPr>
          <p:cNvPr id="216" name="Text 215">
            <a:extLst>
              <a:ext uri="{FF2B5EF4-FFF2-40B4-BE49-F238E27FC236}">
                <a16:creationId xmlns:a16="http://schemas.microsoft.com/office/drawing/2014/main" id="{7569BA0F-55B4-E2D6-2FC5-D930A13A42F5}"/>
              </a:ext>
            </a:extLst>
          </p:cNvPr>
          <p:cNvSpPr/>
          <p:nvPr/>
        </p:nvSpPr>
        <p:spPr>
          <a:xfrm>
            <a:off x="9243060" y="1249680"/>
            <a:ext cx="320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833" dirty="0"/>
          </a:p>
        </p:txBody>
      </p:sp>
      <p:sp>
        <p:nvSpPr>
          <p:cNvPr id="217" name="Text 216">
            <a:extLst>
              <a:ext uri="{FF2B5EF4-FFF2-40B4-BE49-F238E27FC236}">
                <a16:creationId xmlns:a16="http://schemas.microsoft.com/office/drawing/2014/main" id="{E8EAD71C-8999-184C-3608-19AFF20D0979}"/>
              </a:ext>
            </a:extLst>
          </p:cNvPr>
          <p:cNvSpPr/>
          <p:nvPr/>
        </p:nvSpPr>
        <p:spPr>
          <a:xfrm>
            <a:off x="9197340" y="136398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833" dirty="0"/>
          </a:p>
        </p:txBody>
      </p:sp>
      <p:sp>
        <p:nvSpPr>
          <p:cNvPr id="218" name="Text 217">
            <a:extLst>
              <a:ext uri="{FF2B5EF4-FFF2-40B4-BE49-F238E27FC236}">
                <a16:creationId xmlns:a16="http://schemas.microsoft.com/office/drawing/2014/main" id="{41366239-BED5-CE6E-8B02-5F27F9C96E1D}"/>
              </a:ext>
            </a:extLst>
          </p:cNvPr>
          <p:cNvSpPr/>
          <p:nvPr/>
        </p:nvSpPr>
        <p:spPr>
          <a:xfrm>
            <a:off x="9212580" y="2133600"/>
            <a:ext cx="381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833" dirty="0"/>
          </a:p>
        </p:txBody>
      </p:sp>
      <p:sp>
        <p:nvSpPr>
          <p:cNvPr id="219" name="Text 218">
            <a:extLst>
              <a:ext uri="{FF2B5EF4-FFF2-40B4-BE49-F238E27FC236}">
                <a16:creationId xmlns:a16="http://schemas.microsoft.com/office/drawing/2014/main" id="{E1AA8052-A1D8-E456-1607-AF92EA1BDDB4}"/>
              </a:ext>
            </a:extLst>
          </p:cNvPr>
          <p:cNvSpPr/>
          <p:nvPr/>
        </p:nvSpPr>
        <p:spPr>
          <a:xfrm>
            <a:off x="9197340" y="2270760"/>
            <a:ext cx="441960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</a:t>
            </a:r>
            <a:endParaRPr lang="en-US" sz="833" dirty="0"/>
          </a:p>
        </p:txBody>
      </p:sp>
      <p:sp>
        <p:nvSpPr>
          <p:cNvPr id="220" name="Text 219">
            <a:extLst>
              <a:ext uri="{FF2B5EF4-FFF2-40B4-BE49-F238E27FC236}">
                <a16:creationId xmlns:a16="http://schemas.microsoft.com/office/drawing/2014/main" id="{35EDA8A9-0C09-2E96-CD51-5BA4DB7025DB}"/>
              </a:ext>
            </a:extLst>
          </p:cNvPr>
          <p:cNvSpPr/>
          <p:nvPr/>
        </p:nvSpPr>
        <p:spPr>
          <a:xfrm>
            <a:off x="9243060" y="2506980"/>
            <a:ext cx="320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833" dirty="0"/>
          </a:p>
        </p:txBody>
      </p:sp>
      <p:sp>
        <p:nvSpPr>
          <p:cNvPr id="221" name="Text 220">
            <a:extLst>
              <a:ext uri="{FF2B5EF4-FFF2-40B4-BE49-F238E27FC236}">
                <a16:creationId xmlns:a16="http://schemas.microsoft.com/office/drawing/2014/main" id="{71E4076E-923A-F519-977C-0CC44BDBB7E0}"/>
              </a:ext>
            </a:extLst>
          </p:cNvPr>
          <p:cNvSpPr/>
          <p:nvPr/>
        </p:nvSpPr>
        <p:spPr>
          <a:xfrm>
            <a:off x="9197340" y="262128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833" dirty="0"/>
          </a:p>
        </p:txBody>
      </p:sp>
      <p:sp>
        <p:nvSpPr>
          <p:cNvPr id="222" name="Text 221">
            <a:extLst>
              <a:ext uri="{FF2B5EF4-FFF2-40B4-BE49-F238E27FC236}">
                <a16:creationId xmlns:a16="http://schemas.microsoft.com/office/drawing/2014/main" id="{7BC64D98-17B7-6BE5-8EEB-94B59C13C9A0}"/>
              </a:ext>
            </a:extLst>
          </p:cNvPr>
          <p:cNvSpPr/>
          <p:nvPr/>
        </p:nvSpPr>
        <p:spPr>
          <a:xfrm>
            <a:off x="9243060" y="2849880"/>
            <a:ext cx="320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833" dirty="0"/>
          </a:p>
        </p:txBody>
      </p:sp>
      <p:sp>
        <p:nvSpPr>
          <p:cNvPr id="223" name="Text 222">
            <a:extLst>
              <a:ext uri="{FF2B5EF4-FFF2-40B4-BE49-F238E27FC236}">
                <a16:creationId xmlns:a16="http://schemas.microsoft.com/office/drawing/2014/main" id="{4DC97E1C-DAFC-2A47-29BB-93847768D11E}"/>
              </a:ext>
            </a:extLst>
          </p:cNvPr>
          <p:cNvSpPr/>
          <p:nvPr/>
        </p:nvSpPr>
        <p:spPr>
          <a:xfrm>
            <a:off x="9197340" y="296418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833" dirty="0"/>
          </a:p>
        </p:txBody>
      </p:sp>
      <p:sp>
        <p:nvSpPr>
          <p:cNvPr id="224" name="Shape 223">
            <a:extLst>
              <a:ext uri="{FF2B5EF4-FFF2-40B4-BE49-F238E27FC236}">
                <a16:creationId xmlns:a16="http://schemas.microsoft.com/office/drawing/2014/main" id="{00DDBD02-0A18-D43D-274A-ED2926AE7E71}"/>
              </a:ext>
            </a:extLst>
          </p:cNvPr>
          <p:cNvSpPr/>
          <p:nvPr/>
        </p:nvSpPr>
        <p:spPr>
          <a:xfrm>
            <a:off x="38100" y="3405440"/>
            <a:ext cx="121158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225" name="Text 224">
            <a:extLst>
              <a:ext uri="{FF2B5EF4-FFF2-40B4-BE49-F238E27FC236}">
                <a16:creationId xmlns:a16="http://schemas.microsoft.com/office/drawing/2014/main" id="{FDFA8F0C-1988-A9F4-3370-24C9EE9E5D6D}"/>
              </a:ext>
            </a:extLst>
          </p:cNvPr>
          <p:cNvSpPr/>
          <p:nvPr/>
        </p:nvSpPr>
        <p:spPr>
          <a:xfrm>
            <a:off x="342900" y="350520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전압</a:t>
            </a:r>
            <a:endParaRPr lang="en-US" sz="833" dirty="0"/>
          </a:p>
        </p:txBody>
      </p:sp>
      <p:sp>
        <p:nvSpPr>
          <p:cNvPr id="226" name="Text 225">
            <a:extLst>
              <a:ext uri="{FF2B5EF4-FFF2-40B4-BE49-F238E27FC236}">
                <a16:creationId xmlns:a16="http://schemas.microsoft.com/office/drawing/2014/main" id="{A09D3A6E-BC75-A153-CAB4-2F17B190C1D2}"/>
              </a:ext>
            </a:extLst>
          </p:cNvPr>
          <p:cNvSpPr/>
          <p:nvPr/>
        </p:nvSpPr>
        <p:spPr>
          <a:xfrm>
            <a:off x="1120140" y="349758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</a:t>
            </a:r>
            <a:endParaRPr lang="en-US" sz="833" dirty="0"/>
          </a:p>
        </p:txBody>
      </p:sp>
      <p:sp>
        <p:nvSpPr>
          <p:cNvPr id="227" name="Text 226">
            <a:extLst>
              <a:ext uri="{FF2B5EF4-FFF2-40B4-BE49-F238E27FC236}">
                <a16:creationId xmlns:a16="http://schemas.microsoft.com/office/drawing/2014/main" id="{67A5F057-1CB7-24A7-6AB3-510B816FF3C3}"/>
              </a:ext>
            </a:extLst>
          </p:cNvPr>
          <p:cNvSpPr/>
          <p:nvPr/>
        </p:nvSpPr>
        <p:spPr>
          <a:xfrm>
            <a:off x="342900" y="371856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셀 전압</a:t>
            </a:r>
            <a:endParaRPr lang="en-US" sz="833" dirty="0"/>
          </a:p>
        </p:txBody>
      </p:sp>
      <p:sp>
        <p:nvSpPr>
          <p:cNvPr id="228" name="Text 227">
            <a:extLst>
              <a:ext uri="{FF2B5EF4-FFF2-40B4-BE49-F238E27FC236}">
                <a16:creationId xmlns:a16="http://schemas.microsoft.com/office/drawing/2014/main" id="{D2246D7C-E1FA-A88E-C710-39834323796C}"/>
              </a:ext>
            </a:extLst>
          </p:cNvPr>
          <p:cNvSpPr/>
          <p:nvPr/>
        </p:nvSpPr>
        <p:spPr>
          <a:xfrm>
            <a:off x="1120140" y="371094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</a:t>
            </a:r>
            <a:endParaRPr lang="en-US" sz="833" dirty="0"/>
          </a:p>
        </p:txBody>
      </p:sp>
      <p:sp>
        <p:nvSpPr>
          <p:cNvPr id="229" name="Text 228">
            <a:extLst>
              <a:ext uri="{FF2B5EF4-FFF2-40B4-BE49-F238E27FC236}">
                <a16:creationId xmlns:a16="http://schemas.microsoft.com/office/drawing/2014/main" id="{EC2ECCD0-F6E7-AF16-FE10-3BEF6C23B67F}"/>
              </a:ext>
            </a:extLst>
          </p:cNvPr>
          <p:cNvSpPr/>
          <p:nvPr/>
        </p:nvSpPr>
        <p:spPr>
          <a:xfrm>
            <a:off x="342900" y="393192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셀 전압</a:t>
            </a:r>
            <a:endParaRPr lang="en-US" sz="833" dirty="0"/>
          </a:p>
        </p:txBody>
      </p:sp>
      <p:sp>
        <p:nvSpPr>
          <p:cNvPr id="230" name="Text 229">
            <a:extLst>
              <a:ext uri="{FF2B5EF4-FFF2-40B4-BE49-F238E27FC236}">
                <a16:creationId xmlns:a16="http://schemas.microsoft.com/office/drawing/2014/main" id="{8DAB67C3-8106-D0BC-8BE8-ED39F360D865}"/>
              </a:ext>
            </a:extLst>
          </p:cNvPr>
          <p:cNvSpPr/>
          <p:nvPr/>
        </p:nvSpPr>
        <p:spPr>
          <a:xfrm>
            <a:off x="1120140" y="392430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</a:t>
            </a:r>
            <a:endParaRPr lang="en-US" sz="833" dirty="0"/>
          </a:p>
        </p:txBody>
      </p:sp>
      <p:sp>
        <p:nvSpPr>
          <p:cNvPr id="231" name="Text 230">
            <a:extLst>
              <a:ext uri="{FF2B5EF4-FFF2-40B4-BE49-F238E27FC236}">
                <a16:creationId xmlns:a16="http://schemas.microsoft.com/office/drawing/2014/main" id="{54EE6CC3-E3D5-F914-AE0C-E387EED73593}"/>
              </a:ext>
            </a:extLst>
          </p:cNvPr>
          <p:cNvSpPr/>
          <p:nvPr/>
        </p:nvSpPr>
        <p:spPr>
          <a:xfrm>
            <a:off x="342900" y="414528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저전압 기준</a:t>
            </a:r>
            <a:endParaRPr lang="en-US" sz="833" dirty="0"/>
          </a:p>
        </p:txBody>
      </p:sp>
      <p:sp>
        <p:nvSpPr>
          <p:cNvPr id="232" name="Text 231">
            <a:extLst>
              <a:ext uri="{FF2B5EF4-FFF2-40B4-BE49-F238E27FC236}">
                <a16:creationId xmlns:a16="http://schemas.microsoft.com/office/drawing/2014/main" id="{905443FF-86CC-9DAF-BABE-BFAFDE8E770B}"/>
              </a:ext>
            </a:extLst>
          </p:cNvPr>
          <p:cNvSpPr/>
          <p:nvPr/>
        </p:nvSpPr>
        <p:spPr>
          <a:xfrm>
            <a:off x="1120140" y="413766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1.30</a:t>
            </a:r>
            <a:endParaRPr lang="en-US" sz="833" dirty="0"/>
          </a:p>
        </p:txBody>
      </p:sp>
      <p:sp>
        <p:nvSpPr>
          <p:cNvPr id="233" name="Text 232">
            <a:extLst>
              <a:ext uri="{FF2B5EF4-FFF2-40B4-BE49-F238E27FC236}">
                <a16:creationId xmlns:a16="http://schemas.microsoft.com/office/drawing/2014/main" id="{1DC5A661-CDCF-B230-FC27-6AD50F8AB472}"/>
              </a:ext>
            </a:extLst>
          </p:cNvPr>
          <p:cNvSpPr/>
          <p:nvPr/>
        </p:nvSpPr>
        <p:spPr>
          <a:xfrm>
            <a:off x="342900" y="435864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저전압 셀 개수</a:t>
            </a:r>
            <a:endParaRPr lang="en-US" sz="833" dirty="0"/>
          </a:p>
        </p:txBody>
      </p:sp>
      <p:sp>
        <p:nvSpPr>
          <p:cNvPr id="234" name="Text 233">
            <a:extLst>
              <a:ext uri="{FF2B5EF4-FFF2-40B4-BE49-F238E27FC236}">
                <a16:creationId xmlns:a16="http://schemas.microsoft.com/office/drawing/2014/main" id="{DB2891F5-F82C-7B09-D3CE-B74423D8AC82}"/>
              </a:ext>
            </a:extLst>
          </p:cNvPr>
          <p:cNvSpPr/>
          <p:nvPr/>
        </p:nvSpPr>
        <p:spPr>
          <a:xfrm>
            <a:off x="1120140" y="435102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33" dirty="0"/>
          </a:p>
        </p:txBody>
      </p:sp>
      <p:sp>
        <p:nvSpPr>
          <p:cNvPr id="235" name="Text 234">
            <a:extLst>
              <a:ext uri="{FF2B5EF4-FFF2-40B4-BE49-F238E27FC236}">
                <a16:creationId xmlns:a16="http://schemas.microsoft.com/office/drawing/2014/main" id="{D7134B7F-323F-9462-50C5-1AA7E63676CF}"/>
              </a:ext>
            </a:extLst>
          </p:cNvPr>
          <p:cNvSpPr/>
          <p:nvPr/>
        </p:nvSpPr>
        <p:spPr>
          <a:xfrm>
            <a:off x="155098" y="4678680"/>
            <a:ext cx="9117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(최대-최소)셀전압</a:t>
            </a:r>
            <a:endParaRPr lang="en-US" sz="833" dirty="0"/>
          </a:p>
        </p:txBody>
      </p:sp>
      <p:sp>
        <p:nvSpPr>
          <p:cNvPr id="236" name="Text 235">
            <a:extLst>
              <a:ext uri="{FF2B5EF4-FFF2-40B4-BE49-F238E27FC236}">
                <a16:creationId xmlns:a16="http://schemas.microsoft.com/office/drawing/2014/main" id="{091E34E9-8406-F4CB-D7BC-99ECB11C3345}"/>
              </a:ext>
            </a:extLst>
          </p:cNvPr>
          <p:cNvSpPr/>
          <p:nvPr/>
        </p:nvSpPr>
        <p:spPr>
          <a:xfrm>
            <a:off x="1120140" y="467868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</a:t>
            </a:r>
            <a:endParaRPr lang="en-US" sz="833" dirty="0"/>
          </a:p>
        </p:txBody>
      </p:sp>
      <p:sp>
        <p:nvSpPr>
          <p:cNvPr id="237" name="Text 236">
            <a:extLst>
              <a:ext uri="{FF2B5EF4-FFF2-40B4-BE49-F238E27FC236}">
                <a16:creationId xmlns:a16="http://schemas.microsoft.com/office/drawing/2014/main" id="{D4EDA61C-2A8F-F718-DB6D-D8F9266067CF}"/>
              </a:ext>
            </a:extLst>
          </p:cNvPr>
          <p:cNvSpPr/>
          <p:nvPr/>
        </p:nvSpPr>
        <p:spPr>
          <a:xfrm>
            <a:off x="38100" y="481584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(최대-최소)기준</a:t>
            </a:r>
            <a:endParaRPr lang="en-US" sz="833" dirty="0"/>
          </a:p>
        </p:txBody>
      </p:sp>
      <p:sp>
        <p:nvSpPr>
          <p:cNvPr id="238" name="Text 237">
            <a:extLst>
              <a:ext uri="{FF2B5EF4-FFF2-40B4-BE49-F238E27FC236}">
                <a16:creationId xmlns:a16="http://schemas.microsoft.com/office/drawing/2014/main" id="{75934CE3-92B2-5136-E6DB-E40DE8203DC0}"/>
              </a:ext>
            </a:extLst>
          </p:cNvPr>
          <p:cNvSpPr/>
          <p:nvPr/>
        </p:nvSpPr>
        <p:spPr>
          <a:xfrm>
            <a:off x="1120140" y="4892040"/>
            <a:ext cx="472440" cy="129540"/>
          </a:xfrm>
          <a:prstGeom prst="rect">
            <a:avLst/>
          </a:prstGeom>
          <a:solidFill>
            <a:srgbClr val="FFF200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</a:t>
            </a:r>
            <a:endParaRPr lang="en-US" sz="833" dirty="0"/>
          </a:p>
        </p:txBody>
      </p:sp>
      <p:sp>
        <p:nvSpPr>
          <p:cNvPr id="239" name="Text 238">
            <a:extLst>
              <a:ext uri="{FF2B5EF4-FFF2-40B4-BE49-F238E27FC236}">
                <a16:creationId xmlns:a16="http://schemas.microsoft.com/office/drawing/2014/main" id="{252A9E2F-925C-D8F5-A22E-43F4CDF2C692}"/>
              </a:ext>
            </a:extLst>
          </p:cNvPr>
          <p:cNvSpPr/>
          <p:nvPr/>
        </p:nvSpPr>
        <p:spPr>
          <a:xfrm>
            <a:off x="213360" y="5067300"/>
            <a:ext cx="853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(최대-최소)상태</a:t>
            </a:r>
            <a:endParaRPr lang="en-US" sz="833" dirty="0"/>
          </a:p>
        </p:txBody>
      </p:sp>
      <p:sp>
        <p:nvSpPr>
          <p:cNvPr id="240" name="Shape 239">
            <a:extLst>
              <a:ext uri="{FF2B5EF4-FFF2-40B4-BE49-F238E27FC236}">
                <a16:creationId xmlns:a16="http://schemas.microsoft.com/office/drawing/2014/main" id="{DDA9C30D-0BC8-85E4-A276-D7E4E83F9219}"/>
              </a:ext>
            </a:extLst>
          </p:cNvPr>
          <p:cNvSpPr/>
          <p:nvPr/>
        </p:nvSpPr>
        <p:spPr>
          <a:xfrm>
            <a:off x="1112520" y="5105400"/>
            <a:ext cx="472440" cy="121920"/>
          </a:xfrm>
          <a:prstGeom prst="rect">
            <a:avLst/>
          </a:prstGeom>
          <a:solidFill>
            <a:srgbClr val="304E20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1" name="Text 240">
            <a:extLst>
              <a:ext uri="{FF2B5EF4-FFF2-40B4-BE49-F238E27FC236}">
                <a16:creationId xmlns:a16="http://schemas.microsoft.com/office/drawing/2014/main" id="{1283EE50-2A4D-1446-D597-E766BA64A9FB}"/>
              </a:ext>
            </a:extLst>
          </p:cNvPr>
          <p:cNvSpPr/>
          <p:nvPr/>
        </p:nvSpPr>
        <p:spPr>
          <a:xfrm>
            <a:off x="155098" y="5478780"/>
            <a:ext cx="9117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번호(그래프)</a:t>
            </a:r>
            <a:endParaRPr lang="en-US" sz="833" dirty="0"/>
          </a:p>
        </p:txBody>
      </p:sp>
      <p:sp>
        <p:nvSpPr>
          <p:cNvPr id="242" name="Text 241">
            <a:extLst>
              <a:ext uri="{FF2B5EF4-FFF2-40B4-BE49-F238E27FC236}">
                <a16:creationId xmlns:a16="http://schemas.microsoft.com/office/drawing/2014/main" id="{54941688-446F-7236-99A9-7E17D00074E4}"/>
              </a:ext>
            </a:extLst>
          </p:cNvPr>
          <p:cNvSpPr/>
          <p:nvPr/>
        </p:nvSpPr>
        <p:spPr>
          <a:xfrm>
            <a:off x="1120140" y="550164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33" dirty="0"/>
          </a:p>
        </p:txBody>
      </p:sp>
      <p:sp>
        <p:nvSpPr>
          <p:cNvPr id="243" name="Text 242">
            <a:extLst>
              <a:ext uri="{FF2B5EF4-FFF2-40B4-BE49-F238E27FC236}">
                <a16:creationId xmlns:a16="http://schemas.microsoft.com/office/drawing/2014/main" id="{4CD17C8A-EA1B-130E-0858-567AD48A5AE3}"/>
              </a:ext>
            </a:extLst>
          </p:cNvPr>
          <p:cNvSpPr/>
          <p:nvPr/>
        </p:nvSpPr>
        <p:spPr>
          <a:xfrm>
            <a:off x="91440" y="5695377"/>
            <a:ext cx="9753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전압(그래프)</a:t>
            </a:r>
            <a:endParaRPr lang="en-US" sz="833" dirty="0"/>
          </a:p>
        </p:txBody>
      </p:sp>
      <p:sp>
        <p:nvSpPr>
          <p:cNvPr id="244" name="Text 243">
            <a:extLst>
              <a:ext uri="{FF2B5EF4-FFF2-40B4-BE49-F238E27FC236}">
                <a16:creationId xmlns:a16="http://schemas.microsoft.com/office/drawing/2014/main" id="{0ECE3FC3-5849-1464-DF61-4A713FAFEB29}"/>
              </a:ext>
            </a:extLst>
          </p:cNvPr>
          <p:cNvSpPr/>
          <p:nvPr/>
        </p:nvSpPr>
        <p:spPr>
          <a:xfrm>
            <a:off x="1120140" y="571500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</a:t>
            </a:r>
            <a:endParaRPr lang="en-US" sz="833" dirty="0"/>
          </a:p>
        </p:txBody>
      </p:sp>
      <p:sp>
        <p:nvSpPr>
          <p:cNvPr id="245" name="Text 244">
            <a:extLst>
              <a:ext uri="{FF2B5EF4-FFF2-40B4-BE49-F238E27FC236}">
                <a16:creationId xmlns:a16="http://schemas.microsoft.com/office/drawing/2014/main" id="{92F2A628-2417-2237-BD56-926C43426183}"/>
              </a:ext>
            </a:extLst>
          </p:cNvPr>
          <p:cNvSpPr/>
          <p:nvPr/>
        </p:nvSpPr>
        <p:spPr>
          <a:xfrm>
            <a:off x="342900" y="613410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LPF paramter</a:t>
            </a:r>
            <a:endParaRPr lang="en-US" sz="833" dirty="0"/>
          </a:p>
        </p:txBody>
      </p:sp>
      <p:sp>
        <p:nvSpPr>
          <p:cNvPr id="246" name="Text 245">
            <a:extLst>
              <a:ext uri="{FF2B5EF4-FFF2-40B4-BE49-F238E27FC236}">
                <a16:creationId xmlns:a16="http://schemas.microsoft.com/office/drawing/2014/main" id="{700638C5-20FF-5350-B095-94A7841AD98D}"/>
              </a:ext>
            </a:extLst>
          </p:cNvPr>
          <p:cNvSpPr/>
          <p:nvPr/>
        </p:nvSpPr>
        <p:spPr>
          <a:xfrm>
            <a:off x="1120140" y="612648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</a:t>
            </a:r>
            <a:endParaRPr lang="en-US" sz="833" dirty="0"/>
          </a:p>
        </p:txBody>
      </p:sp>
      <p:sp>
        <p:nvSpPr>
          <p:cNvPr id="247" name="Text 246">
            <a:extLst>
              <a:ext uri="{FF2B5EF4-FFF2-40B4-BE49-F238E27FC236}">
                <a16:creationId xmlns:a16="http://schemas.microsoft.com/office/drawing/2014/main" id="{581464B7-F931-37BB-8E5F-3663F348C12B}"/>
              </a:ext>
            </a:extLst>
          </p:cNvPr>
          <p:cNvSpPr/>
          <p:nvPr/>
        </p:nvSpPr>
        <p:spPr>
          <a:xfrm>
            <a:off x="342900" y="6347460"/>
            <a:ext cx="7239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X축 시간[분]</a:t>
            </a:r>
            <a:endParaRPr lang="en-US" sz="833" dirty="0"/>
          </a:p>
        </p:txBody>
      </p:sp>
      <p:sp>
        <p:nvSpPr>
          <p:cNvPr id="248" name="Text 247">
            <a:extLst>
              <a:ext uri="{FF2B5EF4-FFF2-40B4-BE49-F238E27FC236}">
                <a16:creationId xmlns:a16="http://schemas.microsoft.com/office/drawing/2014/main" id="{1086C7FC-3B72-2EA1-2076-B8008398CC60}"/>
              </a:ext>
            </a:extLst>
          </p:cNvPr>
          <p:cNvSpPr/>
          <p:nvPr/>
        </p:nvSpPr>
        <p:spPr>
          <a:xfrm>
            <a:off x="1120140" y="6339840"/>
            <a:ext cx="47244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833" dirty="0"/>
          </a:p>
        </p:txBody>
      </p:sp>
      <p:sp>
        <p:nvSpPr>
          <p:cNvPr id="249" name="Text 248">
            <a:extLst>
              <a:ext uri="{FF2B5EF4-FFF2-40B4-BE49-F238E27FC236}">
                <a16:creationId xmlns:a16="http://schemas.microsoft.com/office/drawing/2014/main" id="{7C8CE493-A6C7-3D39-1396-0405A2805512}"/>
              </a:ext>
            </a:extLst>
          </p:cNvPr>
          <p:cNvSpPr/>
          <p:nvPr/>
        </p:nvSpPr>
        <p:spPr>
          <a:xfrm>
            <a:off x="1844040" y="3467100"/>
            <a:ext cx="7620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33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2</a:t>
            </a:r>
            <a:endParaRPr lang="en-US" sz="833" dirty="0"/>
          </a:p>
        </p:txBody>
      </p:sp>
      <p:sp>
        <p:nvSpPr>
          <p:cNvPr id="250" name="Shape 249">
            <a:extLst>
              <a:ext uri="{FF2B5EF4-FFF2-40B4-BE49-F238E27FC236}">
                <a16:creationId xmlns:a16="http://schemas.microsoft.com/office/drawing/2014/main" id="{C3B872D1-AECE-0C56-3042-68F459F7D855}"/>
              </a:ext>
            </a:extLst>
          </p:cNvPr>
          <p:cNvSpPr/>
          <p:nvPr/>
        </p:nvSpPr>
        <p:spPr>
          <a:xfrm>
            <a:off x="1943100" y="3695700"/>
            <a:ext cx="7010400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1" name="Shape 250">
            <a:extLst>
              <a:ext uri="{FF2B5EF4-FFF2-40B4-BE49-F238E27FC236}">
                <a16:creationId xmlns:a16="http://schemas.microsoft.com/office/drawing/2014/main" id="{26F24FFF-DC77-10C6-0ED9-9BDF02964958}"/>
              </a:ext>
            </a:extLst>
          </p:cNvPr>
          <p:cNvSpPr/>
          <p:nvPr/>
        </p:nvSpPr>
        <p:spPr>
          <a:xfrm>
            <a:off x="2644140" y="36957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2" name="Shape 251">
            <a:extLst>
              <a:ext uri="{FF2B5EF4-FFF2-40B4-BE49-F238E27FC236}">
                <a16:creationId xmlns:a16="http://schemas.microsoft.com/office/drawing/2014/main" id="{6F0AD6FC-3853-679E-7DA4-F9831DE63702}"/>
              </a:ext>
            </a:extLst>
          </p:cNvPr>
          <p:cNvSpPr/>
          <p:nvPr/>
        </p:nvSpPr>
        <p:spPr>
          <a:xfrm>
            <a:off x="3345180" y="36957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3" name="Shape 252">
            <a:extLst>
              <a:ext uri="{FF2B5EF4-FFF2-40B4-BE49-F238E27FC236}">
                <a16:creationId xmlns:a16="http://schemas.microsoft.com/office/drawing/2014/main" id="{4AE7CB90-D686-95BF-8E39-F8B278AA041E}"/>
              </a:ext>
            </a:extLst>
          </p:cNvPr>
          <p:cNvSpPr/>
          <p:nvPr/>
        </p:nvSpPr>
        <p:spPr>
          <a:xfrm>
            <a:off x="4046220" y="36957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4" name="Shape 253">
            <a:extLst>
              <a:ext uri="{FF2B5EF4-FFF2-40B4-BE49-F238E27FC236}">
                <a16:creationId xmlns:a16="http://schemas.microsoft.com/office/drawing/2014/main" id="{534216F4-B3E0-F86A-4CB2-B4BFD1DAE7D8}"/>
              </a:ext>
            </a:extLst>
          </p:cNvPr>
          <p:cNvSpPr/>
          <p:nvPr/>
        </p:nvSpPr>
        <p:spPr>
          <a:xfrm>
            <a:off x="4747260" y="36957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5" name="Shape 254">
            <a:extLst>
              <a:ext uri="{FF2B5EF4-FFF2-40B4-BE49-F238E27FC236}">
                <a16:creationId xmlns:a16="http://schemas.microsoft.com/office/drawing/2014/main" id="{C80C9EE9-FBBA-B95F-4B97-7EC836A23D04}"/>
              </a:ext>
            </a:extLst>
          </p:cNvPr>
          <p:cNvSpPr/>
          <p:nvPr/>
        </p:nvSpPr>
        <p:spPr>
          <a:xfrm>
            <a:off x="5448300" y="36957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6" name="Shape 255">
            <a:extLst>
              <a:ext uri="{FF2B5EF4-FFF2-40B4-BE49-F238E27FC236}">
                <a16:creationId xmlns:a16="http://schemas.microsoft.com/office/drawing/2014/main" id="{2685039E-067A-D121-CF1A-D3E4781EC96A}"/>
              </a:ext>
            </a:extLst>
          </p:cNvPr>
          <p:cNvSpPr/>
          <p:nvPr/>
        </p:nvSpPr>
        <p:spPr>
          <a:xfrm>
            <a:off x="6149340" y="36957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7" name="Shape 256">
            <a:extLst>
              <a:ext uri="{FF2B5EF4-FFF2-40B4-BE49-F238E27FC236}">
                <a16:creationId xmlns:a16="http://schemas.microsoft.com/office/drawing/2014/main" id="{E312D32B-FE29-506F-7D89-7D8C790CFA39}"/>
              </a:ext>
            </a:extLst>
          </p:cNvPr>
          <p:cNvSpPr/>
          <p:nvPr/>
        </p:nvSpPr>
        <p:spPr>
          <a:xfrm>
            <a:off x="6850380" y="36957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8" name="Shape 257">
            <a:extLst>
              <a:ext uri="{FF2B5EF4-FFF2-40B4-BE49-F238E27FC236}">
                <a16:creationId xmlns:a16="http://schemas.microsoft.com/office/drawing/2014/main" id="{BB38F751-231B-D3FF-A24F-F95327FA60DD}"/>
              </a:ext>
            </a:extLst>
          </p:cNvPr>
          <p:cNvSpPr/>
          <p:nvPr/>
        </p:nvSpPr>
        <p:spPr>
          <a:xfrm>
            <a:off x="7551420" y="36957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9" name="Shape 258">
            <a:extLst>
              <a:ext uri="{FF2B5EF4-FFF2-40B4-BE49-F238E27FC236}">
                <a16:creationId xmlns:a16="http://schemas.microsoft.com/office/drawing/2014/main" id="{934EA9CA-6B16-BB1B-0880-A4F9BE2C6938}"/>
              </a:ext>
            </a:extLst>
          </p:cNvPr>
          <p:cNvSpPr/>
          <p:nvPr/>
        </p:nvSpPr>
        <p:spPr>
          <a:xfrm>
            <a:off x="8252460" y="36957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60" name="Shape 259">
            <a:extLst>
              <a:ext uri="{FF2B5EF4-FFF2-40B4-BE49-F238E27FC236}">
                <a16:creationId xmlns:a16="http://schemas.microsoft.com/office/drawing/2014/main" id="{3B0555BA-7013-4357-533B-C071345D407B}"/>
              </a:ext>
            </a:extLst>
          </p:cNvPr>
          <p:cNvSpPr/>
          <p:nvPr/>
        </p:nvSpPr>
        <p:spPr>
          <a:xfrm>
            <a:off x="1943100" y="3901440"/>
            <a:ext cx="70104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61" name="Shape 260">
            <a:extLst>
              <a:ext uri="{FF2B5EF4-FFF2-40B4-BE49-F238E27FC236}">
                <a16:creationId xmlns:a16="http://schemas.microsoft.com/office/drawing/2014/main" id="{63BDB0C1-55D2-91D0-194B-C865CBD57ABD}"/>
              </a:ext>
            </a:extLst>
          </p:cNvPr>
          <p:cNvSpPr/>
          <p:nvPr/>
        </p:nvSpPr>
        <p:spPr>
          <a:xfrm>
            <a:off x="1943100" y="4107180"/>
            <a:ext cx="70104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62" name="Shape 261">
            <a:extLst>
              <a:ext uri="{FF2B5EF4-FFF2-40B4-BE49-F238E27FC236}">
                <a16:creationId xmlns:a16="http://schemas.microsoft.com/office/drawing/2014/main" id="{FAC719DF-F78F-5DB9-1796-8F8BE111BFF1}"/>
              </a:ext>
            </a:extLst>
          </p:cNvPr>
          <p:cNvSpPr/>
          <p:nvPr/>
        </p:nvSpPr>
        <p:spPr>
          <a:xfrm>
            <a:off x="1943100" y="4312920"/>
            <a:ext cx="70104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63" name="Shape 262">
            <a:extLst>
              <a:ext uri="{FF2B5EF4-FFF2-40B4-BE49-F238E27FC236}">
                <a16:creationId xmlns:a16="http://schemas.microsoft.com/office/drawing/2014/main" id="{4A0CD72F-E806-701D-B9F0-106CD99EB9A6}"/>
              </a:ext>
            </a:extLst>
          </p:cNvPr>
          <p:cNvSpPr/>
          <p:nvPr/>
        </p:nvSpPr>
        <p:spPr>
          <a:xfrm>
            <a:off x="1943100" y="4518660"/>
            <a:ext cx="70104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64" name="Shape 263">
            <a:extLst>
              <a:ext uri="{FF2B5EF4-FFF2-40B4-BE49-F238E27FC236}">
                <a16:creationId xmlns:a16="http://schemas.microsoft.com/office/drawing/2014/main" id="{7115C17A-B1CC-FE6F-F3C7-F41E46C2F87D}"/>
              </a:ext>
            </a:extLst>
          </p:cNvPr>
          <p:cNvSpPr/>
          <p:nvPr/>
        </p:nvSpPr>
        <p:spPr>
          <a:xfrm>
            <a:off x="1943100" y="379857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65" name="Shape 264">
            <a:extLst>
              <a:ext uri="{FF2B5EF4-FFF2-40B4-BE49-F238E27FC236}">
                <a16:creationId xmlns:a16="http://schemas.microsoft.com/office/drawing/2014/main" id="{5CE36A6F-7F33-D142-81A5-75004BF24880}"/>
              </a:ext>
            </a:extLst>
          </p:cNvPr>
          <p:cNvSpPr/>
          <p:nvPr/>
        </p:nvSpPr>
        <p:spPr>
          <a:xfrm>
            <a:off x="1943100" y="390144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66" name="Shape 265">
            <a:extLst>
              <a:ext uri="{FF2B5EF4-FFF2-40B4-BE49-F238E27FC236}">
                <a16:creationId xmlns:a16="http://schemas.microsoft.com/office/drawing/2014/main" id="{201D8C6E-0C6A-E16A-CEBC-5734FAAFAD4E}"/>
              </a:ext>
            </a:extLst>
          </p:cNvPr>
          <p:cNvSpPr/>
          <p:nvPr/>
        </p:nvSpPr>
        <p:spPr>
          <a:xfrm>
            <a:off x="1943100" y="400431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67" name="Shape 266">
            <a:extLst>
              <a:ext uri="{FF2B5EF4-FFF2-40B4-BE49-F238E27FC236}">
                <a16:creationId xmlns:a16="http://schemas.microsoft.com/office/drawing/2014/main" id="{2733C589-1AB6-4C67-DB2F-8853BCB04E0C}"/>
              </a:ext>
            </a:extLst>
          </p:cNvPr>
          <p:cNvSpPr/>
          <p:nvPr/>
        </p:nvSpPr>
        <p:spPr>
          <a:xfrm>
            <a:off x="1943100" y="410718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68" name="Shape 267">
            <a:extLst>
              <a:ext uri="{FF2B5EF4-FFF2-40B4-BE49-F238E27FC236}">
                <a16:creationId xmlns:a16="http://schemas.microsoft.com/office/drawing/2014/main" id="{D252DC29-4485-8553-B0C0-799F3968E0B8}"/>
              </a:ext>
            </a:extLst>
          </p:cNvPr>
          <p:cNvSpPr/>
          <p:nvPr/>
        </p:nvSpPr>
        <p:spPr>
          <a:xfrm>
            <a:off x="1943100" y="421005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69" name="Shape 268">
            <a:extLst>
              <a:ext uri="{FF2B5EF4-FFF2-40B4-BE49-F238E27FC236}">
                <a16:creationId xmlns:a16="http://schemas.microsoft.com/office/drawing/2014/main" id="{4CB0E11C-1C04-525E-46DD-40C82151F5CE}"/>
              </a:ext>
            </a:extLst>
          </p:cNvPr>
          <p:cNvSpPr/>
          <p:nvPr/>
        </p:nvSpPr>
        <p:spPr>
          <a:xfrm>
            <a:off x="1943100" y="431292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70" name="Shape 269">
            <a:extLst>
              <a:ext uri="{FF2B5EF4-FFF2-40B4-BE49-F238E27FC236}">
                <a16:creationId xmlns:a16="http://schemas.microsoft.com/office/drawing/2014/main" id="{A2D7D411-81A2-083B-D8EA-5616E5A97B83}"/>
              </a:ext>
            </a:extLst>
          </p:cNvPr>
          <p:cNvSpPr/>
          <p:nvPr/>
        </p:nvSpPr>
        <p:spPr>
          <a:xfrm>
            <a:off x="1943100" y="441579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71" name="Shape 270">
            <a:extLst>
              <a:ext uri="{FF2B5EF4-FFF2-40B4-BE49-F238E27FC236}">
                <a16:creationId xmlns:a16="http://schemas.microsoft.com/office/drawing/2014/main" id="{8B83C9C0-5A51-B622-CF29-51EE63EC979B}"/>
              </a:ext>
            </a:extLst>
          </p:cNvPr>
          <p:cNvSpPr/>
          <p:nvPr/>
        </p:nvSpPr>
        <p:spPr>
          <a:xfrm>
            <a:off x="1943100" y="451866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72" name="Shape 271">
            <a:extLst>
              <a:ext uri="{FF2B5EF4-FFF2-40B4-BE49-F238E27FC236}">
                <a16:creationId xmlns:a16="http://schemas.microsoft.com/office/drawing/2014/main" id="{1CC1C295-D7D2-5CBE-098A-029AE245A020}"/>
              </a:ext>
            </a:extLst>
          </p:cNvPr>
          <p:cNvSpPr/>
          <p:nvPr/>
        </p:nvSpPr>
        <p:spPr>
          <a:xfrm>
            <a:off x="1943100" y="4621530"/>
            <a:ext cx="7010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73" name="Text 272">
            <a:extLst>
              <a:ext uri="{FF2B5EF4-FFF2-40B4-BE49-F238E27FC236}">
                <a16:creationId xmlns:a16="http://schemas.microsoft.com/office/drawing/2014/main" id="{CF886EB9-AD72-079C-CDD9-3ABA9177221E}"/>
              </a:ext>
            </a:extLst>
          </p:cNvPr>
          <p:cNvSpPr/>
          <p:nvPr/>
        </p:nvSpPr>
        <p:spPr>
          <a:xfrm>
            <a:off x="1684020" y="36728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</a:t>
            </a:r>
            <a:endParaRPr lang="en-US" sz="833" dirty="0"/>
          </a:p>
        </p:txBody>
      </p:sp>
      <p:sp>
        <p:nvSpPr>
          <p:cNvPr id="274" name="Text 273">
            <a:extLst>
              <a:ext uri="{FF2B5EF4-FFF2-40B4-BE49-F238E27FC236}">
                <a16:creationId xmlns:a16="http://schemas.microsoft.com/office/drawing/2014/main" id="{1AA76CD2-02A1-2BE0-3EE8-C75FEFAF1B2B}"/>
              </a:ext>
            </a:extLst>
          </p:cNvPr>
          <p:cNvSpPr/>
          <p:nvPr/>
        </p:nvSpPr>
        <p:spPr>
          <a:xfrm>
            <a:off x="1684020" y="38785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</a:t>
            </a:r>
            <a:endParaRPr lang="en-US" sz="833" dirty="0"/>
          </a:p>
        </p:txBody>
      </p:sp>
      <p:sp>
        <p:nvSpPr>
          <p:cNvPr id="275" name="Text 274">
            <a:extLst>
              <a:ext uri="{FF2B5EF4-FFF2-40B4-BE49-F238E27FC236}">
                <a16:creationId xmlns:a16="http://schemas.microsoft.com/office/drawing/2014/main" id="{3864525D-E20A-842A-7D47-8C80B5A8CF53}"/>
              </a:ext>
            </a:extLst>
          </p:cNvPr>
          <p:cNvSpPr/>
          <p:nvPr/>
        </p:nvSpPr>
        <p:spPr>
          <a:xfrm>
            <a:off x="1684020" y="408432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3.00</a:t>
            </a:r>
            <a:endParaRPr lang="en-US" sz="833" dirty="0"/>
          </a:p>
        </p:txBody>
      </p:sp>
      <p:sp>
        <p:nvSpPr>
          <p:cNvPr id="276" name="Text 275">
            <a:extLst>
              <a:ext uri="{FF2B5EF4-FFF2-40B4-BE49-F238E27FC236}">
                <a16:creationId xmlns:a16="http://schemas.microsoft.com/office/drawing/2014/main" id="{BEE351C9-0293-6A3C-5FC8-9AEEB49593A3}"/>
              </a:ext>
            </a:extLst>
          </p:cNvPr>
          <p:cNvSpPr/>
          <p:nvPr/>
        </p:nvSpPr>
        <p:spPr>
          <a:xfrm>
            <a:off x="1684020" y="429006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</a:t>
            </a:r>
            <a:endParaRPr lang="en-US" sz="833" dirty="0"/>
          </a:p>
        </p:txBody>
      </p:sp>
      <p:sp>
        <p:nvSpPr>
          <p:cNvPr id="277" name="Text 276">
            <a:extLst>
              <a:ext uri="{FF2B5EF4-FFF2-40B4-BE49-F238E27FC236}">
                <a16:creationId xmlns:a16="http://schemas.microsoft.com/office/drawing/2014/main" id="{398D7F0E-FF2E-FA27-1923-96C7B52EA571}"/>
              </a:ext>
            </a:extLst>
          </p:cNvPr>
          <p:cNvSpPr/>
          <p:nvPr/>
        </p:nvSpPr>
        <p:spPr>
          <a:xfrm>
            <a:off x="1684020" y="44958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833" dirty="0"/>
          </a:p>
        </p:txBody>
      </p:sp>
      <p:sp>
        <p:nvSpPr>
          <p:cNvPr id="278" name="Text 277">
            <a:extLst>
              <a:ext uri="{FF2B5EF4-FFF2-40B4-BE49-F238E27FC236}">
                <a16:creationId xmlns:a16="http://schemas.microsoft.com/office/drawing/2014/main" id="{639E251F-4579-23CC-8D52-E8603E4C4CDE}"/>
              </a:ext>
            </a:extLst>
          </p:cNvPr>
          <p:cNvSpPr/>
          <p:nvPr/>
        </p:nvSpPr>
        <p:spPr>
          <a:xfrm>
            <a:off x="1684020" y="47015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833" dirty="0"/>
          </a:p>
        </p:txBody>
      </p:sp>
      <p:sp>
        <p:nvSpPr>
          <p:cNvPr id="279" name="Text 278">
            <a:extLst>
              <a:ext uri="{FF2B5EF4-FFF2-40B4-BE49-F238E27FC236}">
                <a16:creationId xmlns:a16="http://schemas.microsoft.com/office/drawing/2014/main" id="{98302C77-FE06-98AE-80A6-DEFFCF15E1BE}"/>
              </a:ext>
            </a:extLst>
          </p:cNvPr>
          <p:cNvSpPr/>
          <p:nvPr/>
        </p:nvSpPr>
        <p:spPr>
          <a:xfrm>
            <a:off x="1912620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83" dirty="0"/>
          </a:p>
        </p:txBody>
      </p:sp>
      <p:sp>
        <p:nvSpPr>
          <p:cNvPr id="280" name="Text 279">
            <a:extLst>
              <a:ext uri="{FF2B5EF4-FFF2-40B4-BE49-F238E27FC236}">
                <a16:creationId xmlns:a16="http://schemas.microsoft.com/office/drawing/2014/main" id="{3724D73F-35D1-750C-0E4D-831B8BEA8C2B}"/>
              </a:ext>
            </a:extLst>
          </p:cNvPr>
          <p:cNvSpPr/>
          <p:nvPr/>
        </p:nvSpPr>
        <p:spPr>
          <a:xfrm>
            <a:off x="2055689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83" dirty="0"/>
          </a:p>
        </p:txBody>
      </p:sp>
      <p:sp>
        <p:nvSpPr>
          <p:cNvPr id="281" name="Text 280">
            <a:extLst>
              <a:ext uri="{FF2B5EF4-FFF2-40B4-BE49-F238E27FC236}">
                <a16:creationId xmlns:a16="http://schemas.microsoft.com/office/drawing/2014/main" id="{4FB734CF-18B6-5671-2F70-F4793364BDA9}"/>
              </a:ext>
            </a:extLst>
          </p:cNvPr>
          <p:cNvSpPr/>
          <p:nvPr/>
        </p:nvSpPr>
        <p:spPr>
          <a:xfrm>
            <a:off x="2198759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83" dirty="0"/>
          </a:p>
        </p:txBody>
      </p:sp>
      <p:sp>
        <p:nvSpPr>
          <p:cNvPr id="282" name="Text 281">
            <a:extLst>
              <a:ext uri="{FF2B5EF4-FFF2-40B4-BE49-F238E27FC236}">
                <a16:creationId xmlns:a16="http://schemas.microsoft.com/office/drawing/2014/main" id="{407D44BF-B0CB-5D86-3EF0-2EB544824944}"/>
              </a:ext>
            </a:extLst>
          </p:cNvPr>
          <p:cNvSpPr/>
          <p:nvPr/>
        </p:nvSpPr>
        <p:spPr>
          <a:xfrm>
            <a:off x="2341828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83" dirty="0"/>
          </a:p>
        </p:txBody>
      </p:sp>
      <p:sp>
        <p:nvSpPr>
          <p:cNvPr id="283" name="Text 282">
            <a:extLst>
              <a:ext uri="{FF2B5EF4-FFF2-40B4-BE49-F238E27FC236}">
                <a16:creationId xmlns:a16="http://schemas.microsoft.com/office/drawing/2014/main" id="{273B1D29-50C1-6AB5-988B-1BBB6C32199D}"/>
              </a:ext>
            </a:extLst>
          </p:cNvPr>
          <p:cNvSpPr/>
          <p:nvPr/>
        </p:nvSpPr>
        <p:spPr>
          <a:xfrm>
            <a:off x="2484898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83" dirty="0"/>
          </a:p>
        </p:txBody>
      </p:sp>
      <p:sp>
        <p:nvSpPr>
          <p:cNvPr id="284" name="Text 283">
            <a:extLst>
              <a:ext uri="{FF2B5EF4-FFF2-40B4-BE49-F238E27FC236}">
                <a16:creationId xmlns:a16="http://schemas.microsoft.com/office/drawing/2014/main" id="{A9424122-D6AE-02E6-5C96-34BBFAED98D8}"/>
              </a:ext>
            </a:extLst>
          </p:cNvPr>
          <p:cNvSpPr/>
          <p:nvPr/>
        </p:nvSpPr>
        <p:spPr>
          <a:xfrm>
            <a:off x="2627967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83" dirty="0"/>
          </a:p>
        </p:txBody>
      </p:sp>
      <p:sp>
        <p:nvSpPr>
          <p:cNvPr id="285" name="Text 284">
            <a:extLst>
              <a:ext uri="{FF2B5EF4-FFF2-40B4-BE49-F238E27FC236}">
                <a16:creationId xmlns:a16="http://schemas.microsoft.com/office/drawing/2014/main" id="{65DA2851-FC0A-E3E3-94E3-CBB20830230D}"/>
              </a:ext>
            </a:extLst>
          </p:cNvPr>
          <p:cNvSpPr/>
          <p:nvPr/>
        </p:nvSpPr>
        <p:spPr>
          <a:xfrm>
            <a:off x="2771037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83" dirty="0"/>
          </a:p>
        </p:txBody>
      </p:sp>
      <p:sp>
        <p:nvSpPr>
          <p:cNvPr id="286" name="Text 285">
            <a:extLst>
              <a:ext uri="{FF2B5EF4-FFF2-40B4-BE49-F238E27FC236}">
                <a16:creationId xmlns:a16="http://schemas.microsoft.com/office/drawing/2014/main" id="{7BD98CA5-1F87-16DC-BB83-2F9FF7B15D9F}"/>
              </a:ext>
            </a:extLst>
          </p:cNvPr>
          <p:cNvSpPr/>
          <p:nvPr/>
        </p:nvSpPr>
        <p:spPr>
          <a:xfrm>
            <a:off x="2914106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83" dirty="0"/>
          </a:p>
        </p:txBody>
      </p:sp>
      <p:sp>
        <p:nvSpPr>
          <p:cNvPr id="287" name="Text 286">
            <a:extLst>
              <a:ext uri="{FF2B5EF4-FFF2-40B4-BE49-F238E27FC236}">
                <a16:creationId xmlns:a16="http://schemas.microsoft.com/office/drawing/2014/main" id="{9B26274F-E84D-5E8A-B203-C8C386AA43D6}"/>
              </a:ext>
            </a:extLst>
          </p:cNvPr>
          <p:cNvSpPr/>
          <p:nvPr/>
        </p:nvSpPr>
        <p:spPr>
          <a:xfrm>
            <a:off x="3057175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83" dirty="0"/>
          </a:p>
        </p:txBody>
      </p:sp>
      <p:sp>
        <p:nvSpPr>
          <p:cNvPr id="288" name="Text 287">
            <a:extLst>
              <a:ext uri="{FF2B5EF4-FFF2-40B4-BE49-F238E27FC236}">
                <a16:creationId xmlns:a16="http://schemas.microsoft.com/office/drawing/2014/main" id="{29CECA06-2741-5EF2-9BD4-99E76230A394}"/>
              </a:ext>
            </a:extLst>
          </p:cNvPr>
          <p:cNvSpPr/>
          <p:nvPr/>
        </p:nvSpPr>
        <p:spPr>
          <a:xfrm>
            <a:off x="3200244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83" dirty="0"/>
          </a:p>
        </p:txBody>
      </p:sp>
      <p:sp>
        <p:nvSpPr>
          <p:cNvPr id="289" name="Text 288">
            <a:extLst>
              <a:ext uri="{FF2B5EF4-FFF2-40B4-BE49-F238E27FC236}">
                <a16:creationId xmlns:a16="http://schemas.microsoft.com/office/drawing/2014/main" id="{AE03E541-D124-B5C4-DF9A-6D20C1520359}"/>
              </a:ext>
            </a:extLst>
          </p:cNvPr>
          <p:cNvSpPr/>
          <p:nvPr/>
        </p:nvSpPr>
        <p:spPr>
          <a:xfrm>
            <a:off x="3343314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83" dirty="0"/>
          </a:p>
        </p:txBody>
      </p:sp>
      <p:sp>
        <p:nvSpPr>
          <p:cNvPr id="290" name="Text 289">
            <a:extLst>
              <a:ext uri="{FF2B5EF4-FFF2-40B4-BE49-F238E27FC236}">
                <a16:creationId xmlns:a16="http://schemas.microsoft.com/office/drawing/2014/main" id="{A7557E51-E8AF-28F0-956F-5111B76BC83A}"/>
              </a:ext>
            </a:extLst>
          </p:cNvPr>
          <p:cNvSpPr/>
          <p:nvPr/>
        </p:nvSpPr>
        <p:spPr>
          <a:xfrm>
            <a:off x="3486383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83" dirty="0"/>
          </a:p>
        </p:txBody>
      </p:sp>
      <p:sp>
        <p:nvSpPr>
          <p:cNvPr id="291" name="Text 290">
            <a:extLst>
              <a:ext uri="{FF2B5EF4-FFF2-40B4-BE49-F238E27FC236}">
                <a16:creationId xmlns:a16="http://schemas.microsoft.com/office/drawing/2014/main" id="{2BE5FB17-BF16-E211-8EA1-234D405684A6}"/>
              </a:ext>
            </a:extLst>
          </p:cNvPr>
          <p:cNvSpPr/>
          <p:nvPr/>
        </p:nvSpPr>
        <p:spPr>
          <a:xfrm>
            <a:off x="3629453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83" dirty="0"/>
          </a:p>
        </p:txBody>
      </p:sp>
      <p:sp>
        <p:nvSpPr>
          <p:cNvPr id="292" name="Text 291">
            <a:extLst>
              <a:ext uri="{FF2B5EF4-FFF2-40B4-BE49-F238E27FC236}">
                <a16:creationId xmlns:a16="http://schemas.microsoft.com/office/drawing/2014/main" id="{77817007-8720-ECD1-A605-A73326602100}"/>
              </a:ext>
            </a:extLst>
          </p:cNvPr>
          <p:cNvSpPr/>
          <p:nvPr/>
        </p:nvSpPr>
        <p:spPr>
          <a:xfrm>
            <a:off x="3772522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83" dirty="0"/>
          </a:p>
        </p:txBody>
      </p:sp>
      <p:sp>
        <p:nvSpPr>
          <p:cNvPr id="293" name="Text 292">
            <a:extLst>
              <a:ext uri="{FF2B5EF4-FFF2-40B4-BE49-F238E27FC236}">
                <a16:creationId xmlns:a16="http://schemas.microsoft.com/office/drawing/2014/main" id="{BE538203-54EA-4610-164B-CA7068FC0F49}"/>
              </a:ext>
            </a:extLst>
          </p:cNvPr>
          <p:cNvSpPr/>
          <p:nvPr/>
        </p:nvSpPr>
        <p:spPr>
          <a:xfrm>
            <a:off x="3915592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83" dirty="0"/>
          </a:p>
        </p:txBody>
      </p:sp>
      <p:sp>
        <p:nvSpPr>
          <p:cNvPr id="294" name="Text 293">
            <a:extLst>
              <a:ext uri="{FF2B5EF4-FFF2-40B4-BE49-F238E27FC236}">
                <a16:creationId xmlns:a16="http://schemas.microsoft.com/office/drawing/2014/main" id="{B0E48716-B956-7C48-A8AB-461426A748BE}"/>
              </a:ext>
            </a:extLst>
          </p:cNvPr>
          <p:cNvSpPr/>
          <p:nvPr/>
        </p:nvSpPr>
        <p:spPr>
          <a:xfrm>
            <a:off x="4058661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83" dirty="0"/>
          </a:p>
        </p:txBody>
      </p:sp>
      <p:sp>
        <p:nvSpPr>
          <p:cNvPr id="295" name="Text 294">
            <a:extLst>
              <a:ext uri="{FF2B5EF4-FFF2-40B4-BE49-F238E27FC236}">
                <a16:creationId xmlns:a16="http://schemas.microsoft.com/office/drawing/2014/main" id="{7FD00D25-3FB0-29A1-00C0-8BE2468EEE45}"/>
              </a:ext>
            </a:extLst>
          </p:cNvPr>
          <p:cNvSpPr/>
          <p:nvPr/>
        </p:nvSpPr>
        <p:spPr>
          <a:xfrm>
            <a:off x="4201730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83" dirty="0"/>
          </a:p>
        </p:txBody>
      </p:sp>
      <p:sp>
        <p:nvSpPr>
          <p:cNvPr id="296" name="Text 295">
            <a:extLst>
              <a:ext uri="{FF2B5EF4-FFF2-40B4-BE49-F238E27FC236}">
                <a16:creationId xmlns:a16="http://schemas.microsoft.com/office/drawing/2014/main" id="{2D8E5A47-9129-0D53-7866-27014271C73F}"/>
              </a:ext>
            </a:extLst>
          </p:cNvPr>
          <p:cNvSpPr/>
          <p:nvPr/>
        </p:nvSpPr>
        <p:spPr>
          <a:xfrm>
            <a:off x="4344800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83" dirty="0"/>
          </a:p>
        </p:txBody>
      </p:sp>
      <p:sp>
        <p:nvSpPr>
          <p:cNvPr id="297" name="Text 296">
            <a:extLst>
              <a:ext uri="{FF2B5EF4-FFF2-40B4-BE49-F238E27FC236}">
                <a16:creationId xmlns:a16="http://schemas.microsoft.com/office/drawing/2014/main" id="{6CF1B164-AD4E-20F0-2750-046153E8C94D}"/>
              </a:ext>
            </a:extLst>
          </p:cNvPr>
          <p:cNvSpPr/>
          <p:nvPr/>
        </p:nvSpPr>
        <p:spPr>
          <a:xfrm>
            <a:off x="4487869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83" dirty="0"/>
          </a:p>
        </p:txBody>
      </p:sp>
      <p:sp>
        <p:nvSpPr>
          <p:cNvPr id="298" name="Text 297">
            <a:extLst>
              <a:ext uri="{FF2B5EF4-FFF2-40B4-BE49-F238E27FC236}">
                <a16:creationId xmlns:a16="http://schemas.microsoft.com/office/drawing/2014/main" id="{226DA1DC-6141-99FE-8393-D4416B53C31E}"/>
              </a:ext>
            </a:extLst>
          </p:cNvPr>
          <p:cNvSpPr/>
          <p:nvPr/>
        </p:nvSpPr>
        <p:spPr>
          <a:xfrm>
            <a:off x="4630938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83" dirty="0"/>
          </a:p>
        </p:txBody>
      </p:sp>
      <p:sp>
        <p:nvSpPr>
          <p:cNvPr id="299" name="Text 298">
            <a:extLst>
              <a:ext uri="{FF2B5EF4-FFF2-40B4-BE49-F238E27FC236}">
                <a16:creationId xmlns:a16="http://schemas.microsoft.com/office/drawing/2014/main" id="{16AAF2A7-7D5C-516E-60B4-AC313D569859}"/>
              </a:ext>
            </a:extLst>
          </p:cNvPr>
          <p:cNvSpPr/>
          <p:nvPr/>
        </p:nvSpPr>
        <p:spPr>
          <a:xfrm>
            <a:off x="4774008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583" dirty="0"/>
          </a:p>
        </p:txBody>
      </p:sp>
      <p:sp>
        <p:nvSpPr>
          <p:cNvPr id="300" name="Text 299">
            <a:extLst>
              <a:ext uri="{FF2B5EF4-FFF2-40B4-BE49-F238E27FC236}">
                <a16:creationId xmlns:a16="http://schemas.microsoft.com/office/drawing/2014/main" id="{B0198528-2B7C-96A9-959E-C1A8244E5168}"/>
              </a:ext>
            </a:extLst>
          </p:cNvPr>
          <p:cNvSpPr/>
          <p:nvPr/>
        </p:nvSpPr>
        <p:spPr>
          <a:xfrm>
            <a:off x="4917078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583" dirty="0"/>
          </a:p>
        </p:txBody>
      </p:sp>
      <p:sp>
        <p:nvSpPr>
          <p:cNvPr id="301" name="Text 300">
            <a:extLst>
              <a:ext uri="{FF2B5EF4-FFF2-40B4-BE49-F238E27FC236}">
                <a16:creationId xmlns:a16="http://schemas.microsoft.com/office/drawing/2014/main" id="{95AB3103-706C-7EE8-19C2-EB1C28DBE6A9}"/>
              </a:ext>
            </a:extLst>
          </p:cNvPr>
          <p:cNvSpPr/>
          <p:nvPr/>
        </p:nvSpPr>
        <p:spPr>
          <a:xfrm>
            <a:off x="5060147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83" dirty="0"/>
          </a:p>
        </p:txBody>
      </p:sp>
      <p:sp>
        <p:nvSpPr>
          <p:cNvPr id="302" name="Text 301">
            <a:extLst>
              <a:ext uri="{FF2B5EF4-FFF2-40B4-BE49-F238E27FC236}">
                <a16:creationId xmlns:a16="http://schemas.microsoft.com/office/drawing/2014/main" id="{9400EC36-EB11-D29A-B891-976EAC151F74}"/>
              </a:ext>
            </a:extLst>
          </p:cNvPr>
          <p:cNvSpPr/>
          <p:nvPr/>
        </p:nvSpPr>
        <p:spPr>
          <a:xfrm>
            <a:off x="5203216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583" dirty="0"/>
          </a:p>
        </p:txBody>
      </p:sp>
      <p:sp>
        <p:nvSpPr>
          <p:cNvPr id="303" name="Text 302">
            <a:extLst>
              <a:ext uri="{FF2B5EF4-FFF2-40B4-BE49-F238E27FC236}">
                <a16:creationId xmlns:a16="http://schemas.microsoft.com/office/drawing/2014/main" id="{F8338781-6A11-8E2C-9AA2-C7E04FE58168}"/>
              </a:ext>
            </a:extLst>
          </p:cNvPr>
          <p:cNvSpPr/>
          <p:nvPr/>
        </p:nvSpPr>
        <p:spPr>
          <a:xfrm>
            <a:off x="5346285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583" dirty="0"/>
          </a:p>
        </p:txBody>
      </p:sp>
      <p:sp>
        <p:nvSpPr>
          <p:cNvPr id="304" name="Text 303">
            <a:extLst>
              <a:ext uri="{FF2B5EF4-FFF2-40B4-BE49-F238E27FC236}">
                <a16:creationId xmlns:a16="http://schemas.microsoft.com/office/drawing/2014/main" id="{0546888C-68B9-0036-016F-E5219BE6A792}"/>
              </a:ext>
            </a:extLst>
          </p:cNvPr>
          <p:cNvSpPr/>
          <p:nvPr/>
        </p:nvSpPr>
        <p:spPr>
          <a:xfrm>
            <a:off x="5489355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83" dirty="0"/>
          </a:p>
        </p:txBody>
      </p:sp>
      <p:sp>
        <p:nvSpPr>
          <p:cNvPr id="305" name="Text 304">
            <a:extLst>
              <a:ext uri="{FF2B5EF4-FFF2-40B4-BE49-F238E27FC236}">
                <a16:creationId xmlns:a16="http://schemas.microsoft.com/office/drawing/2014/main" id="{AC53025E-DB10-5970-724B-BEFB2890FDFF}"/>
              </a:ext>
            </a:extLst>
          </p:cNvPr>
          <p:cNvSpPr/>
          <p:nvPr/>
        </p:nvSpPr>
        <p:spPr>
          <a:xfrm>
            <a:off x="5632424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583" dirty="0"/>
          </a:p>
        </p:txBody>
      </p:sp>
      <p:sp>
        <p:nvSpPr>
          <p:cNvPr id="306" name="Text 305">
            <a:extLst>
              <a:ext uri="{FF2B5EF4-FFF2-40B4-BE49-F238E27FC236}">
                <a16:creationId xmlns:a16="http://schemas.microsoft.com/office/drawing/2014/main" id="{4E16E856-1510-72AF-BD41-A041E3F9F81A}"/>
              </a:ext>
            </a:extLst>
          </p:cNvPr>
          <p:cNvSpPr/>
          <p:nvPr/>
        </p:nvSpPr>
        <p:spPr>
          <a:xfrm>
            <a:off x="5775493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583" dirty="0"/>
          </a:p>
        </p:txBody>
      </p:sp>
      <p:sp>
        <p:nvSpPr>
          <p:cNvPr id="307" name="Text 306">
            <a:extLst>
              <a:ext uri="{FF2B5EF4-FFF2-40B4-BE49-F238E27FC236}">
                <a16:creationId xmlns:a16="http://schemas.microsoft.com/office/drawing/2014/main" id="{7EBA2B8A-D4B6-2914-5367-B9F3363532E5}"/>
              </a:ext>
            </a:extLst>
          </p:cNvPr>
          <p:cNvSpPr/>
          <p:nvPr/>
        </p:nvSpPr>
        <p:spPr>
          <a:xfrm>
            <a:off x="5918563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83" dirty="0"/>
          </a:p>
        </p:txBody>
      </p:sp>
      <p:sp>
        <p:nvSpPr>
          <p:cNvPr id="308" name="Text 307">
            <a:extLst>
              <a:ext uri="{FF2B5EF4-FFF2-40B4-BE49-F238E27FC236}">
                <a16:creationId xmlns:a16="http://schemas.microsoft.com/office/drawing/2014/main" id="{44243331-66F7-E8E9-C958-02EF5E209913}"/>
              </a:ext>
            </a:extLst>
          </p:cNvPr>
          <p:cNvSpPr/>
          <p:nvPr/>
        </p:nvSpPr>
        <p:spPr>
          <a:xfrm>
            <a:off x="6061633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83" dirty="0"/>
          </a:p>
        </p:txBody>
      </p:sp>
      <p:sp>
        <p:nvSpPr>
          <p:cNvPr id="309" name="Text 308">
            <a:extLst>
              <a:ext uri="{FF2B5EF4-FFF2-40B4-BE49-F238E27FC236}">
                <a16:creationId xmlns:a16="http://schemas.microsoft.com/office/drawing/2014/main" id="{FEDB9D38-2E30-79B6-0235-1BB2F06BBDD5}"/>
              </a:ext>
            </a:extLst>
          </p:cNvPr>
          <p:cNvSpPr/>
          <p:nvPr/>
        </p:nvSpPr>
        <p:spPr>
          <a:xfrm>
            <a:off x="6204702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583" dirty="0"/>
          </a:p>
        </p:txBody>
      </p:sp>
      <p:sp>
        <p:nvSpPr>
          <p:cNvPr id="310" name="Text 309">
            <a:extLst>
              <a:ext uri="{FF2B5EF4-FFF2-40B4-BE49-F238E27FC236}">
                <a16:creationId xmlns:a16="http://schemas.microsoft.com/office/drawing/2014/main" id="{F7E778F0-EDB7-01DE-60E7-1361C1FB4D2C}"/>
              </a:ext>
            </a:extLst>
          </p:cNvPr>
          <p:cNvSpPr/>
          <p:nvPr/>
        </p:nvSpPr>
        <p:spPr>
          <a:xfrm>
            <a:off x="6347771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583" dirty="0"/>
          </a:p>
        </p:txBody>
      </p:sp>
      <p:sp>
        <p:nvSpPr>
          <p:cNvPr id="311" name="Text 310">
            <a:extLst>
              <a:ext uri="{FF2B5EF4-FFF2-40B4-BE49-F238E27FC236}">
                <a16:creationId xmlns:a16="http://schemas.microsoft.com/office/drawing/2014/main" id="{903B0B3B-56A2-8D0C-4822-D6D26E3F428E}"/>
              </a:ext>
            </a:extLst>
          </p:cNvPr>
          <p:cNvSpPr/>
          <p:nvPr/>
        </p:nvSpPr>
        <p:spPr>
          <a:xfrm>
            <a:off x="6490840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583" dirty="0"/>
          </a:p>
        </p:txBody>
      </p:sp>
      <p:sp>
        <p:nvSpPr>
          <p:cNvPr id="312" name="Text 311">
            <a:extLst>
              <a:ext uri="{FF2B5EF4-FFF2-40B4-BE49-F238E27FC236}">
                <a16:creationId xmlns:a16="http://schemas.microsoft.com/office/drawing/2014/main" id="{970626DA-0719-181D-385E-4BAE4CA9C375}"/>
              </a:ext>
            </a:extLst>
          </p:cNvPr>
          <p:cNvSpPr/>
          <p:nvPr/>
        </p:nvSpPr>
        <p:spPr>
          <a:xfrm>
            <a:off x="6633910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583" dirty="0"/>
          </a:p>
        </p:txBody>
      </p:sp>
      <p:sp>
        <p:nvSpPr>
          <p:cNvPr id="313" name="Text 312">
            <a:extLst>
              <a:ext uri="{FF2B5EF4-FFF2-40B4-BE49-F238E27FC236}">
                <a16:creationId xmlns:a16="http://schemas.microsoft.com/office/drawing/2014/main" id="{B81699F9-318A-B978-2C8F-D5CEB8E2437E}"/>
              </a:ext>
            </a:extLst>
          </p:cNvPr>
          <p:cNvSpPr/>
          <p:nvPr/>
        </p:nvSpPr>
        <p:spPr>
          <a:xfrm>
            <a:off x="6776979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583" dirty="0"/>
          </a:p>
        </p:txBody>
      </p:sp>
      <p:sp>
        <p:nvSpPr>
          <p:cNvPr id="314" name="Text 313">
            <a:extLst>
              <a:ext uri="{FF2B5EF4-FFF2-40B4-BE49-F238E27FC236}">
                <a16:creationId xmlns:a16="http://schemas.microsoft.com/office/drawing/2014/main" id="{8B33D287-6621-6E1B-7EDB-7F27918CE4BC}"/>
              </a:ext>
            </a:extLst>
          </p:cNvPr>
          <p:cNvSpPr/>
          <p:nvPr/>
        </p:nvSpPr>
        <p:spPr>
          <a:xfrm>
            <a:off x="6920048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583" dirty="0"/>
          </a:p>
        </p:txBody>
      </p:sp>
      <p:sp>
        <p:nvSpPr>
          <p:cNvPr id="315" name="Text 314">
            <a:extLst>
              <a:ext uri="{FF2B5EF4-FFF2-40B4-BE49-F238E27FC236}">
                <a16:creationId xmlns:a16="http://schemas.microsoft.com/office/drawing/2014/main" id="{6FB80DF4-2796-C020-B648-6FAA3A24BDDD}"/>
              </a:ext>
            </a:extLst>
          </p:cNvPr>
          <p:cNvSpPr/>
          <p:nvPr/>
        </p:nvSpPr>
        <p:spPr>
          <a:xfrm>
            <a:off x="7063118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583" dirty="0"/>
          </a:p>
        </p:txBody>
      </p:sp>
      <p:sp>
        <p:nvSpPr>
          <p:cNvPr id="316" name="Text 315">
            <a:extLst>
              <a:ext uri="{FF2B5EF4-FFF2-40B4-BE49-F238E27FC236}">
                <a16:creationId xmlns:a16="http://schemas.microsoft.com/office/drawing/2014/main" id="{16C515AC-3F31-14B3-0576-0EC7E1B1079E}"/>
              </a:ext>
            </a:extLst>
          </p:cNvPr>
          <p:cNvSpPr/>
          <p:nvPr/>
        </p:nvSpPr>
        <p:spPr>
          <a:xfrm>
            <a:off x="7206188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583" dirty="0"/>
          </a:p>
        </p:txBody>
      </p:sp>
      <p:sp>
        <p:nvSpPr>
          <p:cNvPr id="317" name="Text 316">
            <a:extLst>
              <a:ext uri="{FF2B5EF4-FFF2-40B4-BE49-F238E27FC236}">
                <a16:creationId xmlns:a16="http://schemas.microsoft.com/office/drawing/2014/main" id="{071FBAD5-A83B-D9BA-5100-ABC40140E905}"/>
              </a:ext>
            </a:extLst>
          </p:cNvPr>
          <p:cNvSpPr/>
          <p:nvPr/>
        </p:nvSpPr>
        <p:spPr>
          <a:xfrm>
            <a:off x="7349257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583" dirty="0"/>
          </a:p>
        </p:txBody>
      </p:sp>
      <p:sp>
        <p:nvSpPr>
          <p:cNvPr id="318" name="Text 317">
            <a:extLst>
              <a:ext uri="{FF2B5EF4-FFF2-40B4-BE49-F238E27FC236}">
                <a16:creationId xmlns:a16="http://schemas.microsoft.com/office/drawing/2014/main" id="{D47572AE-F4E7-1A31-2A3A-7FF3DA957BA4}"/>
              </a:ext>
            </a:extLst>
          </p:cNvPr>
          <p:cNvSpPr/>
          <p:nvPr/>
        </p:nvSpPr>
        <p:spPr>
          <a:xfrm>
            <a:off x="7492326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583" dirty="0"/>
          </a:p>
        </p:txBody>
      </p:sp>
      <p:sp>
        <p:nvSpPr>
          <p:cNvPr id="319" name="Text 318">
            <a:extLst>
              <a:ext uri="{FF2B5EF4-FFF2-40B4-BE49-F238E27FC236}">
                <a16:creationId xmlns:a16="http://schemas.microsoft.com/office/drawing/2014/main" id="{A1155775-81B1-D809-9F90-A1AD3F6431A4}"/>
              </a:ext>
            </a:extLst>
          </p:cNvPr>
          <p:cNvSpPr/>
          <p:nvPr/>
        </p:nvSpPr>
        <p:spPr>
          <a:xfrm>
            <a:off x="7635396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583" dirty="0"/>
          </a:p>
        </p:txBody>
      </p:sp>
      <p:sp>
        <p:nvSpPr>
          <p:cNvPr id="320" name="Text 319">
            <a:extLst>
              <a:ext uri="{FF2B5EF4-FFF2-40B4-BE49-F238E27FC236}">
                <a16:creationId xmlns:a16="http://schemas.microsoft.com/office/drawing/2014/main" id="{124573CD-33D3-8744-F931-ED2E90E6728B}"/>
              </a:ext>
            </a:extLst>
          </p:cNvPr>
          <p:cNvSpPr/>
          <p:nvPr/>
        </p:nvSpPr>
        <p:spPr>
          <a:xfrm>
            <a:off x="7778465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583" dirty="0"/>
          </a:p>
        </p:txBody>
      </p:sp>
      <p:sp>
        <p:nvSpPr>
          <p:cNvPr id="321" name="Text 320">
            <a:extLst>
              <a:ext uri="{FF2B5EF4-FFF2-40B4-BE49-F238E27FC236}">
                <a16:creationId xmlns:a16="http://schemas.microsoft.com/office/drawing/2014/main" id="{500A06A2-AE01-BE60-7342-8C054DDFB9DE}"/>
              </a:ext>
            </a:extLst>
          </p:cNvPr>
          <p:cNvSpPr/>
          <p:nvPr/>
        </p:nvSpPr>
        <p:spPr>
          <a:xfrm>
            <a:off x="7921534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583" dirty="0"/>
          </a:p>
        </p:txBody>
      </p:sp>
      <p:sp>
        <p:nvSpPr>
          <p:cNvPr id="322" name="Text 321">
            <a:extLst>
              <a:ext uri="{FF2B5EF4-FFF2-40B4-BE49-F238E27FC236}">
                <a16:creationId xmlns:a16="http://schemas.microsoft.com/office/drawing/2014/main" id="{13912F67-BF28-6220-765C-A3F33979C9C2}"/>
              </a:ext>
            </a:extLst>
          </p:cNvPr>
          <p:cNvSpPr/>
          <p:nvPr/>
        </p:nvSpPr>
        <p:spPr>
          <a:xfrm>
            <a:off x="8064603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583" dirty="0"/>
          </a:p>
        </p:txBody>
      </p:sp>
      <p:sp>
        <p:nvSpPr>
          <p:cNvPr id="323" name="Text 322">
            <a:extLst>
              <a:ext uri="{FF2B5EF4-FFF2-40B4-BE49-F238E27FC236}">
                <a16:creationId xmlns:a16="http://schemas.microsoft.com/office/drawing/2014/main" id="{0E25D795-E4EE-BE6D-7702-D8A258C96737}"/>
              </a:ext>
            </a:extLst>
          </p:cNvPr>
          <p:cNvSpPr/>
          <p:nvPr/>
        </p:nvSpPr>
        <p:spPr>
          <a:xfrm>
            <a:off x="8207673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583" dirty="0"/>
          </a:p>
        </p:txBody>
      </p:sp>
      <p:sp>
        <p:nvSpPr>
          <p:cNvPr id="324" name="Text 323">
            <a:extLst>
              <a:ext uri="{FF2B5EF4-FFF2-40B4-BE49-F238E27FC236}">
                <a16:creationId xmlns:a16="http://schemas.microsoft.com/office/drawing/2014/main" id="{00F7ED0D-96B9-50F8-ECDB-23CDEFDB8793}"/>
              </a:ext>
            </a:extLst>
          </p:cNvPr>
          <p:cNvSpPr/>
          <p:nvPr/>
        </p:nvSpPr>
        <p:spPr>
          <a:xfrm>
            <a:off x="8350743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583" dirty="0"/>
          </a:p>
        </p:txBody>
      </p:sp>
      <p:sp>
        <p:nvSpPr>
          <p:cNvPr id="325" name="Text 324">
            <a:extLst>
              <a:ext uri="{FF2B5EF4-FFF2-40B4-BE49-F238E27FC236}">
                <a16:creationId xmlns:a16="http://schemas.microsoft.com/office/drawing/2014/main" id="{F86F3841-5F06-EE49-F7EC-067B1859CC9C}"/>
              </a:ext>
            </a:extLst>
          </p:cNvPr>
          <p:cNvSpPr/>
          <p:nvPr/>
        </p:nvSpPr>
        <p:spPr>
          <a:xfrm>
            <a:off x="8493812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583" dirty="0"/>
          </a:p>
        </p:txBody>
      </p:sp>
      <p:sp>
        <p:nvSpPr>
          <p:cNvPr id="326" name="Text 325">
            <a:extLst>
              <a:ext uri="{FF2B5EF4-FFF2-40B4-BE49-F238E27FC236}">
                <a16:creationId xmlns:a16="http://schemas.microsoft.com/office/drawing/2014/main" id="{5E848122-D265-724F-08A4-5F0028F135ED}"/>
              </a:ext>
            </a:extLst>
          </p:cNvPr>
          <p:cNvSpPr/>
          <p:nvPr/>
        </p:nvSpPr>
        <p:spPr>
          <a:xfrm>
            <a:off x="8636881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583" dirty="0"/>
          </a:p>
        </p:txBody>
      </p:sp>
      <p:sp>
        <p:nvSpPr>
          <p:cNvPr id="327" name="Text 326">
            <a:extLst>
              <a:ext uri="{FF2B5EF4-FFF2-40B4-BE49-F238E27FC236}">
                <a16:creationId xmlns:a16="http://schemas.microsoft.com/office/drawing/2014/main" id="{D9055754-810A-138F-0855-5095051DD95D}"/>
              </a:ext>
            </a:extLst>
          </p:cNvPr>
          <p:cNvSpPr/>
          <p:nvPr/>
        </p:nvSpPr>
        <p:spPr>
          <a:xfrm>
            <a:off x="8779951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583" dirty="0"/>
          </a:p>
        </p:txBody>
      </p:sp>
      <p:sp>
        <p:nvSpPr>
          <p:cNvPr id="328" name="Text 327">
            <a:extLst>
              <a:ext uri="{FF2B5EF4-FFF2-40B4-BE49-F238E27FC236}">
                <a16:creationId xmlns:a16="http://schemas.microsoft.com/office/drawing/2014/main" id="{E514E1B2-2486-D35E-32D9-7BC55418D957}"/>
              </a:ext>
            </a:extLst>
          </p:cNvPr>
          <p:cNvSpPr/>
          <p:nvPr/>
        </p:nvSpPr>
        <p:spPr>
          <a:xfrm>
            <a:off x="8923020" y="4815840"/>
            <a:ext cx="106680" cy="6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583" dirty="0"/>
          </a:p>
        </p:txBody>
      </p:sp>
      <p:sp>
        <p:nvSpPr>
          <p:cNvPr id="329" name="Text 328">
            <a:extLst>
              <a:ext uri="{FF2B5EF4-FFF2-40B4-BE49-F238E27FC236}">
                <a16:creationId xmlns:a16="http://schemas.microsoft.com/office/drawing/2014/main" id="{F61C4DB2-05AE-1670-F7A1-811CCFB95DA6}"/>
              </a:ext>
            </a:extLst>
          </p:cNvPr>
          <p:cNvSpPr/>
          <p:nvPr/>
        </p:nvSpPr>
        <p:spPr>
          <a:xfrm>
            <a:off x="1943100" y="4937760"/>
            <a:ext cx="20193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 전압</a:t>
            </a:r>
            <a:endParaRPr lang="en-US" sz="833" dirty="0"/>
          </a:p>
        </p:txBody>
      </p:sp>
      <p:sp>
        <p:nvSpPr>
          <p:cNvPr id="330" name="Shape 329">
            <a:extLst>
              <a:ext uri="{FF2B5EF4-FFF2-40B4-BE49-F238E27FC236}">
                <a16:creationId xmlns:a16="http://schemas.microsoft.com/office/drawing/2014/main" id="{BC11027C-6D39-5AE9-DA42-8D36E9406202}"/>
              </a:ext>
            </a:extLst>
          </p:cNvPr>
          <p:cNvSpPr/>
          <p:nvPr/>
        </p:nvSpPr>
        <p:spPr>
          <a:xfrm>
            <a:off x="1943100" y="5067300"/>
            <a:ext cx="2019300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1" name="Shape 330">
            <a:extLst>
              <a:ext uri="{FF2B5EF4-FFF2-40B4-BE49-F238E27FC236}">
                <a16:creationId xmlns:a16="http://schemas.microsoft.com/office/drawing/2014/main" id="{D6F83A8E-16CF-5769-AC39-3FBC4EC0B27B}"/>
              </a:ext>
            </a:extLst>
          </p:cNvPr>
          <p:cNvSpPr/>
          <p:nvPr/>
        </p:nvSpPr>
        <p:spPr>
          <a:xfrm>
            <a:off x="214503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32" name="Shape 331">
            <a:extLst>
              <a:ext uri="{FF2B5EF4-FFF2-40B4-BE49-F238E27FC236}">
                <a16:creationId xmlns:a16="http://schemas.microsoft.com/office/drawing/2014/main" id="{58502C3C-55CE-6B2D-2C4F-43DB8BE966DE}"/>
              </a:ext>
            </a:extLst>
          </p:cNvPr>
          <p:cNvSpPr/>
          <p:nvPr/>
        </p:nvSpPr>
        <p:spPr>
          <a:xfrm>
            <a:off x="234696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33" name="Shape 332">
            <a:extLst>
              <a:ext uri="{FF2B5EF4-FFF2-40B4-BE49-F238E27FC236}">
                <a16:creationId xmlns:a16="http://schemas.microsoft.com/office/drawing/2014/main" id="{17C62037-6FFB-4291-5EA7-D357289AD00A}"/>
              </a:ext>
            </a:extLst>
          </p:cNvPr>
          <p:cNvSpPr/>
          <p:nvPr/>
        </p:nvSpPr>
        <p:spPr>
          <a:xfrm>
            <a:off x="254889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34" name="Shape 333">
            <a:extLst>
              <a:ext uri="{FF2B5EF4-FFF2-40B4-BE49-F238E27FC236}">
                <a16:creationId xmlns:a16="http://schemas.microsoft.com/office/drawing/2014/main" id="{7C40DF97-3380-B3C3-FAAA-A3C081C04F21}"/>
              </a:ext>
            </a:extLst>
          </p:cNvPr>
          <p:cNvSpPr/>
          <p:nvPr/>
        </p:nvSpPr>
        <p:spPr>
          <a:xfrm>
            <a:off x="275082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35" name="Shape 334">
            <a:extLst>
              <a:ext uri="{FF2B5EF4-FFF2-40B4-BE49-F238E27FC236}">
                <a16:creationId xmlns:a16="http://schemas.microsoft.com/office/drawing/2014/main" id="{498E697B-ECD1-9729-07BC-2CEE42E249B2}"/>
              </a:ext>
            </a:extLst>
          </p:cNvPr>
          <p:cNvSpPr/>
          <p:nvPr/>
        </p:nvSpPr>
        <p:spPr>
          <a:xfrm>
            <a:off x="295275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36" name="Shape 335">
            <a:extLst>
              <a:ext uri="{FF2B5EF4-FFF2-40B4-BE49-F238E27FC236}">
                <a16:creationId xmlns:a16="http://schemas.microsoft.com/office/drawing/2014/main" id="{81DE5777-19B3-5CF9-FBA2-7E66762D488E}"/>
              </a:ext>
            </a:extLst>
          </p:cNvPr>
          <p:cNvSpPr/>
          <p:nvPr/>
        </p:nvSpPr>
        <p:spPr>
          <a:xfrm>
            <a:off x="315468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37" name="Shape 336">
            <a:extLst>
              <a:ext uri="{FF2B5EF4-FFF2-40B4-BE49-F238E27FC236}">
                <a16:creationId xmlns:a16="http://schemas.microsoft.com/office/drawing/2014/main" id="{042981E3-B89E-9227-9A22-FD898AEF8377}"/>
              </a:ext>
            </a:extLst>
          </p:cNvPr>
          <p:cNvSpPr/>
          <p:nvPr/>
        </p:nvSpPr>
        <p:spPr>
          <a:xfrm>
            <a:off x="335661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38" name="Shape 337">
            <a:extLst>
              <a:ext uri="{FF2B5EF4-FFF2-40B4-BE49-F238E27FC236}">
                <a16:creationId xmlns:a16="http://schemas.microsoft.com/office/drawing/2014/main" id="{D062282F-E90C-8CC4-B189-05201A35C799}"/>
              </a:ext>
            </a:extLst>
          </p:cNvPr>
          <p:cNvSpPr/>
          <p:nvPr/>
        </p:nvSpPr>
        <p:spPr>
          <a:xfrm>
            <a:off x="355854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39" name="Shape 338">
            <a:extLst>
              <a:ext uri="{FF2B5EF4-FFF2-40B4-BE49-F238E27FC236}">
                <a16:creationId xmlns:a16="http://schemas.microsoft.com/office/drawing/2014/main" id="{5D12E825-3DA3-FA0C-BEC9-641D7D5B5E58}"/>
              </a:ext>
            </a:extLst>
          </p:cNvPr>
          <p:cNvSpPr/>
          <p:nvPr/>
        </p:nvSpPr>
        <p:spPr>
          <a:xfrm>
            <a:off x="376047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40" name="Shape 339">
            <a:extLst>
              <a:ext uri="{FF2B5EF4-FFF2-40B4-BE49-F238E27FC236}">
                <a16:creationId xmlns:a16="http://schemas.microsoft.com/office/drawing/2014/main" id="{30B1DA93-3E14-4EA8-DDD8-92DCCAA8D775}"/>
              </a:ext>
            </a:extLst>
          </p:cNvPr>
          <p:cNvSpPr/>
          <p:nvPr/>
        </p:nvSpPr>
        <p:spPr>
          <a:xfrm>
            <a:off x="1943100" y="527304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41" name="Shape 340">
            <a:extLst>
              <a:ext uri="{FF2B5EF4-FFF2-40B4-BE49-F238E27FC236}">
                <a16:creationId xmlns:a16="http://schemas.microsoft.com/office/drawing/2014/main" id="{496D6344-2E2D-F819-1198-8DA5E91BA3F0}"/>
              </a:ext>
            </a:extLst>
          </p:cNvPr>
          <p:cNvSpPr/>
          <p:nvPr/>
        </p:nvSpPr>
        <p:spPr>
          <a:xfrm>
            <a:off x="1943100" y="547878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42" name="Shape 341">
            <a:extLst>
              <a:ext uri="{FF2B5EF4-FFF2-40B4-BE49-F238E27FC236}">
                <a16:creationId xmlns:a16="http://schemas.microsoft.com/office/drawing/2014/main" id="{9E47EFB4-05FE-DFD1-EC0F-738575EE6FA2}"/>
              </a:ext>
            </a:extLst>
          </p:cNvPr>
          <p:cNvSpPr/>
          <p:nvPr/>
        </p:nvSpPr>
        <p:spPr>
          <a:xfrm>
            <a:off x="1943100" y="568452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43" name="Shape 342">
            <a:extLst>
              <a:ext uri="{FF2B5EF4-FFF2-40B4-BE49-F238E27FC236}">
                <a16:creationId xmlns:a16="http://schemas.microsoft.com/office/drawing/2014/main" id="{B9829AD4-D624-C9FD-873A-2FD0E5490F36}"/>
              </a:ext>
            </a:extLst>
          </p:cNvPr>
          <p:cNvSpPr/>
          <p:nvPr/>
        </p:nvSpPr>
        <p:spPr>
          <a:xfrm>
            <a:off x="1943100" y="589026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44" name="Shape 343">
            <a:extLst>
              <a:ext uri="{FF2B5EF4-FFF2-40B4-BE49-F238E27FC236}">
                <a16:creationId xmlns:a16="http://schemas.microsoft.com/office/drawing/2014/main" id="{C575173D-0398-F878-5761-ED5B7248DE12}"/>
              </a:ext>
            </a:extLst>
          </p:cNvPr>
          <p:cNvSpPr/>
          <p:nvPr/>
        </p:nvSpPr>
        <p:spPr>
          <a:xfrm>
            <a:off x="1943100" y="517017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45" name="Shape 344">
            <a:extLst>
              <a:ext uri="{FF2B5EF4-FFF2-40B4-BE49-F238E27FC236}">
                <a16:creationId xmlns:a16="http://schemas.microsoft.com/office/drawing/2014/main" id="{238F84F6-A120-9387-74A4-20160E996BCD}"/>
              </a:ext>
            </a:extLst>
          </p:cNvPr>
          <p:cNvSpPr/>
          <p:nvPr/>
        </p:nvSpPr>
        <p:spPr>
          <a:xfrm>
            <a:off x="1943100" y="527304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46" name="Shape 345">
            <a:extLst>
              <a:ext uri="{FF2B5EF4-FFF2-40B4-BE49-F238E27FC236}">
                <a16:creationId xmlns:a16="http://schemas.microsoft.com/office/drawing/2014/main" id="{2F2876DB-1BFC-5186-481A-9A6F4D6F5BB3}"/>
              </a:ext>
            </a:extLst>
          </p:cNvPr>
          <p:cNvSpPr/>
          <p:nvPr/>
        </p:nvSpPr>
        <p:spPr>
          <a:xfrm>
            <a:off x="1943100" y="537591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47" name="Shape 346">
            <a:extLst>
              <a:ext uri="{FF2B5EF4-FFF2-40B4-BE49-F238E27FC236}">
                <a16:creationId xmlns:a16="http://schemas.microsoft.com/office/drawing/2014/main" id="{8CE7DB3C-74C2-D8AB-B40F-A752A6C96A1D}"/>
              </a:ext>
            </a:extLst>
          </p:cNvPr>
          <p:cNvSpPr/>
          <p:nvPr/>
        </p:nvSpPr>
        <p:spPr>
          <a:xfrm>
            <a:off x="1943100" y="547878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48" name="Shape 347">
            <a:extLst>
              <a:ext uri="{FF2B5EF4-FFF2-40B4-BE49-F238E27FC236}">
                <a16:creationId xmlns:a16="http://schemas.microsoft.com/office/drawing/2014/main" id="{FF435F29-D527-F253-D125-F4270BD44430}"/>
              </a:ext>
            </a:extLst>
          </p:cNvPr>
          <p:cNvSpPr/>
          <p:nvPr/>
        </p:nvSpPr>
        <p:spPr>
          <a:xfrm>
            <a:off x="1943100" y="558165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49" name="Shape 348">
            <a:extLst>
              <a:ext uri="{FF2B5EF4-FFF2-40B4-BE49-F238E27FC236}">
                <a16:creationId xmlns:a16="http://schemas.microsoft.com/office/drawing/2014/main" id="{60DD3F20-5902-2D10-57E8-ECE9DAB152B8}"/>
              </a:ext>
            </a:extLst>
          </p:cNvPr>
          <p:cNvSpPr/>
          <p:nvPr/>
        </p:nvSpPr>
        <p:spPr>
          <a:xfrm>
            <a:off x="1943100" y="568452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50" name="Shape 349">
            <a:extLst>
              <a:ext uri="{FF2B5EF4-FFF2-40B4-BE49-F238E27FC236}">
                <a16:creationId xmlns:a16="http://schemas.microsoft.com/office/drawing/2014/main" id="{3974E12F-2E66-9F45-0AE5-DBFD25637A4D}"/>
              </a:ext>
            </a:extLst>
          </p:cNvPr>
          <p:cNvSpPr/>
          <p:nvPr/>
        </p:nvSpPr>
        <p:spPr>
          <a:xfrm>
            <a:off x="1943100" y="578739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51" name="Shape 350">
            <a:extLst>
              <a:ext uri="{FF2B5EF4-FFF2-40B4-BE49-F238E27FC236}">
                <a16:creationId xmlns:a16="http://schemas.microsoft.com/office/drawing/2014/main" id="{34B54294-0EEF-7871-4E32-7C0D612D79E2}"/>
              </a:ext>
            </a:extLst>
          </p:cNvPr>
          <p:cNvSpPr/>
          <p:nvPr/>
        </p:nvSpPr>
        <p:spPr>
          <a:xfrm>
            <a:off x="1943100" y="589026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52" name="Shape 351">
            <a:extLst>
              <a:ext uri="{FF2B5EF4-FFF2-40B4-BE49-F238E27FC236}">
                <a16:creationId xmlns:a16="http://schemas.microsoft.com/office/drawing/2014/main" id="{F6C02E32-9E28-FD41-4539-BF87ED323F95}"/>
              </a:ext>
            </a:extLst>
          </p:cNvPr>
          <p:cNvSpPr/>
          <p:nvPr/>
        </p:nvSpPr>
        <p:spPr>
          <a:xfrm>
            <a:off x="1943100" y="599313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53" name="Text 352">
            <a:extLst>
              <a:ext uri="{FF2B5EF4-FFF2-40B4-BE49-F238E27FC236}">
                <a16:creationId xmlns:a16="http://schemas.microsoft.com/office/drawing/2014/main" id="{773045B6-0C76-4ED0-7563-EC9A2D81E49F}"/>
              </a:ext>
            </a:extLst>
          </p:cNvPr>
          <p:cNvSpPr/>
          <p:nvPr/>
        </p:nvSpPr>
        <p:spPr>
          <a:xfrm>
            <a:off x="1684020" y="50444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</a:t>
            </a:r>
            <a:endParaRPr lang="en-US" sz="833" dirty="0"/>
          </a:p>
        </p:txBody>
      </p:sp>
      <p:sp>
        <p:nvSpPr>
          <p:cNvPr id="354" name="Text 353">
            <a:extLst>
              <a:ext uri="{FF2B5EF4-FFF2-40B4-BE49-F238E27FC236}">
                <a16:creationId xmlns:a16="http://schemas.microsoft.com/office/drawing/2014/main" id="{C8A58E0B-B40A-8E12-EC1D-5EF8E3E96C5B}"/>
              </a:ext>
            </a:extLst>
          </p:cNvPr>
          <p:cNvSpPr/>
          <p:nvPr/>
        </p:nvSpPr>
        <p:spPr>
          <a:xfrm>
            <a:off x="1684020" y="52501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355" name="Text 354">
            <a:extLst>
              <a:ext uri="{FF2B5EF4-FFF2-40B4-BE49-F238E27FC236}">
                <a16:creationId xmlns:a16="http://schemas.microsoft.com/office/drawing/2014/main" id="{14BC5CE3-9DCD-0CD4-C65B-8A78942D1F33}"/>
              </a:ext>
            </a:extLst>
          </p:cNvPr>
          <p:cNvSpPr/>
          <p:nvPr/>
        </p:nvSpPr>
        <p:spPr>
          <a:xfrm>
            <a:off x="1684020" y="545592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356" name="Text 355">
            <a:extLst>
              <a:ext uri="{FF2B5EF4-FFF2-40B4-BE49-F238E27FC236}">
                <a16:creationId xmlns:a16="http://schemas.microsoft.com/office/drawing/2014/main" id="{234A8698-FB6B-8598-6BD4-475E978EE425}"/>
              </a:ext>
            </a:extLst>
          </p:cNvPr>
          <p:cNvSpPr/>
          <p:nvPr/>
        </p:nvSpPr>
        <p:spPr>
          <a:xfrm>
            <a:off x="1684020" y="566166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357" name="Text 356">
            <a:extLst>
              <a:ext uri="{FF2B5EF4-FFF2-40B4-BE49-F238E27FC236}">
                <a16:creationId xmlns:a16="http://schemas.microsoft.com/office/drawing/2014/main" id="{DE9FA3AD-3296-33BB-8170-966AB5E9B68C}"/>
              </a:ext>
            </a:extLst>
          </p:cNvPr>
          <p:cNvSpPr/>
          <p:nvPr/>
        </p:nvSpPr>
        <p:spPr>
          <a:xfrm>
            <a:off x="1684020" y="58674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358" name="Text 357">
            <a:extLst>
              <a:ext uri="{FF2B5EF4-FFF2-40B4-BE49-F238E27FC236}">
                <a16:creationId xmlns:a16="http://schemas.microsoft.com/office/drawing/2014/main" id="{48FCC475-A04E-8C0A-3C22-77B5748887E9}"/>
              </a:ext>
            </a:extLst>
          </p:cNvPr>
          <p:cNvSpPr/>
          <p:nvPr/>
        </p:nvSpPr>
        <p:spPr>
          <a:xfrm>
            <a:off x="1684020" y="60731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4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417" dirty="0"/>
          </a:p>
        </p:txBody>
      </p:sp>
      <p:sp>
        <p:nvSpPr>
          <p:cNvPr id="359" name="Text 358">
            <a:extLst>
              <a:ext uri="{FF2B5EF4-FFF2-40B4-BE49-F238E27FC236}">
                <a16:creationId xmlns:a16="http://schemas.microsoft.com/office/drawing/2014/main" id="{0A3FBBDD-7073-ED04-2DE5-1DFA7D6DA2D5}"/>
              </a:ext>
            </a:extLst>
          </p:cNvPr>
          <p:cNvSpPr/>
          <p:nvPr/>
        </p:nvSpPr>
        <p:spPr>
          <a:xfrm>
            <a:off x="17449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583" dirty="0"/>
          </a:p>
        </p:txBody>
      </p:sp>
      <p:sp>
        <p:nvSpPr>
          <p:cNvPr id="360" name="Text 359">
            <a:extLst>
              <a:ext uri="{FF2B5EF4-FFF2-40B4-BE49-F238E27FC236}">
                <a16:creationId xmlns:a16="http://schemas.microsoft.com/office/drawing/2014/main" id="{42736C3C-62E2-1B4B-8E94-F8462556A3B3}"/>
              </a:ext>
            </a:extLst>
          </p:cNvPr>
          <p:cNvSpPr/>
          <p:nvPr/>
        </p:nvSpPr>
        <p:spPr>
          <a:xfrm>
            <a:off x="24180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00:01:41</a:t>
            </a:r>
            <a:endParaRPr lang="en-US" sz="583" dirty="0"/>
          </a:p>
        </p:txBody>
      </p:sp>
      <p:sp>
        <p:nvSpPr>
          <p:cNvPr id="361" name="Text 360">
            <a:extLst>
              <a:ext uri="{FF2B5EF4-FFF2-40B4-BE49-F238E27FC236}">
                <a16:creationId xmlns:a16="http://schemas.microsoft.com/office/drawing/2014/main" id="{08D2BBA9-05B8-9A87-F07F-04CA4877DF43}"/>
              </a:ext>
            </a:extLst>
          </p:cNvPr>
          <p:cNvSpPr/>
          <p:nvPr/>
        </p:nvSpPr>
        <p:spPr>
          <a:xfrm>
            <a:off x="30911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00:03:21</a:t>
            </a:r>
            <a:endParaRPr lang="en-US" sz="583" dirty="0"/>
          </a:p>
        </p:txBody>
      </p:sp>
      <p:sp>
        <p:nvSpPr>
          <p:cNvPr id="362" name="Text 361">
            <a:extLst>
              <a:ext uri="{FF2B5EF4-FFF2-40B4-BE49-F238E27FC236}">
                <a16:creationId xmlns:a16="http://schemas.microsoft.com/office/drawing/2014/main" id="{935404D8-AF4B-B652-915C-91DD231AA008}"/>
              </a:ext>
            </a:extLst>
          </p:cNvPr>
          <p:cNvSpPr/>
          <p:nvPr/>
        </p:nvSpPr>
        <p:spPr>
          <a:xfrm>
            <a:off x="37642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00:05:00</a:t>
            </a:r>
            <a:endParaRPr lang="en-US" sz="583" dirty="0"/>
          </a:p>
        </p:txBody>
      </p:sp>
      <p:sp>
        <p:nvSpPr>
          <p:cNvPr id="363" name="Text 362">
            <a:extLst>
              <a:ext uri="{FF2B5EF4-FFF2-40B4-BE49-F238E27FC236}">
                <a16:creationId xmlns:a16="http://schemas.microsoft.com/office/drawing/2014/main" id="{2D9901E2-3F2C-084B-B4D0-1CD266DD5936}"/>
              </a:ext>
            </a:extLst>
          </p:cNvPr>
          <p:cNvSpPr/>
          <p:nvPr/>
        </p:nvSpPr>
        <p:spPr>
          <a:xfrm>
            <a:off x="4457700" y="4937760"/>
            <a:ext cx="20193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스택 전압</a:t>
            </a:r>
            <a:endParaRPr lang="en-US" sz="833" dirty="0"/>
          </a:p>
        </p:txBody>
      </p:sp>
      <p:sp>
        <p:nvSpPr>
          <p:cNvPr id="364" name="Shape 363">
            <a:extLst>
              <a:ext uri="{FF2B5EF4-FFF2-40B4-BE49-F238E27FC236}">
                <a16:creationId xmlns:a16="http://schemas.microsoft.com/office/drawing/2014/main" id="{F6A4942A-3B1B-4988-9FAC-F728FFCBFAF3}"/>
              </a:ext>
            </a:extLst>
          </p:cNvPr>
          <p:cNvSpPr/>
          <p:nvPr/>
        </p:nvSpPr>
        <p:spPr>
          <a:xfrm>
            <a:off x="4457700" y="5067300"/>
            <a:ext cx="2019300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5" name="Shape 364">
            <a:extLst>
              <a:ext uri="{FF2B5EF4-FFF2-40B4-BE49-F238E27FC236}">
                <a16:creationId xmlns:a16="http://schemas.microsoft.com/office/drawing/2014/main" id="{698F2146-78EE-4E15-1676-81431A74212A}"/>
              </a:ext>
            </a:extLst>
          </p:cNvPr>
          <p:cNvSpPr/>
          <p:nvPr/>
        </p:nvSpPr>
        <p:spPr>
          <a:xfrm>
            <a:off x="465963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66" name="Shape 365">
            <a:extLst>
              <a:ext uri="{FF2B5EF4-FFF2-40B4-BE49-F238E27FC236}">
                <a16:creationId xmlns:a16="http://schemas.microsoft.com/office/drawing/2014/main" id="{8196CB1D-E11E-2BBF-3544-618EAF84C732}"/>
              </a:ext>
            </a:extLst>
          </p:cNvPr>
          <p:cNvSpPr/>
          <p:nvPr/>
        </p:nvSpPr>
        <p:spPr>
          <a:xfrm>
            <a:off x="486156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67" name="Shape 366">
            <a:extLst>
              <a:ext uri="{FF2B5EF4-FFF2-40B4-BE49-F238E27FC236}">
                <a16:creationId xmlns:a16="http://schemas.microsoft.com/office/drawing/2014/main" id="{6EAF55B0-A0DB-967E-C1B4-0D68ADD5EA00}"/>
              </a:ext>
            </a:extLst>
          </p:cNvPr>
          <p:cNvSpPr/>
          <p:nvPr/>
        </p:nvSpPr>
        <p:spPr>
          <a:xfrm>
            <a:off x="506349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68" name="Shape 367">
            <a:extLst>
              <a:ext uri="{FF2B5EF4-FFF2-40B4-BE49-F238E27FC236}">
                <a16:creationId xmlns:a16="http://schemas.microsoft.com/office/drawing/2014/main" id="{935C3181-D86B-26F6-11F3-6E99DE994755}"/>
              </a:ext>
            </a:extLst>
          </p:cNvPr>
          <p:cNvSpPr/>
          <p:nvPr/>
        </p:nvSpPr>
        <p:spPr>
          <a:xfrm>
            <a:off x="526542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69" name="Shape 368">
            <a:extLst>
              <a:ext uri="{FF2B5EF4-FFF2-40B4-BE49-F238E27FC236}">
                <a16:creationId xmlns:a16="http://schemas.microsoft.com/office/drawing/2014/main" id="{BFAA366D-67C3-CDEA-64B7-45F78DF80F23}"/>
              </a:ext>
            </a:extLst>
          </p:cNvPr>
          <p:cNvSpPr/>
          <p:nvPr/>
        </p:nvSpPr>
        <p:spPr>
          <a:xfrm>
            <a:off x="546735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0" name="Shape 369">
            <a:extLst>
              <a:ext uri="{FF2B5EF4-FFF2-40B4-BE49-F238E27FC236}">
                <a16:creationId xmlns:a16="http://schemas.microsoft.com/office/drawing/2014/main" id="{DF64FAC0-43BC-145D-0955-CC89E2EE2299}"/>
              </a:ext>
            </a:extLst>
          </p:cNvPr>
          <p:cNvSpPr/>
          <p:nvPr/>
        </p:nvSpPr>
        <p:spPr>
          <a:xfrm>
            <a:off x="566928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1" name="Shape 370">
            <a:extLst>
              <a:ext uri="{FF2B5EF4-FFF2-40B4-BE49-F238E27FC236}">
                <a16:creationId xmlns:a16="http://schemas.microsoft.com/office/drawing/2014/main" id="{ED337CA2-D3E3-2D8E-4E23-34F47B1CDD5F}"/>
              </a:ext>
            </a:extLst>
          </p:cNvPr>
          <p:cNvSpPr/>
          <p:nvPr/>
        </p:nvSpPr>
        <p:spPr>
          <a:xfrm>
            <a:off x="587121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2" name="Shape 371">
            <a:extLst>
              <a:ext uri="{FF2B5EF4-FFF2-40B4-BE49-F238E27FC236}">
                <a16:creationId xmlns:a16="http://schemas.microsoft.com/office/drawing/2014/main" id="{4D63FA76-C8D5-924F-AD6C-CAE4E34E6B0B}"/>
              </a:ext>
            </a:extLst>
          </p:cNvPr>
          <p:cNvSpPr/>
          <p:nvPr/>
        </p:nvSpPr>
        <p:spPr>
          <a:xfrm>
            <a:off x="607314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3" name="Shape 372">
            <a:extLst>
              <a:ext uri="{FF2B5EF4-FFF2-40B4-BE49-F238E27FC236}">
                <a16:creationId xmlns:a16="http://schemas.microsoft.com/office/drawing/2014/main" id="{7857D584-2F0B-20C8-18D4-870461894154}"/>
              </a:ext>
            </a:extLst>
          </p:cNvPr>
          <p:cNvSpPr/>
          <p:nvPr/>
        </p:nvSpPr>
        <p:spPr>
          <a:xfrm>
            <a:off x="627507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4" name="Shape 373">
            <a:extLst>
              <a:ext uri="{FF2B5EF4-FFF2-40B4-BE49-F238E27FC236}">
                <a16:creationId xmlns:a16="http://schemas.microsoft.com/office/drawing/2014/main" id="{E18304F7-087E-811D-BF1B-75BA5FD203FA}"/>
              </a:ext>
            </a:extLst>
          </p:cNvPr>
          <p:cNvSpPr/>
          <p:nvPr/>
        </p:nvSpPr>
        <p:spPr>
          <a:xfrm>
            <a:off x="4457700" y="527304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5" name="Shape 374">
            <a:extLst>
              <a:ext uri="{FF2B5EF4-FFF2-40B4-BE49-F238E27FC236}">
                <a16:creationId xmlns:a16="http://schemas.microsoft.com/office/drawing/2014/main" id="{8EDAD6CE-A235-F95B-8FFA-D79E4F7C5158}"/>
              </a:ext>
            </a:extLst>
          </p:cNvPr>
          <p:cNvSpPr/>
          <p:nvPr/>
        </p:nvSpPr>
        <p:spPr>
          <a:xfrm>
            <a:off x="4457700" y="547878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6" name="Shape 375">
            <a:extLst>
              <a:ext uri="{FF2B5EF4-FFF2-40B4-BE49-F238E27FC236}">
                <a16:creationId xmlns:a16="http://schemas.microsoft.com/office/drawing/2014/main" id="{591D49EE-602C-527A-95E1-BBE5EE90CFFE}"/>
              </a:ext>
            </a:extLst>
          </p:cNvPr>
          <p:cNvSpPr/>
          <p:nvPr/>
        </p:nvSpPr>
        <p:spPr>
          <a:xfrm>
            <a:off x="4457700" y="568452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7" name="Shape 376">
            <a:extLst>
              <a:ext uri="{FF2B5EF4-FFF2-40B4-BE49-F238E27FC236}">
                <a16:creationId xmlns:a16="http://schemas.microsoft.com/office/drawing/2014/main" id="{333AF6DC-17F9-C760-E214-A6B7A479FC45}"/>
              </a:ext>
            </a:extLst>
          </p:cNvPr>
          <p:cNvSpPr/>
          <p:nvPr/>
        </p:nvSpPr>
        <p:spPr>
          <a:xfrm>
            <a:off x="4457700" y="589026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8" name="Shape 377">
            <a:extLst>
              <a:ext uri="{FF2B5EF4-FFF2-40B4-BE49-F238E27FC236}">
                <a16:creationId xmlns:a16="http://schemas.microsoft.com/office/drawing/2014/main" id="{66ED5802-0E00-D21D-39AA-1B7229C6AB26}"/>
              </a:ext>
            </a:extLst>
          </p:cNvPr>
          <p:cNvSpPr/>
          <p:nvPr/>
        </p:nvSpPr>
        <p:spPr>
          <a:xfrm>
            <a:off x="4457700" y="517017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79" name="Shape 378">
            <a:extLst>
              <a:ext uri="{FF2B5EF4-FFF2-40B4-BE49-F238E27FC236}">
                <a16:creationId xmlns:a16="http://schemas.microsoft.com/office/drawing/2014/main" id="{0C1E859F-62ED-0B12-86F7-89B9FD2819B3}"/>
              </a:ext>
            </a:extLst>
          </p:cNvPr>
          <p:cNvSpPr/>
          <p:nvPr/>
        </p:nvSpPr>
        <p:spPr>
          <a:xfrm>
            <a:off x="4457700" y="527304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80" name="Shape 379">
            <a:extLst>
              <a:ext uri="{FF2B5EF4-FFF2-40B4-BE49-F238E27FC236}">
                <a16:creationId xmlns:a16="http://schemas.microsoft.com/office/drawing/2014/main" id="{44CE3432-0EA7-88AA-BA53-8B9DADE5F704}"/>
              </a:ext>
            </a:extLst>
          </p:cNvPr>
          <p:cNvSpPr/>
          <p:nvPr/>
        </p:nvSpPr>
        <p:spPr>
          <a:xfrm>
            <a:off x="4457700" y="537591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81" name="Shape 380">
            <a:extLst>
              <a:ext uri="{FF2B5EF4-FFF2-40B4-BE49-F238E27FC236}">
                <a16:creationId xmlns:a16="http://schemas.microsoft.com/office/drawing/2014/main" id="{EFF483A4-CEBF-3628-1FF7-75ECCD0834A7}"/>
              </a:ext>
            </a:extLst>
          </p:cNvPr>
          <p:cNvSpPr/>
          <p:nvPr/>
        </p:nvSpPr>
        <p:spPr>
          <a:xfrm>
            <a:off x="4457700" y="547878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82" name="Shape 381">
            <a:extLst>
              <a:ext uri="{FF2B5EF4-FFF2-40B4-BE49-F238E27FC236}">
                <a16:creationId xmlns:a16="http://schemas.microsoft.com/office/drawing/2014/main" id="{2B2CE131-141A-5669-C47E-FA6BA9CF2DA4}"/>
              </a:ext>
            </a:extLst>
          </p:cNvPr>
          <p:cNvSpPr/>
          <p:nvPr/>
        </p:nvSpPr>
        <p:spPr>
          <a:xfrm>
            <a:off x="4457700" y="558165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83" name="Shape 382">
            <a:extLst>
              <a:ext uri="{FF2B5EF4-FFF2-40B4-BE49-F238E27FC236}">
                <a16:creationId xmlns:a16="http://schemas.microsoft.com/office/drawing/2014/main" id="{3EDAC537-B513-5B2D-8C3C-0D1E58CA989B}"/>
              </a:ext>
            </a:extLst>
          </p:cNvPr>
          <p:cNvSpPr/>
          <p:nvPr/>
        </p:nvSpPr>
        <p:spPr>
          <a:xfrm>
            <a:off x="4457700" y="568452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84" name="Shape 383">
            <a:extLst>
              <a:ext uri="{FF2B5EF4-FFF2-40B4-BE49-F238E27FC236}">
                <a16:creationId xmlns:a16="http://schemas.microsoft.com/office/drawing/2014/main" id="{C1AA9F4C-29DC-402E-06E2-1BA0A3BB2DBD}"/>
              </a:ext>
            </a:extLst>
          </p:cNvPr>
          <p:cNvSpPr/>
          <p:nvPr/>
        </p:nvSpPr>
        <p:spPr>
          <a:xfrm>
            <a:off x="4457700" y="578739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85" name="Shape 384">
            <a:extLst>
              <a:ext uri="{FF2B5EF4-FFF2-40B4-BE49-F238E27FC236}">
                <a16:creationId xmlns:a16="http://schemas.microsoft.com/office/drawing/2014/main" id="{DC495F07-DE39-6824-A4B2-68D390498EBF}"/>
              </a:ext>
            </a:extLst>
          </p:cNvPr>
          <p:cNvSpPr/>
          <p:nvPr/>
        </p:nvSpPr>
        <p:spPr>
          <a:xfrm>
            <a:off x="4457700" y="589026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86" name="Shape 385">
            <a:extLst>
              <a:ext uri="{FF2B5EF4-FFF2-40B4-BE49-F238E27FC236}">
                <a16:creationId xmlns:a16="http://schemas.microsoft.com/office/drawing/2014/main" id="{267887F3-6F60-F052-D879-786527DC647F}"/>
              </a:ext>
            </a:extLst>
          </p:cNvPr>
          <p:cNvSpPr/>
          <p:nvPr/>
        </p:nvSpPr>
        <p:spPr>
          <a:xfrm>
            <a:off x="4457700" y="599313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87" name="Text 386">
            <a:extLst>
              <a:ext uri="{FF2B5EF4-FFF2-40B4-BE49-F238E27FC236}">
                <a16:creationId xmlns:a16="http://schemas.microsoft.com/office/drawing/2014/main" id="{921F4E5F-07CF-496C-5F29-C37A3FF99D94}"/>
              </a:ext>
            </a:extLst>
          </p:cNvPr>
          <p:cNvSpPr/>
          <p:nvPr/>
        </p:nvSpPr>
        <p:spPr>
          <a:xfrm>
            <a:off x="4198620" y="50444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</a:t>
            </a:r>
            <a:endParaRPr lang="en-US" sz="833" dirty="0"/>
          </a:p>
        </p:txBody>
      </p:sp>
      <p:sp>
        <p:nvSpPr>
          <p:cNvPr id="388" name="Text 387">
            <a:extLst>
              <a:ext uri="{FF2B5EF4-FFF2-40B4-BE49-F238E27FC236}">
                <a16:creationId xmlns:a16="http://schemas.microsoft.com/office/drawing/2014/main" id="{F383E033-7281-8A29-B5F0-F00026FA5C9F}"/>
              </a:ext>
            </a:extLst>
          </p:cNvPr>
          <p:cNvSpPr/>
          <p:nvPr/>
        </p:nvSpPr>
        <p:spPr>
          <a:xfrm>
            <a:off x="4198620" y="52501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389" name="Text 388">
            <a:extLst>
              <a:ext uri="{FF2B5EF4-FFF2-40B4-BE49-F238E27FC236}">
                <a16:creationId xmlns:a16="http://schemas.microsoft.com/office/drawing/2014/main" id="{B9DC2A5C-4F2F-AD89-8FB5-7DE60AD35A84}"/>
              </a:ext>
            </a:extLst>
          </p:cNvPr>
          <p:cNvSpPr/>
          <p:nvPr/>
        </p:nvSpPr>
        <p:spPr>
          <a:xfrm>
            <a:off x="4198620" y="545592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390" name="Text 389">
            <a:extLst>
              <a:ext uri="{FF2B5EF4-FFF2-40B4-BE49-F238E27FC236}">
                <a16:creationId xmlns:a16="http://schemas.microsoft.com/office/drawing/2014/main" id="{1E6E74AA-0CBF-BA77-9DA6-A006C4C95ED6}"/>
              </a:ext>
            </a:extLst>
          </p:cNvPr>
          <p:cNvSpPr/>
          <p:nvPr/>
        </p:nvSpPr>
        <p:spPr>
          <a:xfrm>
            <a:off x="4198620" y="566166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391" name="Text 390">
            <a:extLst>
              <a:ext uri="{FF2B5EF4-FFF2-40B4-BE49-F238E27FC236}">
                <a16:creationId xmlns:a16="http://schemas.microsoft.com/office/drawing/2014/main" id="{EB39C550-6BD1-7B6D-9A9B-7482A612797D}"/>
              </a:ext>
            </a:extLst>
          </p:cNvPr>
          <p:cNvSpPr/>
          <p:nvPr/>
        </p:nvSpPr>
        <p:spPr>
          <a:xfrm>
            <a:off x="4198620" y="58674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392" name="Text 391">
            <a:extLst>
              <a:ext uri="{FF2B5EF4-FFF2-40B4-BE49-F238E27FC236}">
                <a16:creationId xmlns:a16="http://schemas.microsoft.com/office/drawing/2014/main" id="{7E54F73A-89CB-F624-BBE1-224C4E9DDE9D}"/>
              </a:ext>
            </a:extLst>
          </p:cNvPr>
          <p:cNvSpPr/>
          <p:nvPr/>
        </p:nvSpPr>
        <p:spPr>
          <a:xfrm>
            <a:off x="4198620" y="60731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4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417" dirty="0"/>
          </a:p>
        </p:txBody>
      </p:sp>
      <p:sp>
        <p:nvSpPr>
          <p:cNvPr id="393" name="Text 392">
            <a:extLst>
              <a:ext uri="{FF2B5EF4-FFF2-40B4-BE49-F238E27FC236}">
                <a16:creationId xmlns:a16="http://schemas.microsoft.com/office/drawing/2014/main" id="{41751498-F91C-43E7-DC47-22CE04B8DF18}"/>
              </a:ext>
            </a:extLst>
          </p:cNvPr>
          <p:cNvSpPr/>
          <p:nvPr/>
        </p:nvSpPr>
        <p:spPr>
          <a:xfrm>
            <a:off x="42595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00:00:00</a:t>
            </a:r>
            <a:endParaRPr lang="en-US" sz="583" dirty="0"/>
          </a:p>
        </p:txBody>
      </p:sp>
      <p:sp>
        <p:nvSpPr>
          <p:cNvPr id="394" name="Text 393">
            <a:extLst>
              <a:ext uri="{FF2B5EF4-FFF2-40B4-BE49-F238E27FC236}">
                <a16:creationId xmlns:a16="http://schemas.microsoft.com/office/drawing/2014/main" id="{BBBF478C-A11B-6BFF-B2B7-5398E8A909AC}"/>
              </a:ext>
            </a:extLst>
          </p:cNvPr>
          <p:cNvSpPr/>
          <p:nvPr/>
        </p:nvSpPr>
        <p:spPr>
          <a:xfrm>
            <a:off x="49326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00:01:40</a:t>
            </a:r>
            <a:endParaRPr lang="en-US" sz="583" dirty="0"/>
          </a:p>
        </p:txBody>
      </p:sp>
      <p:sp>
        <p:nvSpPr>
          <p:cNvPr id="395" name="Text 394">
            <a:extLst>
              <a:ext uri="{FF2B5EF4-FFF2-40B4-BE49-F238E27FC236}">
                <a16:creationId xmlns:a16="http://schemas.microsoft.com/office/drawing/2014/main" id="{E1B17DDB-3CDC-DB67-C13D-E9C19FE7F2FC}"/>
              </a:ext>
            </a:extLst>
          </p:cNvPr>
          <p:cNvSpPr/>
          <p:nvPr/>
        </p:nvSpPr>
        <p:spPr>
          <a:xfrm>
            <a:off x="56057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00:03:20</a:t>
            </a:r>
            <a:endParaRPr lang="en-US" sz="583" dirty="0"/>
          </a:p>
        </p:txBody>
      </p:sp>
      <p:sp>
        <p:nvSpPr>
          <p:cNvPr id="396" name="Text 395">
            <a:extLst>
              <a:ext uri="{FF2B5EF4-FFF2-40B4-BE49-F238E27FC236}">
                <a16:creationId xmlns:a16="http://schemas.microsoft.com/office/drawing/2014/main" id="{3B69AD15-DABA-E5B6-806A-B2B4C5683B30}"/>
              </a:ext>
            </a:extLst>
          </p:cNvPr>
          <p:cNvSpPr/>
          <p:nvPr/>
        </p:nvSpPr>
        <p:spPr>
          <a:xfrm>
            <a:off x="62788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00:04:59</a:t>
            </a:r>
            <a:endParaRPr lang="en-US" sz="583" dirty="0"/>
          </a:p>
        </p:txBody>
      </p:sp>
      <p:sp>
        <p:nvSpPr>
          <p:cNvPr id="397" name="Text 396">
            <a:extLst>
              <a:ext uri="{FF2B5EF4-FFF2-40B4-BE49-F238E27FC236}">
                <a16:creationId xmlns:a16="http://schemas.microsoft.com/office/drawing/2014/main" id="{03CFF8F6-B9B3-0075-EC07-FDDC9994C15A}"/>
              </a:ext>
            </a:extLst>
          </p:cNvPr>
          <p:cNvSpPr/>
          <p:nvPr/>
        </p:nvSpPr>
        <p:spPr>
          <a:xfrm>
            <a:off x="6972300" y="4937760"/>
            <a:ext cx="20193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셀 전압</a:t>
            </a:r>
            <a:endParaRPr lang="en-US" sz="833" dirty="0"/>
          </a:p>
        </p:txBody>
      </p:sp>
      <p:sp>
        <p:nvSpPr>
          <p:cNvPr id="398" name="Shape 397">
            <a:extLst>
              <a:ext uri="{FF2B5EF4-FFF2-40B4-BE49-F238E27FC236}">
                <a16:creationId xmlns:a16="http://schemas.microsoft.com/office/drawing/2014/main" id="{65A25700-D26C-5E93-C1A1-F4E37BF56FE3}"/>
              </a:ext>
            </a:extLst>
          </p:cNvPr>
          <p:cNvSpPr/>
          <p:nvPr/>
        </p:nvSpPr>
        <p:spPr>
          <a:xfrm>
            <a:off x="6972300" y="5067300"/>
            <a:ext cx="2019300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9" name="Shape 398">
            <a:extLst>
              <a:ext uri="{FF2B5EF4-FFF2-40B4-BE49-F238E27FC236}">
                <a16:creationId xmlns:a16="http://schemas.microsoft.com/office/drawing/2014/main" id="{EE1B1677-70CC-1C2D-7810-C1BF99A458A5}"/>
              </a:ext>
            </a:extLst>
          </p:cNvPr>
          <p:cNvSpPr/>
          <p:nvPr/>
        </p:nvSpPr>
        <p:spPr>
          <a:xfrm>
            <a:off x="717423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0" name="Shape 399">
            <a:extLst>
              <a:ext uri="{FF2B5EF4-FFF2-40B4-BE49-F238E27FC236}">
                <a16:creationId xmlns:a16="http://schemas.microsoft.com/office/drawing/2014/main" id="{21BFF30D-205F-B1DB-8F65-7795D081A9D1}"/>
              </a:ext>
            </a:extLst>
          </p:cNvPr>
          <p:cNvSpPr/>
          <p:nvPr/>
        </p:nvSpPr>
        <p:spPr>
          <a:xfrm>
            <a:off x="737616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1" name="Shape 400">
            <a:extLst>
              <a:ext uri="{FF2B5EF4-FFF2-40B4-BE49-F238E27FC236}">
                <a16:creationId xmlns:a16="http://schemas.microsoft.com/office/drawing/2014/main" id="{23EE1D0B-0B19-68FE-C292-D7679B927B99}"/>
              </a:ext>
            </a:extLst>
          </p:cNvPr>
          <p:cNvSpPr/>
          <p:nvPr/>
        </p:nvSpPr>
        <p:spPr>
          <a:xfrm>
            <a:off x="757809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2" name="Shape 401">
            <a:extLst>
              <a:ext uri="{FF2B5EF4-FFF2-40B4-BE49-F238E27FC236}">
                <a16:creationId xmlns:a16="http://schemas.microsoft.com/office/drawing/2014/main" id="{972CEC37-A364-16CC-37EC-4E15C7C3F499}"/>
              </a:ext>
            </a:extLst>
          </p:cNvPr>
          <p:cNvSpPr/>
          <p:nvPr/>
        </p:nvSpPr>
        <p:spPr>
          <a:xfrm>
            <a:off x="778002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3" name="Shape 402">
            <a:extLst>
              <a:ext uri="{FF2B5EF4-FFF2-40B4-BE49-F238E27FC236}">
                <a16:creationId xmlns:a16="http://schemas.microsoft.com/office/drawing/2014/main" id="{889B31D1-6B75-E353-F433-855175490810}"/>
              </a:ext>
            </a:extLst>
          </p:cNvPr>
          <p:cNvSpPr/>
          <p:nvPr/>
        </p:nvSpPr>
        <p:spPr>
          <a:xfrm>
            <a:off x="798195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4" name="Shape 403">
            <a:extLst>
              <a:ext uri="{FF2B5EF4-FFF2-40B4-BE49-F238E27FC236}">
                <a16:creationId xmlns:a16="http://schemas.microsoft.com/office/drawing/2014/main" id="{57F3A511-6DB4-C759-4351-23EC21B855CC}"/>
              </a:ext>
            </a:extLst>
          </p:cNvPr>
          <p:cNvSpPr/>
          <p:nvPr/>
        </p:nvSpPr>
        <p:spPr>
          <a:xfrm>
            <a:off x="818388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5" name="Shape 404">
            <a:extLst>
              <a:ext uri="{FF2B5EF4-FFF2-40B4-BE49-F238E27FC236}">
                <a16:creationId xmlns:a16="http://schemas.microsoft.com/office/drawing/2014/main" id="{1293F6DA-55AB-2E59-C2DD-81E2662BA1E2}"/>
              </a:ext>
            </a:extLst>
          </p:cNvPr>
          <p:cNvSpPr/>
          <p:nvPr/>
        </p:nvSpPr>
        <p:spPr>
          <a:xfrm>
            <a:off x="838581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6" name="Shape 405">
            <a:extLst>
              <a:ext uri="{FF2B5EF4-FFF2-40B4-BE49-F238E27FC236}">
                <a16:creationId xmlns:a16="http://schemas.microsoft.com/office/drawing/2014/main" id="{02FCABA5-E0E8-72E3-047F-E72FEC19C48D}"/>
              </a:ext>
            </a:extLst>
          </p:cNvPr>
          <p:cNvSpPr/>
          <p:nvPr/>
        </p:nvSpPr>
        <p:spPr>
          <a:xfrm>
            <a:off x="858774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7" name="Shape 406">
            <a:extLst>
              <a:ext uri="{FF2B5EF4-FFF2-40B4-BE49-F238E27FC236}">
                <a16:creationId xmlns:a16="http://schemas.microsoft.com/office/drawing/2014/main" id="{3648E591-3A91-9A90-4E77-C14552011C5C}"/>
              </a:ext>
            </a:extLst>
          </p:cNvPr>
          <p:cNvSpPr/>
          <p:nvPr/>
        </p:nvSpPr>
        <p:spPr>
          <a:xfrm>
            <a:off x="8789670" y="5067300"/>
            <a:ext cx="0" cy="102870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8" name="Shape 407">
            <a:extLst>
              <a:ext uri="{FF2B5EF4-FFF2-40B4-BE49-F238E27FC236}">
                <a16:creationId xmlns:a16="http://schemas.microsoft.com/office/drawing/2014/main" id="{F01A63D5-9CE4-78D9-E3E9-8C8808740CFF}"/>
              </a:ext>
            </a:extLst>
          </p:cNvPr>
          <p:cNvSpPr/>
          <p:nvPr/>
        </p:nvSpPr>
        <p:spPr>
          <a:xfrm>
            <a:off x="6972300" y="527304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9" name="Shape 408">
            <a:extLst>
              <a:ext uri="{FF2B5EF4-FFF2-40B4-BE49-F238E27FC236}">
                <a16:creationId xmlns:a16="http://schemas.microsoft.com/office/drawing/2014/main" id="{8C6AE65A-E9F7-6A03-B95E-154C5D75F930}"/>
              </a:ext>
            </a:extLst>
          </p:cNvPr>
          <p:cNvSpPr/>
          <p:nvPr/>
        </p:nvSpPr>
        <p:spPr>
          <a:xfrm>
            <a:off x="6972300" y="547878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10" name="Shape 409">
            <a:extLst>
              <a:ext uri="{FF2B5EF4-FFF2-40B4-BE49-F238E27FC236}">
                <a16:creationId xmlns:a16="http://schemas.microsoft.com/office/drawing/2014/main" id="{C1DE9DFC-BBDC-0968-024C-E3AC52400F74}"/>
              </a:ext>
            </a:extLst>
          </p:cNvPr>
          <p:cNvSpPr/>
          <p:nvPr/>
        </p:nvSpPr>
        <p:spPr>
          <a:xfrm>
            <a:off x="6972300" y="568452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11" name="Shape 410">
            <a:extLst>
              <a:ext uri="{FF2B5EF4-FFF2-40B4-BE49-F238E27FC236}">
                <a16:creationId xmlns:a16="http://schemas.microsoft.com/office/drawing/2014/main" id="{A33C3B4F-34A7-4C5C-340B-36034D1DA5AF}"/>
              </a:ext>
            </a:extLst>
          </p:cNvPr>
          <p:cNvSpPr/>
          <p:nvPr/>
        </p:nvSpPr>
        <p:spPr>
          <a:xfrm>
            <a:off x="6972300" y="5890260"/>
            <a:ext cx="201930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12" name="Shape 411">
            <a:extLst>
              <a:ext uri="{FF2B5EF4-FFF2-40B4-BE49-F238E27FC236}">
                <a16:creationId xmlns:a16="http://schemas.microsoft.com/office/drawing/2014/main" id="{D1BFEDB8-B1E9-4441-D49B-2328F4AEDB51}"/>
              </a:ext>
            </a:extLst>
          </p:cNvPr>
          <p:cNvSpPr/>
          <p:nvPr/>
        </p:nvSpPr>
        <p:spPr>
          <a:xfrm>
            <a:off x="6972300" y="517017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3" name="Shape 412">
            <a:extLst>
              <a:ext uri="{FF2B5EF4-FFF2-40B4-BE49-F238E27FC236}">
                <a16:creationId xmlns:a16="http://schemas.microsoft.com/office/drawing/2014/main" id="{89296382-5185-2E2A-14C9-861171667867}"/>
              </a:ext>
            </a:extLst>
          </p:cNvPr>
          <p:cNvSpPr/>
          <p:nvPr/>
        </p:nvSpPr>
        <p:spPr>
          <a:xfrm>
            <a:off x="6972300" y="527304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4" name="Shape 413">
            <a:extLst>
              <a:ext uri="{FF2B5EF4-FFF2-40B4-BE49-F238E27FC236}">
                <a16:creationId xmlns:a16="http://schemas.microsoft.com/office/drawing/2014/main" id="{83174AA1-179D-4A0C-FE40-50AA3DB88D45}"/>
              </a:ext>
            </a:extLst>
          </p:cNvPr>
          <p:cNvSpPr/>
          <p:nvPr/>
        </p:nvSpPr>
        <p:spPr>
          <a:xfrm>
            <a:off x="6972300" y="537591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5" name="Shape 414">
            <a:extLst>
              <a:ext uri="{FF2B5EF4-FFF2-40B4-BE49-F238E27FC236}">
                <a16:creationId xmlns:a16="http://schemas.microsoft.com/office/drawing/2014/main" id="{40EFE0EF-0EAF-6949-B829-85ECC18C717D}"/>
              </a:ext>
            </a:extLst>
          </p:cNvPr>
          <p:cNvSpPr/>
          <p:nvPr/>
        </p:nvSpPr>
        <p:spPr>
          <a:xfrm>
            <a:off x="6972300" y="547878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6" name="Shape 415">
            <a:extLst>
              <a:ext uri="{FF2B5EF4-FFF2-40B4-BE49-F238E27FC236}">
                <a16:creationId xmlns:a16="http://schemas.microsoft.com/office/drawing/2014/main" id="{D626AAA2-9B7C-FE3B-61D7-E83CFB2F53A8}"/>
              </a:ext>
            </a:extLst>
          </p:cNvPr>
          <p:cNvSpPr/>
          <p:nvPr/>
        </p:nvSpPr>
        <p:spPr>
          <a:xfrm>
            <a:off x="6972300" y="558165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7" name="Shape 416">
            <a:extLst>
              <a:ext uri="{FF2B5EF4-FFF2-40B4-BE49-F238E27FC236}">
                <a16:creationId xmlns:a16="http://schemas.microsoft.com/office/drawing/2014/main" id="{7A6001CB-FB60-74F9-1821-E2D7CCF5BCF7}"/>
              </a:ext>
            </a:extLst>
          </p:cNvPr>
          <p:cNvSpPr/>
          <p:nvPr/>
        </p:nvSpPr>
        <p:spPr>
          <a:xfrm>
            <a:off x="6972300" y="568452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8" name="Shape 417">
            <a:extLst>
              <a:ext uri="{FF2B5EF4-FFF2-40B4-BE49-F238E27FC236}">
                <a16:creationId xmlns:a16="http://schemas.microsoft.com/office/drawing/2014/main" id="{171B7104-E0C2-3091-1503-8FD5ACA0656C}"/>
              </a:ext>
            </a:extLst>
          </p:cNvPr>
          <p:cNvSpPr/>
          <p:nvPr/>
        </p:nvSpPr>
        <p:spPr>
          <a:xfrm>
            <a:off x="6972300" y="578739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9" name="Shape 418">
            <a:extLst>
              <a:ext uri="{FF2B5EF4-FFF2-40B4-BE49-F238E27FC236}">
                <a16:creationId xmlns:a16="http://schemas.microsoft.com/office/drawing/2014/main" id="{2C1B5605-FDFA-397E-5A6E-6BB9CB7D7BB7}"/>
              </a:ext>
            </a:extLst>
          </p:cNvPr>
          <p:cNvSpPr/>
          <p:nvPr/>
        </p:nvSpPr>
        <p:spPr>
          <a:xfrm>
            <a:off x="6972300" y="589026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20" name="Shape 419">
            <a:extLst>
              <a:ext uri="{FF2B5EF4-FFF2-40B4-BE49-F238E27FC236}">
                <a16:creationId xmlns:a16="http://schemas.microsoft.com/office/drawing/2014/main" id="{0B8FD1C3-1E15-1194-5CC5-06F9639E8D0F}"/>
              </a:ext>
            </a:extLst>
          </p:cNvPr>
          <p:cNvSpPr/>
          <p:nvPr/>
        </p:nvSpPr>
        <p:spPr>
          <a:xfrm>
            <a:off x="6972300" y="5993130"/>
            <a:ext cx="20193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21" name="Text 420">
            <a:extLst>
              <a:ext uri="{FF2B5EF4-FFF2-40B4-BE49-F238E27FC236}">
                <a16:creationId xmlns:a16="http://schemas.microsoft.com/office/drawing/2014/main" id="{9C87035F-CA5E-79A0-86DC-CB5A4EF2F7F9}"/>
              </a:ext>
            </a:extLst>
          </p:cNvPr>
          <p:cNvSpPr/>
          <p:nvPr/>
        </p:nvSpPr>
        <p:spPr>
          <a:xfrm>
            <a:off x="6713220" y="50444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</a:t>
            </a:r>
            <a:endParaRPr lang="en-US" sz="833" dirty="0"/>
          </a:p>
        </p:txBody>
      </p:sp>
      <p:sp>
        <p:nvSpPr>
          <p:cNvPr id="422" name="Text 421">
            <a:extLst>
              <a:ext uri="{FF2B5EF4-FFF2-40B4-BE49-F238E27FC236}">
                <a16:creationId xmlns:a16="http://schemas.microsoft.com/office/drawing/2014/main" id="{B1702B85-1713-0638-B741-F9E89E417DE8}"/>
              </a:ext>
            </a:extLst>
          </p:cNvPr>
          <p:cNvSpPr/>
          <p:nvPr/>
        </p:nvSpPr>
        <p:spPr>
          <a:xfrm>
            <a:off x="6713220" y="525018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423" name="Text 422">
            <a:extLst>
              <a:ext uri="{FF2B5EF4-FFF2-40B4-BE49-F238E27FC236}">
                <a16:creationId xmlns:a16="http://schemas.microsoft.com/office/drawing/2014/main" id="{F4CD6A9A-9075-CD12-BFFA-67EC103277FC}"/>
              </a:ext>
            </a:extLst>
          </p:cNvPr>
          <p:cNvSpPr/>
          <p:nvPr/>
        </p:nvSpPr>
        <p:spPr>
          <a:xfrm>
            <a:off x="6713220" y="545592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424" name="Text 423">
            <a:extLst>
              <a:ext uri="{FF2B5EF4-FFF2-40B4-BE49-F238E27FC236}">
                <a16:creationId xmlns:a16="http://schemas.microsoft.com/office/drawing/2014/main" id="{55F8EA43-23B2-B174-EA59-8792C9F44E2C}"/>
              </a:ext>
            </a:extLst>
          </p:cNvPr>
          <p:cNvSpPr/>
          <p:nvPr/>
        </p:nvSpPr>
        <p:spPr>
          <a:xfrm>
            <a:off x="6713220" y="566166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425" name="Text 424">
            <a:extLst>
              <a:ext uri="{FF2B5EF4-FFF2-40B4-BE49-F238E27FC236}">
                <a16:creationId xmlns:a16="http://schemas.microsoft.com/office/drawing/2014/main" id="{4FD4D9EE-C200-8D96-231E-6FEDA4FE76FB}"/>
              </a:ext>
            </a:extLst>
          </p:cNvPr>
          <p:cNvSpPr/>
          <p:nvPr/>
        </p:nvSpPr>
        <p:spPr>
          <a:xfrm>
            <a:off x="6713220" y="586740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endParaRPr lang="en-US" sz="833" dirty="0"/>
          </a:p>
        </p:txBody>
      </p:sp>
      <p:sp>
        <p:nvSpPr>
          <p:cNvPr id="426" name="Text 425">
            <a:extLst>
              <a:ext uri="{FF2B5EF4-FFF2-40B4-BE49-F238E27FC236}">
                <a16:creationId xmlns:a16="http://schemas.microsoft.com/office/drawing/2014/main" id="{BEAE7BA4-4D05-79E9-4718-AAE31168952D}"/>
              </a:ext>
            </a:extLst>
          </p:cNvPr>
          <p:cNvSpPr/>
          <p:nvPr/>
        </p:nvSpPr>
        <p:spPr>
          <a:xfrm>
            <a:off x="6713220" y="6073140"/>
            <a:ext cx="2362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4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417" dirty="0"/>
          </a:p>
        </p:txBody>
      </p:sp>
      <p:sp>
        <p:nvSpPr>
          <p:cNvPr id="427" name="Text 426">
            <a:extLst>
              <a:ext uri="{FF2B5EF4-FFF2-40B4-BE49-F238E27FC236}">
                <a16:creationId xmlns:a16="http://schemas.microsoft.com/office/drawing/2014/main" id="{8A451A5A-A0E7-6E15-BECE-A2680EC9DA08}"/>
              </a:ext>
            </a:extLst>
          </p:cNvPr>
          <p:cNvSpPr/>
          <p:nvPr/>
        </p:nvSpPr>
        <p:spPr>
          <a:xfrm>
            <a:off x="67741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583" dirty="0"/>
          </a:p>
        </p:txBody>
      </p:sp>
      <p:sp>
        <p:nvSpPr>
          <p:cNvPr id="428" name="Text 427">
            <a:extLst>
              <a:ext uri="{FF2B5EF4-FFF2-40B4-BE49-F238E27FC236}">
                <a16:creationId xmlns:a16="http://schemas.microsoft.com/office/drawing/2014/main" id="{9BD619BF-4307-C9CF-A242-7B74B0BC928E}"/>
              </a:ext>
            </a:extLst>
          </p:cNvPr>
          <p:cNvSpPr/>
          <p:nvPr/>
        </p:nvSpPr>
        <p:spPr>
          <a:xfrm>
            <a:off x="74472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00:01:41</a:t>
            </a:r>
            <a:endParaRPr lang="en-US" sz="583" dirty="0"/>
          </a:p>
        </p:txBody>
      </p:sp>
      <p:sp>
        <p:nvSpPr>
          <p:cNvPr id="429" name="Text 428">
            <a:extLst>
              <a:ext uri="{FF2B5EF4-FFF2-40B4-BE49-F238E27FC236}">
                <a16:creationId xmlns:a16="http://schemas.microsoft.com/office/drawing/2014/main" id="{C6118D70-4476-7E83-B234-EA8658DB4FE0}"/>
              </a:ext>
            </a:extLst>
          </p:cNvPr>
          <p:cNvSpPr/>
          <p:nvPr/>
        </p:nvSpPr>
        <p:spPr>
          <a:xfrm>
            <a:off x="81203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00:03:21</a:t>
            </a:r>
            <a:endParaRPr lang="en-US" sz="583" dirty="0"/>
          </a:p>
        </p:txBody>
      </p:sp>
      <p:sp>
        <p:nvSpPr>
          <p:cNvPr id="430" name="Text 429">
            <a:extLst>
              <a:ext uri="{FF2B5EF4-FFF2-40B4-BE49-F238E27FC236}">
                <a16:creationId xmlns:a16="http://schemas.microsoft.com/office/drawing/2014/main" id="{7F1CA915-CB1B-B6F9-38ED-5269CEEA4E35}"/>
              </a:ext>
            </a:extLst>
          </p:cNvPr>
          <p:cNvSpPr/>
          <p:nvPr/>
        </p:nvSpPr>
        <p:spPr>
          <a:xfrm>
            <a:off x="8793480" y="6202680"/>
            <a:ext cx="3962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00:05:00</a:t>
            </a:r>
            <a:endParaRPr lang="en-US" sz="583" dirty="0"/>
          </a:p>
        </p:txBody>
      </p:sp>
      <p:sp>
        <p:nvSpPr>
          <p:cNvPr id="431" name="Text 430">
            <a:extLst>
              <a:ext uri="{FF2B5EF4-FFF2-40B4-BE49-F238E27FC236}">
                <a16:creationId xmlns:a16="http://schemas.microsoft.com/office/drawing/2014/main" id="{C0466F22-F50C-3E9C-C583-02F7962F2DA4}"/>
              </a:ext>
            </a:extLst>
          </p:cNvPr>
          <p:cNvSpPr/>
          <p:nvPr/>
        </p:nvSpPr>
        <p:spPr>
          <a:xfrm>
            <a:off x="9212580" y="3657600"/>
            <a:ext cx="381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833" dirty="0"/>
          </a:p>
        </p:txBody>
      </p:sp>
      <p:sp>
        <p:nvSpPr>
          <p:cNvPr id="432" name="Text 431">
            <a:extLst>
              <a:ext uri="{FF2B5EF4-FFF2-40B4-BE49-F238E27FC236}">
                <a16:creationId xmlns:a16="http://schemas.microsoft.com/office/drawing/2014/main" id="{663B4E57-FD33-854C-2F68-5E4F7BE48F18}"/>
              </a:ext>
            </a:extLst>
          </p:cNvPr>
          <p:cNvSpPr/>
          <p:nvPr/>
        </p:nvSpPr>
        <p:spPr>
          <a:xfrm>
            <a:off x="9197340" y="3794760"/>
            <a:ext cx="441960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</a:t>
            </a:r>
            <a:endParaRPr lang="en-US" sz="833" dirty="0"/>
          </a:p>
        </p:txBody>
      </p:sp>
      <p:sp>
        <p:nvSpPr>
          <p:cNvPr id="433" name="Text 432">
            <a:extLst>
              <a:ext uri="{FF2B5EF4-FFF2-40B4-BE49-F238E27FC236}">
                <a16:creationId xmlns:a16="http://schemas.microsoft.com/office/drawing/2014/main" id="{A6B737AB-1696-7B76-A6E1-53D2A31F617B}"/>
              </a:ext>
            </a:extLst>
          </p:cNvPr>
          <p:cNvSpPr/>
          <p:nvPr/>
        </p:nvSpPr>
        <p:spPr>
          <a:xfrm>
            <a:off x="9243060" y="4030980"/>
            <a:ext cx="320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833" dirty="0"/>
          </a:p>
        </p:txBody>
      </p:sp>
      <p:sp>
        <p:nvSpPr>
          <p:cNvPr id="434" name="Text 433">
            <a:extLst>
              <a:ext uri="{FF2B5EF4-FFF2-40B4-BE49-F238E27FC236}">
                <a16:creationId xmlns:a16="http://schemas.microsoft.com/office/drawing/2014/main" id="{B774B580-A78E-CFAC-76F1-48B664982993}"/>
              </a:ext>
            </a:extLst>
          </p:cNvPr>
          <p:cNvSpPr/>
          <p:nvPr/>
        </p:nvSpPr>
        <p:spPr>
          <a:xfrm>
            <a:off x="9197340" y="414528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833" dirty="0"/>
          </a:p>
        </p:txBody>
      </p:sp>
      <p:sp>
        <p:nvSpPr>
          <p:cNvPr id="435" name="Text 434">
            <a:extLst>
              <a:ext uri="{FF2B5EF4-FFF2-40B4-BE49-F238E27FC236}">
                <a16:creationId xmlns:a16="http://schemas.microsoft.com/office/drawing/2014/main" id="{D6737E6B-87FF-3183-B80C-D1E14241C5D5}"/>
              </a:ext>
            </a:extLst>
          </p:cNvPr>
          <p:cNvSpPr/>
          <p:nvPr/>
        </p:nvSpPr>
        <p:spPr>
          <a:xfrm>
            <a:off x="9243060" y="4373880"/>
            <a:ext cx="320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833" dirty="0"/>
          </a:p>
        </p:txBody>
      </p:sp>
      <p:sp>
        <p:nvSpPr>
          <p:cNvPr id="436" name="Text 435">
            <a:extLst>
              <a:ext uri="{FF2B5EF4-FFF2-40B4-BE49-F238E27FC236}">
                <a16:creationId xmlns:a16="http://schemas.microsoft.com/office/drawing/2014/main" id="{090AA567-4737-317F-C15F-2E352D8E5530}"/>
              </a:ext>
            </a:extLst>
          </p:cNvPr>
          <p:cNvSpPr/>
          <p:nvPr/>
        </p:nvSpPr>
        <p:spPr>
          <a:xfrm>
            <a:off x="9197340" y="448818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833" dirty="0"/>
          </a:p>
        </p:txBody>
      </p:sp>
      <p:sp>
        <p:nvSpPr>
          <p:cNvPr id="437" name="Text 436">
            <a:extLst>
              <a:ext uri="{FF2B5EF4-FFF2-40B4-BE49-F238E27FC236}">
                <a16:creationId xmlns:a16="http://schemas.microsoft.com/office/drawing/2014/main" id="{21F3DB50-4C6D-4E18-E47E-AD923CBD3D21}"/>
              </a:ext>
            </a:extLst>
          </p:cNvPr>
          <p:cNvSpPr/>
          <p:nvPr/>
        </p:nvSpPr>
        <p:spPr>
          <a:xfrm>
            <a:off x="9212580" y="5257800"/>
            <a:ext cx="381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833" dirty="0"/>
          </a:p>
        </p:txBody>
      </p:sp>
      <p:sp>
        <p:nvSpPr>
          <p:cNvPr id="438" name="Text 437">
            <a:extLst>
              <a:ext uri="{FF2B5EF4-FFF2-40B4-BE49-F238E27FC236}">
                <a16:creationId xmlns:a16="http://schemas.microsoft.com/office/drawing/2014/main" id="{73EBA37F-5601-AEA6-0BEC-D442A2F20904}"/>
              </a:ext>
            </a:extLst>
          </p:cNvPr>
          <p:cNvSpPr/>
          <p:nvPr/>
        </p:nvSpPr>
        <p:spPr>
          <a:xfrm>
            <a:off x="9197340" y="5394960"/>
            <a:ext cx="441960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</a:t>
            </a:r>
            <a:endParaRPr lang="en-US" sz="833" dirty="0"/>
          </a:p>
        </p:txBody>
      </p:sp>
      <p:sp>
        <p:nvSpPr>
          <p:cNvPr id="439" name="Text 438">
            <a:extLst>
              <a:ext uri="{FF2B5EF4-FFF2-40B4-BE49-F238E27FC236}">
                <a16:creationId xmlns:a16="http://schemas.microsoft.com/office/drawing/2014/main" id="{B299A15B-A98C-44D6-9159-C01457C1E95B}"/>
              </a:ext>
            </a:extLst>
          </p:cNvPr>
          <p:cNvSpPr/>
          <p:nvPr/>
        </p:nvSpPr>
        <p:spPr>
          <a:xfrm>
            <a:off x="9243060" y="5631180"/>
            <a:ext cx="320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833" dirty="0"/>
          </a:p>
        </p:txBody>
      </p:sp>
      <p:sp>
        <p:nvSpPr>
          <p:cNvPr id="440" name="Text 439">
            <a:extLst>
              <a:ext uri="{FF2B5EF4-FFF2-40B4-BE49-F238E27FC236}">
                <a16:creationId xmlns:a16="http://schemas.microsoft.com/office/drawing/2014/main" id="{8CEC54E1-6620-C7C4-FB40-EC2E8D883EB7}"/>
              </a:ext>
            </a:extLst>
          </p:cNvPr>
          <p:cNvSpPr/>
          <p:nvPr/>
        </p:nvSpPr>
        <p:spPr>
          <a:xfrm>
            <a:off x="9197340" y="574548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833" dirty="0"/>
          </a:p>
        </p:txBody>
      </p:sp>
      <p:sp>
        <p:nvSpPr>
          <p:cNvPr id="441" name="Text 440">
            <a:extLst>
              <a:ext uri="{FF2B5EF4-FFF2-40B4-BE49-F238E27FC236}">
                <a16:creationId xmlns:a16="http://schemas.microsoft.com/office/drawing/2014/main" id="{CDF9F29F-51CF-5423-B9C3-DBB62D8EE0C2}"/>
              </a:ext>
            </a:extLst>
          </p:cNvPr>
          <p:cNvSpPr/>
          <p:nvPr/>
        </p:nvSpPr>
        <p:spPr>
          <a:xfrm>
            <a:off x="9243060" y="5974080"/>
            <a:ext cx="320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833" dirty="0"/>
          </a:p>
        </p:txBody>
      </p:sp>
      <p:sp>
        <p:nvSpPr>
          <p:cNvPr id="442" name="Text 441">
            <a:extLst>
              <a:ext uri="{FF2B5EF4-FFF2-40B4-BE49-F238E27FC236}">
                <a16:creationId xmlns:a16="http://schemas.microsoft.com/office/drawing/2014/main" id="{FC76B0F9-775E-B68F-F262-17E65107638F}"/>
              </a:ext>
            </a:extLst>
          </p:cNvPr>
          <p:cNvSpPr/>
          <p:nvPr/>
        </p:nvSpPr>
        <p:spPr>
          <a:xfrm>
            <a:off x="9197340" y="6088380"/>
            <a:ext cx="441960" cy="1295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833" dirty="0"/>
          </a:p>
        </p:txBody>
      </p:sp>
    </p:spTree>
    <p:extLst>
      <p:ext uri="{BB962C8B-B14F-4D97-AF65-F5344CB8AC3E}">
        <p14:creationId xmlns:p14="http://schemas.microsoft.com/office/powerpoint/2010/main" val="4290184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0">
            <a:extLst>
              <a:ext uri="{FF2B5EF4-FFF2-40B4-BE49-F238E27FC236}">
                <a16:creationId xmlns:a16="http://schemas.microsoft.com/office/drawing/2014/main" id="{E06A39E6-AA31-ADD2-A823-F8C97A265960}"/>
              </a:ext>
            </a:extLst>
          </p:cNvPr>
          <p:cNvSpPr/>
          <p:nvPr/>
        </p:nvSpPr>
        <p:spPr>
          <a:xfrm>
            <a:off x="3275736" y="1934626"/>
            <a:ext cx="8909473" cy="2787122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C71E1F-2929-F9CA-3397-888A0A577118}"/>
              </a:ext>
            </a:extLst>
          </p:cNvPr>
          <p:cNvSpPr/>
          <p:nvPr/>
        </p:nvSpPr>
        <p:spPr>
          <a:xfrm>
            <a:off x="3365652" y="253660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AB6FD4-1132-20C6-D120-59CE027ADB6F}"/>
              </a:ext>
            </a:extLst>
          </p:cNvPr>
          <p:cNvSpPr/>
          <p:nvPr/>
        </p:nvSpPr>
        <p:spPr>
          <a:xfrm>
            <a:off x="3402228" y="298466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4B4B0A3-CBD0-6A36-5554-994F4E4BC0F5}"/>
              </a:ext>
            </a:extLst>
          </p:cNvPr>
          <p:cNvSpPr/>
          <p:nvPr/>
        </p:nvSpPr>
        <p:spPr>
          <a:xfrm>
            <a:off x="3347364" y="3121822"/>
            <a:ext cx="530352" cy="15544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EB95403-1B81-007A-B333-0889E2EB9762}"/>
              </a:ext>
            </a:extLst>
          </p:cNvPr>
          <p:cNvSpPr/>
          <p:nvPr/>
        </p:nvSpPr>
        <p:spPr>
          <a:xfrm>
            <a:off x="3402228" y="339614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8E47BE4-22C3-FDFE-590E-E14A5F75C148}"/>
              </a:ext>
            </a:extLst>
          </p:cNvPr>
          <p:cNvSpPr/>
          <p:nvPr/>
        </p:nvSpPr>
        <p:spPr>
          <a:xfrm>
            <a:off x="3347364" y="3533302"/>
            <a:ext cx="530352" cy="15544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6BC4246-1A63-39A7-549B-3FAF6C73D94D}"/>
              </a:ext>
            </a:extLst>
          </p:cNvPr>
          <p:cNvSpPr/>
          <p:nvPr/>
        </p:nvSpPr>
        <p:spPr>
          <a:xfrm>
            <a:off x="4472076" y="224399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V [V]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99A080D-4848-76AA-C163-B68D3DC35229}"/>
              </a:ext>
            </a:extLst>
          </p:cNvPr>
          <p:cNvSpPr/>
          <p:nvPr/>
        </p:nvSpPr>
        <p:spPr>
          <a:xfrm>
            <a:off x="4472076" y="2399446"/>
            <a:ext cx="2926080" cy="1325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892BC8C-2F5E-4721-B371-23002DE046FD}"/>
              </a:ext>
            </a:extLst>
          </p:cNvPr>
          <p:cNvSpPr/>
          <p:nvPr/>
        </p:nvSpPr>
        <p:spPr>
          <a:xfrm>
            <a:off x="4764684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FA23292-266D-5F85-6794-53E1F524BAEB}"/>
              </a:ext>
            </a:extLst>
          </p:cNvPr>
          <p:cNvSpPr/>
          <p:nvPr/>
        </p:nvSpPr>
        <p:spPr>
          <a:xfrm>
            <a:off x="5057292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4E171C8-C45F-0594-DE38-EEBC99CD973A}"/>
              </a:ext>
            </a:extLst>
          </p:cNvPr>
          <p:cNvSpPr/>
          <p:nvPr/>
        </p:nvSpPr>
        <p:spPr>
          <a:xfrm>
            <a:off x="5349900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6AB3FFD-E8EF-C0E9-F04C-6B530C98E9A6}"/>
              </a:ext>
            </a:extLst>
          </p:cNvPr>
          <p:cNvSpPr/>
          <p:nvPr/>
        </p:nvSpPr>
        <p:spPr>
          <a:xfrm>
            <a:off x="5642508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96077C2-A33B-E310-CC18-EF049B7BFA15}"/>
              </a:ext>
            </a:extLst>
          </p:cNvPr>
          <p:cNvSpPr/>
          <p:nvPr/>
        </p:nvSpPr>
        <p:spPr>
          <a:xfrm>
            <a:off x="5935116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7588182-5485-0D65-33A6-3C8FAD8075D3}"/>
              </a:ext>
            </a:extLst>
          </p:cNvPr>
          <p:cNvSpPr/>
          <p:nvPr/>
        </p:nvSpPr>
        <p:spPr>
          <a:xfrm>
            <a:off x="6227724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A84C6A5-5F78-520C-3232-28102E2DEE67}"/>
              </a:ext>
            </a:extLst>
          </p:cNvPr>
          <p:cNvSpPr/>
          <p:nvPr/>
        </p:nvSpPr>
        <p:spPr>
          <a:xfrm>
            <a:off x="6520332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EBF9110-B3F0-8489-DCFD-561502E77953}"/>
              </a:ext>
            </a:extLst>
          </p:cNvPr>
          <p:cNvSpPr/>
          <p:nvPr/>
        </p:nvSpPr>
        <p:spPr>
          <a:xfrm>
            <a:off x="6812940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AD62247-004E-EDB9-9558-56FD3B6FB97F}"/>
              </a:ext>
            </a:extLst>
          </p:cNvPr>
          <p:cNvSpPr/>
          <p:nvPr/>
        </p:nvSpPr>
        <p:spPr>
          <a:xfrm>
            <a:off x="7105548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28F1154-EC6E-8C4A-E603-E77A405E05DD}"/>
              </a:ext>
            </a:extLst>
          </p:cNvPr>
          <p:cNvSpPr/>
          <p:nvPr/>
        </p:nvSpPr>
        <p:spPr>
          <a:xfrm>
            <a:off x="4472076" y="2664622"/>
            <a:ext cx="292608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5582989-99F1-DD87-FD00-88E685B04CDB}"/>
              </a:ext>
            </a:extLst>
          </p:cNvPr>
          <p:cNvSpPr/>
          <p:nvPr/>
        </p:nvSpPr>
        <p:spPr>
          <a:xfrm>
            <a:off x="4472076" y="2929798"/>
            <a:ext cx="292608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4C00538-9303-FCE7-8421-0540F301CB43}"/>
              </a:ext>
            </a:extLst>
          </p:cNvPr>
          <p:cNvSpPr/>
          <p:nvPr/>
        </p:nvSpPr>
        <p:spPr>
          <a:xfrm>
            <a:off x="4472076" y="3194974"/>
            <a:ext cx="292608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5BF1293-6676-5EA1-18F7-07C5903F8417}"/>
              </a:ext>
            </a:extLst>
          </p:cNvPr>
          <p:cNvSpPr/>
          <p:nvPr/>
        </p:nvSpPr>
        <p:spPr>
          <a:xfrm>
            <a:off x="4472076" y="3460150"/>
            <a:ext cx="292608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649EE65-66A4-646D-6AC5-E1B618424DC8}"/>
              </a:ext>
            </a:extLst>
          </p:cNvPr>
          <p:cNvSpPr/>
          <p:nvPr/>
        </p:nvSpPr>
        <p:spPr>
          <a:xfrm>
            <a:off x="4472076" y="2532034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971C1D9-19B6-21EB-0DA3-4EB114195F93}"/>
              </a:ext>
            </a:extLst>
          </p:cNvPr>
          <p:cNvSpPr/>
          <p:nvPr/>
        </p:nvSpPr>
        <p:spPr>
          <a:xfrm>
            <a:off x="4472076" y="2664622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8762036-A66E-AB8C-E2EF-49DBF704E126}"/>
              </a:ext>
            </a:extLst>
          </p:cNvPr>
          <p:cNvSpPr/>
          <p:nvPr/>
        </p:nvSpPr>
        <p:spPr>
          <a:xfrm>
            <a:off x="4472076" y="2797210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7268C99-FE15-FD9F-0171-5799C3689B88}"/>
              </a:ext>
            </a:extLst>
          </p:cNvPr>
          <p:cNvSpPr/>
          <p:nvPr/>
        </p:nvSpPr>
        <p:spPr>
          <a:xfrm>
            <a:off x="4472076" y="2929798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F0AECB6-3548-639D-DC92-CB562F21A0BC}"/>
              </a:ext>
            </a:extLst>
          </p:cNvPr>
          <p:cNvSpPr/>
          <p:nvPr/>
        </p:nvSpPr>
        <p:spPr>
          <a:xfrm>
            <a:off x="4472076" y="3062386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6FCFFA0-2CE5-A19B-A15B-51D53AD66CB4}"/>
              </a:ext>
            </a:extLst>
          </p:cNvPr>
          <p:cNvSpPr/>
          <p:nvPr/>
        </p:nvSpPr>
        <p:spPr>
          <a:xfrm>
            <a:off x="4472076" y="3194974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AA7F97F-3A0A-4719-2981-F4DEB2A98314}"/>
              </a:ext>
            </a:extLst>
          </p:cNvPr>
          <p:cNvSpPr/>
          <p:nvPr/>
        </p:nvSpPr>
        <p:spPr>
          <a:xfrm>
            <a:off x="4472076" y="3327562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CD55436-39C8-67F6-4D2D-4555A7BF7EA7}"/>
              </a:ext>
            </a:extLst>
          </p:cNvPr>
          <p:cNvSpPr/>
          <p:nvPr/>
        </p:nvSpPr>
        <p:spPr>
          <a:xfrm>
            <a:off x="4472076" y="3460150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C5F7C09-A932-A45B-6C6C-90D0A692DE9B}"/>
              </a:ext>
            </a:extLst>
          </p:cNvPr>
          <p:cNvSpPr/>
          <p:nvPr/>
        </p:nvSpPr>
        <p:spPr>
          <a:xfrm>
            <a:off x="4472076" y="3592738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05B6BA8-457D-7889-F004-EDD4F9C405A2}"/>
              </a:ext>
            </a:extLst>
          </p:cNvPr>
          <p:cNvSpPr/>
          <p:nvPr/>
        </p:nvSpPr>
        <p:spPr>
          <a:xfrm>
            <a:off x="4161180" y="2372014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</a:t>
            </a:r>
            <a:endParaRPr lang="en-US" sz="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811924F-8C9E-17A7-9F80-FDF7AD07B16B}"/>
              </a:ext>
            </a:extLst>
          </p:cNvPr>
          <p:cNvSpPr/>
          <p:nvPr/>
        </p:nvSpPr>
        <p:spPr>
          <a:xfrm>
            <a:off x="4161180" y="2637190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BDD2179-D4BE-7DB0-CAE0-55F85229B6DB}"/>
              </a:ext>
            </a:extLst>
          </p:cNvPr>
          <p:cNvSpPr/>
          <p:nvPr/>
        </p:nvSpPr>
        <p:spPr>
          <a:xfrm>
            <a:off x="4161180" y="2902366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</a:t>
            </a:r>
            <a:endParaRPr lang="en-US" sz="8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226DA4E-333B-192D-2CCB-132FCAD3EA4A}"/>
              </a:ext>
            </a:extLst>
          </p:cNvPr>
          <p:cNvSpPr/>
          <p:nvPr/>
        </p:nvSpPr>
        <p:spPr>
          <a:xfrm>
            <a:off x="4161180" y="3167542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</a:t>
            </a:r>
            <a:endParaRPr lang="en-US" sz="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B1976E4-8879-546A-F99C-551CE8D77B48}"/>
              </a:ext>
            </a:extLst>
          </p:cNvPr>
          <p:cNvSpPr/>
          <p:nvPr/>
        </p:nvSpPr>
        <p:spPr>
          <a:xfrm>
            <a:off x="4161180" y="3432718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</a:t>
            </a:r>
            <a:endParaRPr lang="en-US" sz="8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3DF4895-EB7A-1F33-BCE6-9C0FDEDB32BF}"/>
              </a:ext>
            </a:extLst>
          </p:cNvPr>
          <p:cNvSpPr/>
          <p:nvPr/>
        </p:nvSpPr>
        <p:spPr>
          <a:xfrm>
            <a:off x="4161180" y="3697894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8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DA72888-B2AB-4F44-A0F9-322E4D286CC3}"/>
              </a:ext>
            </a:extLst>
          </p:cNvPr>
          <p:cNvSpPr/>
          <p:nvPr/>
        </p:nvSpPr>
        <p:spPr>
          <a:xfrm>
            <a:off x="4270908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8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360CDA8-3D0A-E9BE-1899-851311B167BC}"/>
              </a:ext>
            </a:extLst>
          </p:cNvPr>
          <p:cNvSpPr/>
          <p:nvPr/>
        </p:nvSpPr>
        <p:spPr>
          <a:xfrm>
            <a:off x="4856124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00:02:06</a:t>
            </a:r>
            <a:endParaRPr lang="en-US" sz="8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DDF81AD-D0A5-EF3C-C08A-BBCCFBA59A40}"/>
              </a:ext>
            </a:extLst>
          </p:cNvPr>
          <p:cNvSpPr/>
          <p:nvPr/>
        </p:nvSpPr>
        <p:spPr>
          <a:xfrm>
            <a:off x="5441340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00:04:11</a:t>
            </a:r>
            <a:endParaRPr lang="en-US" sz="8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280D9C7-3126-431D-4093-B4D6D4B24730}"/>
              </a:ext>
            </a:extLst>
          </p:cNvPr>
          <p:cNvSpPr/>
          <p:nvPr/>
        </p:nvSpPr>
        <p:spPr>
          <a:xfrm>
            <a:off x="6026556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00:06:16</a:t>
            </a:r>
            <a:endParaRPr lang="en-US" sz="8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2672E806-E819-BFC3-F038-8596F66C6486}"/>
              </a:ext>
            </a:extLst>
          </p:cNvPr>
          <p:cNvSpPr/>
          <p:nvPr/>
        </p:nvSpPr>
        <p:spPr>
          <a:xfrm>
            <a:off x="6611772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00:08:21</a:t>
            </a:r>
            <a:endParaRPr lang="en-US" sz="8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AD81B994-6D4E-CAE6-4508-27EB20B259A7}"/>
              </a:ext>
            </a:extLst>
          </p:cNvPr>
          <p:cNvSpPr/>
          <p:nvPr/>
        </p:nvSpPr>
        <p:spPr>
          <a:xfrm>
            <a:off x="7196988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00:10:00</a:t>
            </a:r>
            <a:endParaRPr lang="en-US" sz="800" dirty="0"/>
          </a:p>
        </p:txBody>
      </p:sp>
      <p:sp>
        <p:nvSpPr>
          <p:cNvPr id="393" name="Shape 1">
            <a:extLst>
              <a:ext uri="{FF2B5EF4-FFF2-40B4-BE49-F238E27FC236}">
                <a16:creationId xmlns:a16="http://schemas.microsoft.com/office/drawing/2014/main" id="{2C5799E5-2D44-D810-FDE1-2CC7050C8275}"/>
              </a:ext>
            </a:extLst>
          </p:cNvPr>
          <p:cNvSpPr/>
          <p:nvPr/>
        </p:nvSpPr>
        <p:spPr>
          <a:xfrm>
            <a:off x="3275736" y="1934626"/>
            <a:ext cx="8909473" cy="208788"/>
          </a:xfrm>
          <a:prstGeom prst="rect">
            <a:avLst/>
          </a:prstGeom>
          <a:solidFill>
            <a:srgbClr val="F7F7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4" name="Shape 2">
            <a:extLst>
              <a:ext uri="{FF2B5EF4-FFF2-40B4-BE49-F238E27FC236}">
                <a16:creationId xmlns:a16="http://schemas.microsoft.com/office/drawing/2014/main" id="{FBF68875-D007-045C-4FEC-112112650442}"/>
              </a:ext>
            </a:extLst>
          </p:cNvPr>
          <p:cNvSpPr/>
          <p:nvPr/>
        </p:nvSpPr>
        <p:spPr>
          <a:xfrm>
            <a:off x="3329076" y="1980346"/>
            <a:ext cx="121920" cy="121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5" name="Text 3">
            <a:extLst>
              <a:ext uri="{FF2B5EF4-FFF2-40B4-BE49-F238E27FC236}">
                <a16:creationId xmlns:a16="http://schemas.microsoft.com/office/drawing/2014/main" id="{62CCA29C-E39C-47C0-8D26-22C6FD970A26}"/>
              </a:ext>
            </a:extLst>
          </p:cNvPr>
          <p:cNvSpPr/>
          <p:nvPr/>
        </p:nvSpPr>
        <p:spPr>
          <a:xfrm>
            <a:off x="3489096" y="1961296"/>
            <a:ext cx="243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 Graph</a:t>
            </a:r>
            <a:endParaRPr lang="en-US" sz="833" b="1" dirty="0"/>
          </a:p>
        </p:txBody>
      </p:sp>
      <p:sp>
        <p:nvSpPr>
          <p:cNvPr id="396" name="Text 4">
            <a:extLst>
              <a:ext uri="{FF2B5EF4-FFF2-40B4-BE49-F238E27FC236}">
                <a16:creationId xmlns:a16="http://schemas.microsoft.com/office/drawing/2014/main" id="{C771962B-25BC-4728-2588-72B68FA4283C}"/>
              </a:ext>
            </a:extLst>
          </p:cNvPr>
          <p:cNvSpPr/>
          <p:nvPr/>
        </p:nvSpPr>
        <p:spPr>
          <a:xfrm>
            <a:off x="11875175" y="1922893"/>
            <a:ext cx="28268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33" dirty="0"/>
          </a:p>
        </p:txBody>
      </p:sp>
      <p:sp>
        <p:nvSpPr>
          <p:cNvPr id="397" name="Text 5">
            <a:extLst>
              <a:ext uri="{FF2B5EF4-FFF2-40B4-BE49-F238E27FC236}">
                <a16:creationId xmlns:a16="http://schemas.microsoft.com/office/drawing/2014/main" id="{977528EB-F954-CE19-0002-E6AABF4168D0}"/>
              </a:ext>
            </a:extLst>
          </p:cNvPr>
          <p:cNvSpPr/>
          <p:nvPr/>
        </p:nvSpPr>
        <p:spPr>
          <a:xfrm>
            <a:off x="7843164" y="253660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1000" dirty="0"/>
          </a:p>
        </p:txBody>
      </p:sp>
      <p:sp>
        <p:nvSpPr>
          <p:cNvPr id="398" name="Text 7">
            <a:extLst>
              <a:ext uri="{FF2B5EF4-FFF2-40B4-BE49-F238E27FC236}">
                <a16:creationId xmlns:a16="http://schemas.microsoft.com/office/drawing/2014/main" id="{E67C8B47-0952-36EE-2887-9CE35BD9DA5D}"/>
              </a:ext>
            </a:extLst>
          </p:cNvPr>
          <p:cNvSpPr/>
          <p:nvPr/>
        </p:nvSpPr>
        <p:spPr>
          <a:xfrm>
            <a:off x="7879740" y="298466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lang="en-US" sz="1000" dirty="0"/>
          </a:p>
        </p:txBody>
      </p:sp>
      <p:sp>
        <p:nvSpPr>
          <p:cNvPr id="399" name="Text 9">
            <a:extLst>
              <a:ext uri="{FF2B5EF4-FFF2-40B4-BE49-F238E27FC236}">
                <a16:creationId xmlns:a16="http://schemas.microsoft.com/office/drawing/2014/main" id="{8F5C9DDE-BC37-671F-B698-C00E2FAFB2A2}"/>
              </a:ext>
            </a:extLst>
          </p:cNvPr>
          <p:cNvSpPr/>
          <p:nvPr/>
        </p:nvSpPr>
        <p:spPr>
          <a:xfrm>
            <a:off x="7879740" y="339614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</a:t>
            </a:r>
            <a:endParaRPr lang="en-US" sz="1000" dirty="0"/>
          </a:p>
        </p:txBody>
      </p:sp>
      <p:sp>
        <p:nvSpPr>
          <p:cNvPr id="400" name="Text 11">
            <a:extLst>
              <a:ext uri="{FF2B5EF4-FFF2-40B4-BE49-F238E27FC236}">
                <a16:creationId xmlns:a16="http://schemas.microsoft.com/office/drawing/2014/main" id="{6E21D6AB-D379-70FD-AEAE-3ED2C6DB5CDB}"/>
              </a:ext>
            </a:extLst>
          </p:cNvPr>
          <p:cNvSpPr/>
          <p:nvPr/>
        </p:nvSpPr>
        <p:spPr>
          <a:xfrm>
            <a:off x="8949588" y="224399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AC P [kW]</a:t>
            </a:r>
            <a:endParaRPr lang="en-US" sz="1000" dirty="0"/>
          </a:p>
        </p:txBody>
      </p:sp>
      <p:sp>
        <p:nvSpPr>
          <p:cNvPr id="401" name="Shape 12">
            <a:extLst>
              <a:ext uri="{FF2B5EF4-FFF2-40B4-BE49-F238E27FC236}">
                <a16:creationId xmlns:a16="http://schemas.microsoft.com/office/drawing/2014/main" id="{B811D284-5169-DB68-9CBD-6D4EE50692D8}"/>
              </a:ext>
            </a:extLst>
          </p:cNvPr>
          <p:cNvSpPr/>
          <p:nvPr/>
        </p:nvSpPr>
        <p:spPr>
          <a:xfrm>
            <a:off x="8949588" y="2399446"/>
            <a:ext cx="2926080" cy="1325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2" name="Shape 13">
            <a:extLst>
              <a:ext uri="{FF2B5EF4-FFF2-40B4-BE49-F238E27FC236}">
                <a16:creationId xmlns:a16="http://schemas.microsoft.com/office/drawing/2014/main" id="{EBA5FC53-352D-5501-82B4-DBE194C5E34D}"/>
              </a:ext>
            </a:extLst>
          </p:cNvPr>
          <p:cNvSpPr/>
          <p:nvPr/>
        </p:nvSpPr>
        <p:spPr>
          <a:xfrm>
            <a:off x="9242196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3" name="Shape 14">
            <a:extLst>
              <a:ext uri="{FF2B5EF4-FFF2-40B4-BE49-F238E27FC236}">
                <a16:creationId xmlns:a16="http://schemas.microsoft.com/office/drawing/2014/main" id="{B9C1D20B-2EE4-D06E-433C-8F32330A2A68}"/>
              </a:ext>
            </a:extLst>
          </p:cNvPr>
          <p:cNvSpPr/>
          <p:nvPr/>
        </p:nvSpPr>
        <p:spPr>
          <a:xfrm>
            <a:off x="9534804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4" name="Shape 15">
            <a:extLst>
              <a:ext uri="{FF2B5EF4-FFF2-40B4-BE49-F238E27FC236}">
                <a16:creationId xmlns:a16="http://schemas.microsoft.com/office/drawing/2014/main" id="{8DD26AF1-A43E-1436-8090-C0AC2E3C8587}"/>
              </a:ext>
            </a:extLst>
          </p:cNvPr>
          <p:cNvSpPr/>
          <p:nvPr/>
        </p:nvSpPr>
        <p:spPr>
          <a:xfrm>
            <a:off x="9827412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5" name="Shape 16">
            <a:extLst>
              <a:ext uri="{FF2B5EF4-FFF2-40B4-BE49-F238E27FC236}">
                <a16:creationId xmlns:a16="http://schemas.microsoft.com/office/drawing/2014/main" id="{32D3CCDB-0964-7DBB-A17D-5460B96C6FED}"/>
              </a:ext>
            </a:extLst>
          </p:cNvPr>
          <p:cNvSpPr/>
          <p:nvPr/>
        </p:nvSpPr>
        <p:spPr>
          <a:xfrm>
            <a:off x="10120020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6" name="Shape 17">
            <a:extLst>
              <a:ext uri="{FF2B5EF4-FFF2-40B4-BE49-F238E27FC236}">
                <a16:creationId xmlns:a16="http://schemas.microsoft.com/office/drawing/2014/main" id="{133117C3-0C6C-516B-B383-7215257F9CE0}"/>
              </a:ext>
            </a:extLst>
          </p:cNvPr>
          <p:cNvSpPr/>
          <p:nvPr/>
        </p:nvSpPr>
        <p:spPr>
          <a:xfrm>
            <a:off x="10412628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7" name="Shape 18">
            <a:extLst>
              <a:ext uri="{FF2B5EF4-FFF2-40B4-BE49-F238E27FC236}">
                <a16:creationId xmlns:a16="http://schemas.microsoft.com/office/drawing/2014/main" id="{63FB5B18-2AF1-B077-A172-B40287BE19D4}"/>
              </a:ext>
            </a:extLst>
          </p:cNvPr>
          <p:cNvSpPr/>
          <p:nvPr/>
        </p:nvSpPr>
        <p:spPr>
          <a:xfrm>
            <a:off x="10705236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8" name="Shape 19">
            <a:extLst>
              <a:ext uri="{FF2B5EF4-FFF2-40B4-BE49-F238E27FC236}">
                <a16:creationId xmlns:a16="http://schemas.microsoft.com/office/drawing/2014/main" id="{BCE3328E-DF9C-A9E8-A456-BADCB4CDD301}"/>
              </a:ext>
            </a:extLst>
          </p:cNvPr>
          <p:cNvSpPr/>
          <p:nvPr/>
        </p:nvSpPr>
        <p:spPr>
          <a:xfrm>
            <a:off x="10997844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09" name="Shape 20">
            <a:extLst>
              <a:ext uri="{FF2B5EF4-FFF2-40B4-BE49-F238E27FC236}">
                <a16:creationId xmlns:a16="http://schemas.microsoft.com/office/drawing/2014/main" id="{64FEFFA6-0E53-F663-87B5-C3E5883E75EF}"/>
              </a:ext>
            </a:extLst>
          </p:cNvPr>
          <p:cNvSpPr/>
          <p:nvPr/>
        </p:nvSpPr>
        <p:spPr>
          <a:xfrm>
            <a:off x="11290452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10" name="Shape 21">
            <a:extLst>
              <a:ext uri="{FF2B5EF4-FFF2-40B4-BE49-F238E27FC236}">
                <a16:creationId xmlns:a16="http://schemas.microsoft.com/office/drawing/2014/main" id="{30B5F25B-6955-79D4-EC20-C2AB6F2E4588}"/>
              </a:ext>
            </a:extLst>
          </p:cNvPr>
          <p:cNvSpPr/>
          <p:nvPr/>
        </p:nvSpPr>
        <p:spPr>
          <a:xfrm>
            <a:off x="11583060" y="2399446"/>
            <a:ext cx="0" cy="1325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11" name="Shape 22">
            <a:extLst>
              <a:ext uri="{FF2B5EF4-FFF2-40B4-BE49-F238E27FC236}">
                <a16:creationId xmlns:a16="http://schemas.microsoft.com/office/drawing/2014/main" id="{5EE06B0C-8F6A-6C83-E761-0DEA7CB900B5}"/>
              </a:ext>
            </a:extLst>
          </p:cNvPr>
          <p:cNvSpPr/>
          <p:nvPr/>
        </p:nvSpPr>
        <p:spPr>
          <a:xfrm>
            <a:off x="8949588" y="2664622"/>
            <a:ext cx="292608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12" name="Shape 23">
            <a:extLst>
              <a:ext uri="{FF2B5EF4-FFF2-40B4-BE49-F238E27FC236}">
                <a16:creationId xmlns:a16="http://schemas.microsoft.com/office/drawing/2014/main" id="{40C0BC62-258E-B8D2-E313-AFFAC3F2D04C}"/>
              </a:ext>
            </a:extLst>
          </p:cNvPr>
          <p:cNvSpPr/>
          <p:nvPr/>
        </p:nvSpPr>
        <p:spPr>
          <a:xfrm>
            <a:off x="8949588" y="2929798"/>
            <a:ext cx="292608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13" name="Shape 24">
            <a:extLst>
              <a:ext uri="{FF2B5EF4-FFF2-40B4-BE49-F238E27FC236}">
                <a16:creationId xmlns:a16="http://schemas.microsoft.com/office/drawing/2014/main" id="{CC6F8AB5-FCC0-B787-8262-0F585FEC3FF4}"/>
              </a:ext>
            </a:extLst>
          </p:cNvPr>
          <p:cNvSpPr/>
          <p:nvPr/>
        </p:nvSpPr>
        <p:spPr>
          <a:xfrm>
            <a:off x="8949588" y="3194974"/>
            <a:ext cx="292608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14" name="Shape 25">
            <a:extLst>
              <a:ext uri="{FF2B5EF4-FFF2-40B4-BE49-F238E27FC236}">
                <a16:creationId xmlns:a16="http://schemas.microsoft.com/office/drawing/2014/main" id="{CDA523DA-9B17-4B96-2EC2-D7263B622244}"/>
              </a:ext>
            </a:extLst>
          </p:cNvPr>
          <p:cNvSpPr/>
          <p:nvPr/>
        </p:nvSpPr>
        <p:spPr>
          <a:xfrm>
            <a:off x="8949588" y="3460150"/>
            <a:ext cx="292608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415" name="Shape 26">
            <a:extLst>
              <a:ext uri="{FF2B5EF4-FFF2-40B4-BE49-F238E27FC236}">
                <a16:creationId xmlns:a16="http://schemas.microsoft.com/office/drawing/2014/main" id="{4FE28CAC-5371-2CBD-78AA-4B883D5E61B1}"/>
              </a:ext>
            </a:extLst>
          </p:cNvPr>
          <p:cNvSpPr/>
          <p:nvPr/>
        </p:nvSpPr>
        <p:spPr>
          <a:xfrm>
            <a:off x="8949588" y="2532034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6" name="Shape 27">
            <a:extLst>
              <a:ext uri="{FF2B5EF4-FFF2-40B4-BE49-F238E27FC236}">
                <a16:creationId xmlns:a16="http://schemas.microsoft.com/office/drawing/2014/main" id="{167A5539-8C19-FA31-B41C-346486AB5D77}"/>
              </a:ext>
            </a:extLst>
          </p:cNvPr>
          <p:cNvSpPr/>
          <p:nvPr/>
        </p:nvSpPr>
        <p:spPr>
          <a:xfrm>
            <a:off x="8949588" y="2664622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7" name="Shape 28">
            <a:extLst>
              <a:ext uri="{FF2B5EF4-FFF2-40B4-BE49-F238E27FC236}">
                <a16:creationId xmlns:a16="http://schemas.microsoft.com/office/drawing/2014/main" id="{56F3E7EB-A8AF-4314-84CE-9A18E6A21480}"/>
              </a:ext>
            </a:extLst>
          </p:cNvPr>
          <p:cNvSpPr/>
          <p:nvPr/>
        </p:nvSpPr>
        <p:spPr>
          <a:xfrm>
            <a:off x="8949588" y="2797210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8" name="Shape 29">
            <a:extLst>
              <a:ext uri="{FF2B5EF4-FFF2-40B4-BE49-F238E27FC236}">
                <a16:creationId xmlns:a16="http://schemas.microsoft.com/office/drawing/2014/main" id="{B92819C5-FFB0-0B5E-FB90-807F0561A745}"/>
              </a:ext>
            </a:extLst>
          </p:cNvPr>
          <p:cNvSpPr/>
          <p:nvPr/>
        </p:nvSpPr>
        <p:spPr>
          <a:xfrm>
            <a:off x="8949588" y="2929798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9" name="Shape 30">
            <a:extLst>
              <a:ext uri="{FF2B5EF4-FFF2-40B4-BE49-F238E27FC236}">
                <a16:creationId xmlns:a16="http://schemas.microsoft.com/office/drawing/2014/main" id="{CDD60CC3-2F6C-A06E-D996-BE1DAE3E4915}"/>
              </a:ext>
            </a:extLst>
          </p:cNvPr>
          <p:cNvSpPr/>
          <p:nvPr/>
        </p:nvSpPr>
        <p:spPr>
          <a:xfrm>
            <a:off x="8949588" y="3062386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20" name="Shape 31">
            <a:extLst>
              <a:ext uri="{FF2B5EF4-FFF2-40B4-BE49-F238E27FC236}">
                <a16:creationId xmlns:a16="http://schemas.microsoft.com/office/drawing/2014/main" id="{65BA45A1-F54A-2D70-0671-AF6037A1A732}"/>
              </a:ext>
            </a:extLst>
          </p:cNvPr>
          <p:cNvSpPr/>
          <p:nvPr/>
        </p:nvSpPr>
        <p:spPr>
          <a:xfrm>
            <a:off x="8949588" y="3194974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21" name="Shape 32">
            <a:extLst>
              <a:ext uri="{FF2B5EF4-FFF2-40B4-BE49-F238E27FC236}">
                <a16:creationId xmlns:a16="http://schemas.microsoft.com/office/drawing/2014/main" id="{44D9245B-32C7-A313-FE40-70BC281FACC0}"/>
              </a:ext>
            </a:extLst>
          </p:cNvPr>
          <p:cNvSpPr/>
          <p:nvPr/>
        </p:nvSpPr>
        <p:spPr>
          <a:xfrm>
            <a:off x="8949588" y="3327562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22" name="Shape 33">
            <a:extLst>
              <a:ext uri="{FF2B5EF4-FFF2-40B4-BE49-F238E27FC236}">
                <a16:creationId xmlns:a16="http://schemas.microsoft.com/office/drawing/2014/main" id="{976619C1-1DAE-893B-B2FA-47E6DC435407}"/>
              </a:ext>
            </a:extLst>
          </p:cNvPr>
          <p:cNvSpPr/>
          <p:nvPr/>
        </p:nvSpPr>
        <p:spPr>
          <a:xfrm>
            <a:off x="8949588" y="3460150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23" name="Shape 34">
            <a:extLst>
              <a:ext uri="{FF2B5EF4-FFF2-40B4-BE49-F238E27FC236}">
                <a16:creationId xmlns:a16="http://schemas.microsoft.com/office/drawing/2014/main" id="{C612834A-409D-6105-24A3-AF9CDC65620B}"/>
              </a:ext>
            </a:extLst>
          </p:cNvPr>
          <p:cNvSpPr/>
          <p:nvPr/>
        </p:nvSpPr>
        <p:spPr>
          <a:xfrm>
            <a:off x="8949588" y="3592738"/>
            <a:ext cx="29260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24" name="Text 35">
            <a:extLst>
              <a:ext uri="{FF2B5EF4-FFF2-40B4-BE49-F238E27FC236}">
                <a16:creationId xmlns:a16="http://schemas.microsoft.com/office/drawing/2014/main" id="{B26B3A8E-6FEE-8553-8F9B-217D53468F23}"/>
              </a:ext>
            </a:extLst>
          </p:cNvPr>
          <p:cNvSpPr/>
          <p:nvPr/>
        </p:nvSpPr>
        <p:spPr>
          <a:xfrm>
            <a:off x="8638692" y="2372014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</a:t>
            </a:r>
            <a:endParaRPr lang="en-US" sz="800" dirty="0"/>
          </a:p>
        </p:txBody>
      </p:sp>
      <p:sp>
        <p:nvSpPr>
          <p:cNvPr id="425" name="Text 36">
            <a:extLst>
              <a:ext uri="{FF2B5EF4-FFF2-40B4-BE49-F238E27FC236}">
                <a16:creationId xmlns:a16="http://schemas.microsoft.com/office/drawing/2014/main" id="{9D7562E3-1B45-32D6-1247-3CA3D841E0BA}"/>
              </a:ext>
            </a:extLst>
          </p:cNvPr>
          <p:cNvSpPr/>
          <p:nvPr/>
        </p:nvSpPr>
        <p:spPr>
          <a:xfrm>
            <a:off x="8638692" y="2637190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</a:t>
            </a:r>
            <a:endParaRPr lang="en-US" sz="800" dirty="0"/>
          </a:p>
        </p:txBody>
      </p:sp>
      <p:sp>
        <p:nvSpPr>
          <p:cNvPr id="426" name="Text 37">
            <a:extLst>
              <a:ext uri="{FF2B5EF4-FFF2-40B4-BE49-F238E27FC236}">
                <a16:creationId xmlns:a16="http://schemas.microsoft.com/office/drawing/2014/main" id="{E322E280-183F-D9DC-1ED7-6A2A23337C51}"/>
              </a:ext>
            </a:extLst>
          </p:cNvPr>
          <p:cNvSpPr/>
          <p:nvPr/>
        </p:nvSpPr>
        <p:spPr>
          <a:xfrm>
            <a:off x="8638692" y="2902366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</a:t>
            </a:r>
            <a:endParaRPr lang="en-US" sz="800" dirty="0"/>
          </a:p>
        </p:txBody>
      </p:sp>
      <p:sp>
        <p:nvSpPr>
          <p:cNvPr id="427" name="Text 38">
            <a:extLst>
              <a:ext uri="{FF2B5EF4-FFF2-40B4-BE49-F238E27FC236}">
                <a16:creationId xmlns:a16="http://schemas.microsoft.com/office/drawing/2014/main" id="{C15285D5-69E0-9328-32C2-C06835B65CBF}"/>
              </a:ext>
            </a:extLst>
          </p:cNvPr>
          <p:cNvSpPr/>
          <p:nvPr/>
        </p:nvSpPr>
        <p:spPr>
          <a:xfrm>
            <a:off x="8638692" y="3167542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</a:t>
            </a:r>
            <a:endParaRPr lang="en-US" sz="800" dirty="0"/>
          </a:p>
        </p:txBody>
      </p:sp>
      <p:sp>
        <p:nvSpPr>
          <p:cNvPr id="428" name="Text 39">
            <a:extLst>
              <a:ext uri="{FF2B5EF4-FFF2-40B4-BE49-F238E27FC236}">
                <a16:creationId xmlns:a16="http://schemas.microsoft.com/office/drawing/2014/main" id="{137E9554-90B4-7DFF-4213-7B50DE70DD15}"/>
              </a:ext>
            </a:extLst>
          </p:cNvPr>
          <p:cNvSpPr/>
          <p:nvPr/>
        </p:nvSpPr>
        <p:spPr>
          <a:xfrm>
            <a:off x="8638692" y="3432718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</a:t>
            </a:r>
            <a:endParaRPr lang="en-US" sz="800" dirty="0"/>
          </a:p>
        </p:txBody>
      </p:sp>
      <p:sp>
        <p:nvSpPr>
          <p:cNvPr id="429" name="Text 40">
            <a:extLst>
              <a:ext uri="{FF2B5EF4-FFF2-40B4-BE49-F238E27FC236}">
                <a16:creationId xmlns:a16="http://schemas.microsoft.com/office/drawing/2014/main" id="{CC7C133D-F4E7-6E35-6FC1-E615EA3BFFDE}"/>
              </a:ext>
            </a:extLst>
          </p:cNvPr>
          <p:cNvSpPr/>
          <p:nvPr/>
        </p:nvSpPr>
        <p:spPr>
          <a:xfrm>
            <a:off x="8638692" y="3697894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800" dirty="0"/>
          </a:p>
        </p:txBody>
      </p:sp>
      <p:sp>
        <p:nvSpPr>
          <p:cNvPr id="430" name="Text 41">
            <a:extLst>
              <a:ext uri="{FF2B5EF4-FFF2-40B4-BE49-F238E27FC236}">
                <a16:creationId xmlns:a16="http://schemas.microsoft.com/office/drawing/2014/main" id="{66495F1C-E020-06B9-C056-C06CCE84F1F3}"/>
              </a:ext>
            </a:extLst>
          </p:cNvPr>
          <p:cNvSpPr/>
          <p:nvPr/>
        </p:nvSpPr>
        <p:spPr>
          <a:xfrm>
            <a:off x="8748420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00:00:01</a:t>
            </a:r>
            <a:endParaRPr lang="en-US" sz="800" dirty="0"/>
          </a:p>
        </p:txBody>
      </p:sp>
      <p:sp>
        <p:nvSpPr>
          <p:cNvPr id="431" name="Text 42">
            <a:extLst>
              <a:ext uri="{FF2B5EF4-FFF2-40B4-BE49-F238E27FC236}">
                <a16:creationId xmlns:a16="http://schemas.microsoft.com/office/drawing/2014/main" id="{4C6D76D6-3BC9-4187-2942-6E64A43F202E}"/>
              </a:ext>
            </a:extLst>
          </p:cNvPr>
          <p:cNvSpPr/>
          <p:nvPr/>
        </p:nvSpPr>
        <p:spPr>
          <a:xfrm>
            <a:off x="9333636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00:02:06</a:t>
            </a:r>
            <a:endParaRPr lang="en-US" sz="800" dirty="0"/>
          </a:p>
        </p:txBody>
      </p:sp>
      <p:sp>
        <p:nvSpPr>
          <p:cNvPr id="432" name="Text 43">
            <a:extLst>
              <a:ext uri="{FF2B5EF4-FFF2-40B4-BE49-F238E27FC236}">
                <a16:creationId xmlns:a16="http://schemas.microsoft.com/office/drawing/2014/main" id="{FBB1FEEF-DD61-E0D7-D2F3-8856C5C42304}"/>
              </a:ext>
            </a:extLst>
          </p:cNvPr>
          <p:cNvSpPr/>
          <p:nvPr/>
        </p:nvSpPr>
        <p:spPr>
          <a:xfrm>
            <a:off x="9918852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00:04:11</a:t>
            </a:r>
            <a:endParaRPr lang="en-US" sz="800" dirty="0"/>
          </a:p>
        </p:txBody>
      </p:sp>
      <p:sp>
        <p:nvSpPr>
          <p:cNvPr id="433" name="Text 44">
            <a:extLst>
              <a:ext uri="{FF2B5EF4-FFF2-40B4-BE49-F238E27FC236}">
                <a16:creationId xmlns:a16="http://schemas.microsoft.com/office/drawing/2014/main" id="{AF73A189-AF01-BCB2-D017-1DAF297BA0EF}"/>
              </a:ext>
            </a:extLst>
          </p:cNvPr>
          <p:cNvSpPr/>
          <p:nvPr/>
        </p:nvSpPr>
        <p:spPr>
          <a:xfrm>
            <a:off x="10504068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00:06:16</a:t>
            </a:r>
            <a:endParaRPr lang="en-US" sz="800" dirty="0"/>
          </a:p>
        </p:txBody>
      </p:sp>
      <p:sp>
        <p:nvSpPr>
          <p:cNvPr id="434" name="Text 45">
            <a:extLst>
              <a:ext uri="{FF2B5EF4-FFF2-40B4-BE49-F238E27FC236}">
                <a16:creationId xmlns:a16="http://schemas.microsoft.com/office/drawing/2014/main" id="{792524EC-6083-BB5C-3EC5-B2F2A4DF934D}"/>
              </a:ext>
            </a:extLst>
          </p:cNvPr>
          <p:cNvSpPr/>
          <p:nvPr/>
        </p:nvSpPr>
        <p:spPr>
          <a:xfrm>
            <a:off x="11089284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00:08:21</a:t>
            </a:r>
            <a:endParaRPr lang="en-US" sz="800" dirty="0"/>
          </a:p>
        </p:txBody>
      </p:sp>
      <p:sp>
        <p:nvSpPr>
          <p:cNvPr id="435" name="Text 46">
            <a:extLst>
              <a:ext uri="{FF2B5EF4-FFF2-40B4-BE49-F238E27FC236}">
                <a16:creationId xmlns:a16="http://schemas.microsoft.com/office/drawing/2014/main" id="{BC73585F-36D7-95FA-C1A0-0828B9AC7239}"/>
              </a:ext>
            </a:extLst>
          </p:cNvPr>
          <p:cNvSpPr/>
          <p:nvPr/>
        </p:nvSpPr>
        <p:spPr>
          <a:xfrm>
            <a:off x="11674500" y="385334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00:10:00</a:t>
            </a:r>
            <a:endParaRPr lang="en-US" sz="800" dirty="0"/>
          </a:p>
        </p:txBody>
      </p:sp>
      <p:sp>
        <p:nvSpPr>
          <p:cNvPr id="437" name="Text 8">
            <a:extLst>
              <a:ext uri="{FF2B5EF4-FFF2-40B4-BE49-F238E27FC236}">
                <a16:creationId xmlns:a16="http://schemas.microsoft.com/office/drawing/2014/main" id="{B6921FA9-2E7D-9AF9-05FB-E905F24A4C34}"/>
              </a:ext>
            </a:extLst>
          </p:cNvPr>
          <p:cNvSpPr/>
          <p:nvPr/>
        </p:nvSpPr>
        <p:spPr>
          <a:xfrm>
            <a:off x="7812962" y="3127575"/>
            <a:ext cx="530352" cy="15544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</a:t>
            </a:r>
            <a:endParaRPr lang="en-US" sz="1000" dirty="0"/>
          </a:p>
        </p:txBody>
      </p:sp>
      <p:sp>
        <p:nvSpPr>
          <p:cNvPr id="438" name="Text 10">
            <a:extLst>
              <a:ext uri="{FF2B5EF4-FFF2-40B4-BE49-F238E27FC236}">
                <a16:creationId xmlns:a16="http://schemas.microsoft.com/office/drawing/2014/main" id="{F3AEFE0F-30D4-8F57-5F85-A9A41390400D}"/>
              </a:ext>
            </a:extLst>
          </p:cNvPr>
          <p:cNvSpPr/>
          <p:nvPr/>
        </p:nvSpPr>
        <p:spPr>
          <a:xfrm>
            <a:off x="7812962" y="3539055"/>
            <a:ext cx="530352" cy="15544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1000" dirty="0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9987D48C-FF9B-6B9F-67A1-D81A8B1EEF8A}"/>
              </a:ext>
            </a:extLst>
          </p:cNvPr>
          <p:cNvSpPr txBox="1"/>
          <p:nvPr/>
        </p:nvSpPr>
        <p:spPr>
          <a:xfrm>
            <a:off x="282956" y="1342403"/>
            <a:ext cx="27365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6. </a:t>
            </a:r>
            <a:r>
              <a:rPr lang="ko-KR" altLang="en-US" b="1" dirty="0"/>
              <a:t>메인 </a:t>
            </a:r>
            <a:r>
              <a:rPr lang="en-US" altLang="ko-KR" b="1" dirty="0"/>
              <a:t>UI</a:t>
            </a:r>
            <a:r>
              <a:rPr lang="ko-KR" altLang="en-US" b="1" dirty="0"/>
              <a:t>에서           클릭 시 다음과 같이 팝업 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- X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시간</a:t>
            </a:r>
            <a:endParaRPr lang="en-US" altLang="ko-KR" dirty="0"/>
          </a:p>
          <a:p>
            <a:r>
              <a:rPr lang="en-US" altLang="ko-KR" dirty="0"/>
              <a:t>  Y</a:t>
            </a:r>
            <a:r>
              <a:rPr lang="ko-KR" altLang="en-US" dirty="0"/>
              <a:t>축 </a:t>
            </a:r>
            <a:r>
              <a:rPr lang="en-US" altLang="ko-KR" dirty="0"/>
              <a:t>: </a:t>
            </a:r>
            <a:r>
              <a:rPr lang="ko-KR" altLang="en-US" dirty="0"/>
              <a:t>전압 및 전력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Auto, Manual </a:t>
            </a:r>
            <a:r>
              <a:rPr lang="ko-KR" altLang="en-US" dirty="0"/>
              <a:t>모드 설정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Manual </a:t>
            </a:r>
            <a:r>
              <a:rPr lang="ko-KR" altLang="en-US" dirty="0"/>
              <a:t>모드에서 </a:t>
            </a:r>
            <a:r>
              <a:rPr lang="en-US" altLang="ko-KR" dirty="0"/>
              <a:t>Y</a:t>
            </a:r>
            <a:r>
              <a:rPr lang="ko-KR" altLang="en-US" dirty="0"/>
              <a:t>축 최댓값</a:t>
            </a:r>
            <a:r>
              <a:rPr lang="en-US" altLang="ko-KR" dirty="0"/>
              <a:t>, </a:t>
            </a:r>
            <a:r>
              <a:rPr lang="ko-KR" altLang="en-US" dirty="0"/>
              <a:t>최솟값 설정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X</a:t>
            </a:r>
            <a:r>
              <a:rPr lang="ko-KR" altLang="en-US" dirty="0"/>
              <a:t>축 시간 설정 가능</a:t>
            </a:r>
            <a:r>
              <a:rPr lang="en-US" altLang="ko-KR" dirty="0"/>
              <a:t>(1</a:t>
            </a:r>
            <a:r>
              <a:rPr lang="ko-KR" altLang="en-US" dirty="0"/>
              <a:t>분</a:t>
            </a:r>
            <a:r>
              <a:rPr lang="en-US" altLang="ko-KR" dirty="0"/>
              <a:t>~10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861CC872-43A6-6649-1B1C-3F80C7D19296}"/>
              </a:ext>
            </a:extLst>
          </p:cNvPr>
          <p:cNvSpPr/>
          <p:nvPr/>
        </p:nvSpPr>
        <p:spPr>
          <a:xfrm>
            <a:off x="2014905" y="1373284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INV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42" name="Text 119">
            <a:extLst>
              <a:ext uri="{FF2B5EF4-FFF2-40B4-BE49-F238E27FC236}">
                <a16:creationId xmlns:a16="http://schemas.microsoft.com/office/drawing/2014/main" id="{F5759B9C-D839-78B7-7253-D09F1D98313E}"/>
              </a:ext>
            </a:extLst>
          </p:cNvPr>
          <p:cNvSpPr/>
          <p:nvPr/>
        </p:nvSpPr>
        <p:spPr>
          <a:xfrm>
            <a:off x="3427288" y="4173380"/>
            <a:ext cx="843619" cy="18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X축 시간 [분]</a:t>
            </a:r>
            <a:endParaRPr lang="en-US" sz="1000" dirty="0"/>
          </a:p>
        </p:txBody>
      </p:sp>
      <p:sp>
        <p:nvSpPr>
          <p:cNvPr id="443" name="Text 120">
            <a:extLst>
              <a:ext uri="{FF2B5EF4-FFF2-40B4-BE49-F238E27FC236}">
                <a16:creationId xmlns:a16="http://schemas.microsoft.com/office/drawing/2014/main" id="{2F0651C1-14D6-6104-EF3D-68FDE74E770A}"/>
              </a:ext>
            </a:extLst>
          </p:cNvPr>
          <p:cNvSpPr/>
          <p:nvPr/>
        </p:nvSpPr>
        <p:spPr>
          <a:xfrm>
            <a:off x="3500441" y="4374548"/>
            <a:ext cx="527262" cy="235134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44" name="Text 6">
            <a:extLst>
              <a:ext uri="{FF2B5EF4-FFF2-40B4-BE49-F238E27FC236}">
                <a16:creationId xmlns:a16="http://schemas.microsoft.com/office/drawing/2014/main" id="{7A116877-8E5C-3F6F-F9F4-962775AD52AA}"/>
              </a:ext>
            </a:extLst>
          </p:cNvPr>
          <p:cNvSpPr/>
          <p:nvPr/>
        </p:nvSpPr>
        <p:spPr>
          <a:xfrm>
            <a:off x="3331345" y="2673258"/>
            <a:ext cx="740269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Auto/Manual</a:t>
            </a:r>
          </a:p>
        </p:txBody>
      </p:sp>
      <p:sp>
        <p:nvSpPr>
          <p:cNvPr id="445" name="Text 6">
            <a:extLst>
              <a:ext uri="{FF2B5EF4-FFF2-40B4-BE49-F238E27FC236}">
                <a16:creationId xmlns:a16="http://schemas.microsoft.com/office/drawing/2014/main" id="{086B19C1-7E05-0CBD-DE01-F10E464E9423}"/>
              </a:ext>
            </a:extLst>
          </p:cNvPr>
          <p:cNvSpPr/>
          <p:nvPr/>
        </p:nvSpPr>
        <p:spPr>
          <a:xfrm>
            <a:off x="7789353" y="2673766"/>
            <a:ext cx="740269" cy="129540"/>
          </a:xfrm>
          <a:prstGeom prst="rect">
            <a:avLst/>
          </a:prstGeom>
          <a:solidFill>
            <a:srgbClr val="EFEFE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Autofit/>
          </a:bodyPr>
          <a:lstStyle/>
          <a:p>
            <a:pPr algn="ctr"/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Auto/Manual</a:t>
            </a:r>
          </a:p>
        </p:txBody>
      </p:sp>
    </p:spTree>
    <p:extLst>
      <p:ext uri="{BB962C8B-B14F-4D97-AF65-F5344CB8AC3E}">
        <p14:creationId xmlns:p14="http://schemas.microsoft.com/office/powerpoint/2010/main" val="42451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FAA15-EEEB-3C2E-3E91-DD7445CF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3F1CD-BCBD-4658-CA73-6FADD7C1934A}"/>
              </a:ext>
            </a:extLst>
          </p:cNvPr>
          <p:cNvSpPr txBox="1"/>
          <p:nvPr/>
        </p:nvSpPr>
        <p:spPr>
          <a:xfrm>
            <a:off x="2994439" y="1944390"/>
            <a:ext cx="62031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7. </a:t>
            </a:r>
            <a:r>
              <a:rPr lang="ko-KR" altLang="en-US" b="1" dirty="0"/>
              <a:t>메인 </a:t>
            </a:r>
            <a:r>
              <a:rPr lang="en-US" altLang="ko-KR" b="1" dirty="0"/>
              <a:t>UI</a:t>
            </a:r>
            <a:r>
              <a:rPr lang="ko-KR" altLang="en-US" b="1" dirty="0"/>
              <a:t>에서           </a:t>
            </a:r>
            <a:r>
              <a:rPr lang="en-US" altLang="ko-KR" b="1" dirty="0"/>
              <a:t>,          ,           </a:t>
            </a:r>
            <a:r>
              <a:rPr lang="ko-KR" altLang="en-US" b="1" dirty="0"/>
              <a:t>클릭 시 </a:t>
            </a:r>
            <a:r>
              <a:rPr lang="en-US" altLang="ko-KR" b="1" dirty="0"/>
              <a:t>12,13,14</a:t>
            </a:r>
            <a:r>
              <a:rPr lang="ko-KR" altLang="en-US" b="1" dirty="0"/>
              <a:t>번 슬라이드와 같이 팝업 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- Table</a:t>
            </a:r>
            <a:r>
              <a:rPr lang="ko-KR" altLang="en-US" dirty="0"/>
              <a:t>의 각 칸에 </a:t>
            </a:r>
            <a:r>
              <a:rPr lang="ko-KR" altLang="en-US" dirty="0" err="1"/>
              <a:t>설정값</a:t>
            </a:r>
            <a:r>
              <a:rPr lang="ko-KR" altLang="en-US" dirty="0"/>
              <a:t> 입력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Active Step(</a:t>
            </a:r>
            <a:r>
              <a:rPr lang="ko-KR" altLang="en-US" dirty="0"/>
              <a:t>활성화 단계</a:t>
            </a:r>
            <a:r>
              <a:rPr lang="en-US" altLang="ko-KR" dirty="0"/>
              <a:t>) </a:t>
            </a:r>
            <a:r>
              <a:rPr lang="ko-KR" altLang="en-US" dirty="0"/>
              <a:t>설정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 err="1"/>
              <a:t>설정값</a:t>
            </a:r>
            <a:r>
              <a:rPr lang="ko-KR" altLang="en-US" dirty="0"/>
              <a:t> 업데이트 내용 저장 기능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각 단계별 지연 시간 설정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1A5318-2403-8855-C18D-DD8B72BBDD0C}"/>
              </a:ext>
            </a:extLst>
          </p:cNvPr>
          <p:cNvSpPr/>
          <p:nvPr/>
        </p:nvSpPr>
        <p:spPr>
          <a:xfrm>
            <a:off x="4762538" y="200840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AOG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CAA40D-F394-4A10-DD84-459EC11CD8BE}"/>
              </a:ext>
            </a:extLst>
          </p:cNvPr>
          <p:cNvSpPr/>
          <p:nvPr/>
        </p:nvSpPr>
        <p:spPr>
          <a:xfrm>
            <a:off x="5608414" y="200840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부하 운전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BB7AA9-3D63-9391-35C9-3538B20C6F14}"/>
              </a:ext>
            </a:extLst>
          </p:cNvPr>
          <p:cNvSpPr/>
          <p:nvPr/>
        </p:nvSpPr>
        <p:spPr>
          <a:xfrm>
            <a:off x="6478586" y="200840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Parameter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255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38100" y="38100"/>
            <a:ext cx="10053918" cy="6781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297180"/>
            <a:ext cx="35052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AOG table #1</a:t>
            </a:r>
            <a:endParaRPr lang="en-US" sz="1000" dirty="0"/>
          </a:p>
        </p:txBody>
      </p:sp>
      <p:sp>
        <p:nvSpPr>
          <p:cNvPr id="194" name="Text 192"/>
          <p:cNvSpPr/>
          <p:nvPr/>
        </p:nvSpPr>
        <p:spPr>
          <a:xfrm>
            <a:off x="259080" y="4229100"/>
            <a:ext cx="6096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 step</a:t>
            </a:r>
            <a:endParaRPr lang="en-US" sz="800" dirty="0"/>
          </a:p>
        </p:txBody>
      </p:sp>
      <p:sp>
        <p:nvSpPr>
          <p:cNvPr id="195" name="Text 193"/>
          <p:cNvSpPr/>
          <p:nvPr/>
        </p:nvSpPr>
        <p:spPr>
          <a:xfrm>
            <a:off x="883920" y="4213860"/>
            <a:ext cx="4419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endParaRPr lang="en-US" sz="800" dirty="0"/>
          </a:p>
        </p:txBody>
      </p:sp>
      <p:sp>
        <p:nvSpPr>
          <p:cNvPr id="196" name="Text 194"/>
          <p:cNvSpPr/>
          <p:nvPr/>
        </p:nvSpPr>
        <p:spPr>
          <a:xfrm>
            <a:off x="1600200" y="4229100"/>
            <a:ext cx="762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time [sec]</a:t>
            </a:r>
            <a:endParaRPr lang="en-US" sz="800" dirty="0"/>
          </a:p>
        </p:txBody>
      </p:sp>
      <p:sp>
        <p:nvSpPr>
          <p:cNvPr id="197" name="Text 195"/>
          <p:cNvSpPr/>
          <p:nvPr/>
        </p:nvSpPr>
        <p:spPr>
          <a:xfrm>
            <a:off x="2407920" y="4213860"/>
            <a:ext cx="4419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endParaRPr lang="en-US" sz="800" dirty="0"/>
          </a:p>
        </p:txBody>
      </p:sp>
      <p:sp>
        <p:nvSpPr>
          <p:cNvPr id="198" name="Text 196"/>
          <p:cNvSpPr/>
          <p:nvPr/>
        </p:nvSpPr>
        <p:spPr>
          <a:xfrm>
            <a:off x="1181100" y="5676900"/>
            <a:ext cx="1051560" cy="457200"/>
          </a:xfrm>
          <a:prstGeom prst="rect">
            <a:avLst/>
          </a:prstGeom>
          <a:solidFill>
            <a:srgbClr val="0D37C9"/>
          </a:solidFill>
          <a:ln>
            <a:solidFill>
              <a:srgbClr val="0020A0"/>
            </a:solidFill>
          </a:ln>
        </p:spPr>
        <p:txBody>
          <a:bodyPr wrap="square" lIns="318" tIns="318" rIns="318" bIns="318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</a:t>
            </a:r>
            <a:endParaRPr lang="en-US" sz="800" dirty="0"/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</a:t>
            </a:r>
            <a:endParaRPr lang="en-US" sz="800" dirty="0"/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00" dirty="0"/>
          </a:p>
        </p:txBody>
      </p:sp>
      <p:sp>
        <p:nvSpPr>
          <p:cNvPr id="199" name="Shape 197"/>
          <p:cNvSpPr/>
          <p:nvPr/>
        </p:nvSpPr>
        <p:spPr>
          <a:xfrm>
            <a:off x="1211580" y="5707380"/>
            <a:ext cx="990600" cy="0"/>
          </a:xfrm>
          <a:prstGeom prst="line">
            <a:avLst/>
          </a:prstGeom>
          <a:noFill/>
          <a:ln w="12700">
            <a:solidFill>
              <a:srgbClr val="4F75FF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211580" y="5707380"/>
            <a:ext cx="0" cy="396240"/>
          </a:xfrm>
          <a:prstGeom prst="line">
            <a:avLst/>
          </a:prstGeom>
          <a:noFill/>
          <a:ln w="12700">
            <a:solidFill>
              <a:srgbClr val="4F75F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3924300" y="297180"/>
            <a:ext cx="519684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AOG table #2</a:t>
            </a:r>
            <a:endParaRPr lang="en-US" sz="1000" dirty="0"/>
          </a:p>
        </p:txBody>
      </p:sp>
      <p:sp>
        <p:nvSpPr>
          <p:cNvPr id="661" name="Text 659"/>
          <p:cNvSpPr/>
          <p:nvPr/>
        </p:nvSpPr>
        <p:spPr>
          <a:xfrm>
            <a:off x="4467218" y="6248400"/>
            <a:ext cx="6096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 step</a:t>
            </a:r>
            <a:endParaRPr lang="en-US" sz="800" dirty="0"/>
          </a:p>
        </p:txBody>
      </p:sp>
      <p:sp>
        <p:nvSpPr>
          <p:cNvPr id="662" name="Text 660"/>
          <p:cNvSpPr/>
          <p:nvPr/>
        </p:nvSpPr>
        <p:spPr>
          <a:xfrm>
            <a:off x="5099678" y="6233160"/>
            <a:ext cx="472440" cy="137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endParaRPr lang="en-US" sz="800" dirty="0"/>
          </a:p>
        </p:txBody>
      </p:sp>
      <p:sp>
        <p:nvSpPr>
          <p:cNvPr id="663" name="Text 661"/>
          <p:cNvSpPr/>
          <p:nvPr/>
        </p:nvSpPr>
        <p:spPr>
          <a:xfrm>
            <a:off x="6733035" y="6248400"/>
            <a:ext cx="8382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time [sec]</a:t>
            </a:r>
            <a:endParaRPr lang="en-US" sz="800" dirty="0"/>
          </a:p>
        </p:txBody>
      </p:sp>
      <p:sp>
        <p:nvSpPr>
          <p:cNvPr id="664" name="Text 662"/>
          <p:cNvSpPr/>
          <p:nvPr/>
        </p:nvSpPr>
        <p:spPr>
          <a:xfrm>
            <a:off x="7632195" y="6233160"/>
            <a:ext cx="396240" cy="1371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endParaRPr lang="en-US" sz="800" dirty="0"/>
          </a:p>
        </p:txBody>
      </p:sp>
      <p:sp>
        <p:nvSpPr>
          <p:cNvPr id="665" name="Shape 1">
            <a:extLst>
              <a:ext uri="{FF2B5EF4-FFF2-40B4-BE49-F238E27FC236}">
                <a16:creationId xmlns:a16="http://schemas.microsoft.com/office/drawing/2014/main" id="{BBBC5E29-022F-F65C-6C84-B3AF89E129D8}"/>
              </a:ext>
            </a:extLst>
          </p:cNvPr>
          <p:cNvSpPr/>
          <p:nvPr/>
        </p:nvSpPr>
        <p:spPr>
          <a:xfrm>
            <a:off x="38100" y="38100"/>
            <a:ext cx="10053918" cy="201627"/>
          </a:xfrm>
          <a:prstGeom prst="rect">
            <a:avLst/>
          </a:prstGeom>
          <a:solidFill>
            <a:srgbClr val="F7F7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6" name="Shape 2">
            <a:extLst>
              <a:ext uri="{FF2B5EF4-FFF2-40B4-BE49-F238E27FC236}">
                <a16:creationId xmlns:a16="http://schemas.microsoft.com/office/drawing/2014/main" id="{0BAAC481-AE82-71C0-7FFF-C140C5AFF794}"/>
              </a:ext>
            </a:extLst>
          </p:cNvPr>
          <p:cNvSpPr/>
          <p:nvPr/>
        </p:nvSpPr>
        <p:spPr>
          <a:xfrm>
            <a:off x="91440" y="83820"/>
            <a:ext cx="121920" cy="121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7" name="Text 3">
            <a:extLst>
              <a:ext uri="{FF2B5EF4-FFF2-40B4-BE49-F238E27FC236}">
                <a16:creationId xmlns:a16="http://schemas.microsoft.com/office/drawing/2014/main" id="{E996380A-9FFC-6AEB-47C7-1ED940B57404}"/>
              </a:ext>
            </a:extLst>
          </p:cNvPr>
          <p:cNvSpPr/>
          <p:nvPr/>
        </p:nvSpPr>
        <p:spPr>
          <a:xfrm>
            <a:off x="251460" y="64770"/>
            <a:ext cx="243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AOG Table</a:t>
            </a:r>
            <a:endParaRPr lang="en-US" sz="833" b="1" dirty="0"/>
          </a:p>
        </p:txBody>
      </p:sp>
      <p:sp>
        <p:nvSpPr>
          <p:cNvPr id="668" name="Text 4">
            <a:extLst>
              <a:ext uri="{FF2B5EF4-FFF2-40B4-BE49-F238E27FC236}">
                <a16:creationId xmlns:a16="http://schemas.microsoft.com/office/drawing/2014/main" id="{C188B3E3-8479-3599-7AC2-1BED1E49E4E4}"/>
              </a:ext>
            </a:extLst>
          </p:cNvPr>
          <p:cNvSpPr/>
          <p:nvPr/>
        </p:nvSpPr>
        <p:spPr>
          <a:xfrm>
            <a:off x="9809336" y="26367"/>
            <a:ext cx="28268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33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02CF1EB-5DF0-D4B0-9353-6147F87C6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384373"/>
              </p:ext>
            </p:extLst>
          </p:nvPr>
        </p:nvGraphicFramePr>
        <p:xfrm>
          <a:off x="483413" y="534297"/>
          <a:ext cx="2786484" cy="35657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4414">
                  <a:extLst>
                    <a:ext uri="{9D8B030D-6E8A-4147-A177-3AD203B41FA5}">
                      <a16:colId xmlns:a16="http://schemas.microsoft.com/office/drawing/2014/main" val="1990744825"/>
                    </a:ext>
                  </a:extLst>
                </a:gridCol>
                <a:gridCol w="464414">
                  <a:extLst>
                    <a:ext uri="{9D8B030D-6E8A-4147-A177-3AD203B41FA5}">
                      <a16:colId xmlns:a16="http://schemas.microsoft.com/office/drawing/2014/main" val="4110627336"/>
                    </a:ext>
                  </a:extLst>
                </a:gridCol>
                <a:gridCol w="464414">
                  <a:extLst>
                    <a:ext uri="{9D8B030D-6E8A-4147-A177-3AD203B41FA5}">
                      <a16:colId xmlns:a16="http://schemas.microsoft.com/office/drawing/2014/main" val="2469783020"/>
                    </a:ext>
                  </a:extLst>
                </a:gridCol>
                <a:gridCol w="464414">
                  <a:extLst>
                    <a:ext uri="{9D8B030D-6E8A-4147-A177-3AD203B41FA5}">
                      <a16:colId xmlns:a16="http://schemas.microsoft.com/office/drawing/2014/main" val="649945213"/>
                    </a:ext>
                  </a:extLst>
                </a:gridCol>
                <a:gridCol w="464414">
                  <a:extLst>
                    <a:ext uri="{9D8B030D-6E8A-4147-A177-3AD203B41FA5}">
                      <a16:colId xmlns:a16="http://schemas.microsoft.com/office/drawing/2014/main" val="9530649"/>
                    </a:ext>
                  </a:extLst>
                </a:gridCol>
                <a:gridCol w="464414">
                  <a:extLst>
                    <a:ext uri="{9D8B030D-6E8A-4147-A177-3AD203B41FA5}">
                      <a16:colId xmlns:a16="http://schemas.microsoft.com/office/drawing/2014/main" val="2320908107"/>
                    </a:ext>
                  </a:extLst>
                </a:gridCol>
              </a:tblGrid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 water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614872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615864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11879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907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275900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38311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6875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738749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>
                          <a:effectLst/>
                        </a:rPr>
                        <a:t>8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7973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145111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079684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576270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876075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177390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95970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951961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555323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37203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434785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67916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61707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0798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443927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76060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691489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>
                          <a:effectLst/>
                        </a:rPr>
                        <a:t>25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357741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250415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445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57838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099275"/>
                  </a:ext>
                </a:extLst>
              </a:tr>
              <a:tr h="1150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56802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F8CA917-B523-642D-0873-1414F4F1C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013856"/>
              </p:ext>
            </p:extLst>
          </p:nvPr>
        </p:nvGraphicFramePr>
        <p:xfrm>
          <a:off x="4736595" y="550221"/>
          <a:ext cx="3734424" cy="55686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6803">
                  <a:extLst>
                    <a:ext uri="{9D8B030D-6E8A-4147-A177-3AD203B41FA5}">
                      <a16:colId xmlns:a16="http://schemas.microsoft.com/office/drawing/2014/main" val="1990744825"/>
                    </a:ext>
                  </a:extLst>
                </a:gridCol>
                <a:gridCol w="466803">
                  <a:extLst>
                    <a:ext uri="{9D8B030D-6E8A-4147-A177-3AD203B41FA5}">
                      <a16:colId xmlns:a16="http://schemas.microsoft.com/office/drawing/2014/main" val="4110627336"/>
                    </a:ext>
                  </a:extLst>
                </a:gridCol>
                <a:gridCol w="466803">
                  <a:extLst>
                    <a:ext uri="{9D8B030D-6E8A-4147-A177-3AD203B41FA5}">
                      <a16:colId xmlns:a16="http://schemas.microsoft.com/office/drawing/2014/main" val="2469783020"/>
                    </a:ext>
                  </a:extLst>
                </a:gridCol>
                <a:gridCol w="466803">
                  <a:extLst>
                    <a:ext uri="{9D8B030D-6E8A-4147-A177-3AD203B41FA5}">
                      <a16:colId xmlns:a16="http://schemas.microsoft.com/office/drawing/2014/main" val="649945213"/>
                    </a:ext>
                  </a:extLst>
                </a:gridCol>
                <a:gridCol w="466803">
                  <a:extLst>
                    <a:ext uri="{9D8B030D-6E8A-4147-A177-3AD203B41FA5}">
                      <a16:colId xmlns:a16="http://schemas.microsoft.com/office/drawing/2014/main" val="9530649"/>
                    </a:ext>
                  </a:extLst>
                </a:gridCol>
                <a:gridCol w="466803">
                  <a:extLst>
                    <a:ext uri="{9D8B030D-6E8A-4147-A177-3AD203B41FA5}">
                      <a16:colId xmlns:a16="http://schemas.microsoft.com/office/drawing/2014/main" val="2320908107"/>
                    </a:ext>
                  </a:extLst>
                </a:gridCol>
                <a:gridCol w="466803">
                  <a:extLst>
                    <a:ext uri="{9D8B030D-6E8A-4147-A177-3AD203B41FA5}">
                      <a16:colId xmlns:a16="http://schemas.microsoft.com/office/drawing/2014/main" val="3066575847"/>
                    </a:ext>
                  </a:extLst>
                </a:gridCol>
                <a:gridCol w="466803">
                  <a:extLst>
                    <a:ext uri="{9D8B030D-6E8A-4147-A177-3AD203B41FA5}">
                      <a16:colId xmlns:a16="http://schemas.microsoft.com/office/drawing/2014/main" val="3174498319"/>
                    </a:ext>
                  </a:extLst>
                </a:gridCol>
              </a:tblGrid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 water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ST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INV ADJ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614872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615864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1187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90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27590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3831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68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73874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797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14511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079684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57627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8760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>
                          <a:effectLst/>
                        </a:rPr>
                        <a:t>13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17739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95970"/>
                  </a:ext>
                </a:extLst>
              </a:tr>
              <a:tr h="10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95196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>
                          <a:effectLst/>
                        </a:rPr>
                        <a:t>16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55532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3720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43478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6791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6170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0798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44392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7606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69148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>
                          <a:effectLst/>
                        </a:rPr>
                        <a:t>25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35774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25041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44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57838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0992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56802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00925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0568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3342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99115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45002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79823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175172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6407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8399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40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863268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30587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15850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74094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43499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2907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813052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46926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3746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70981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389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Shape 0">
            <a:extLst>
              <a:ext uri="{FF2B5EF4-FFF2-40B4-BE49-F238E27FC236}">
                <a16:creationId xmlns:a16="http://schemas.microsoft.com/office/drawing/2014/main" id="{B35C2536-3A2A-00D6-EDAD-52706C0290AE}"/>
              </a:ext>
            </a:extLst>
          </p:cNvPr>
          <p:cNvSpPr/>
          <p:nvPr/>
        </p:nvSpPr>
        <p:spPr>
          <a:xfrm>
            <a:off x="38100" y="38100"/>
            <a:ext cx="10376646" cy="6781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280" y="297180"/>
            <a:ext cx="41148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table (50%--&gt;75%--&gt;100%)</a:t>
            </a:r>
            <a:endParaRPr lang="en-US" sz="1000" dirty="0"/>
          </a:p>
        </p:txBody>
      </p:sp>
      <p:sp>
        <p:nvSpPr>
          <p:cNvPr id="467" name="Text 465"/>
          <p:cNvSpPr/>
          <p:nvPr/>
        </p:nvSpPr>
        <p:spPr>
          <a:xfrm>
            <a:off x="4762500" y="297180"/>
            <a:ext cx="41148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table (100%--&gt;75%--&gt;50%)</a:t>
            </a:r>
            <a:endParaRPr lang="en-US" sz="1000" dirty="0"/>
          </a:p>
        </p:txBody>
      </p:sp>
      <p:sp>
        <p:nvSpPr>
          <p:cNvPr id="927" name="Text 925"/>
          <p:cNvSpPr/>
          <p:nvPr/>
        </p:nvSpPr>
        <p:spPr>
          <a:xfrm>
            <a:off x="335280" y="6172200"/>
            <a:ext cx="716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75% step</a:t>
            </a:r>
            <a:endParaRPr lang="en-US" sz="1000" dirty="0"/>
          </a:p>
        </p:txBody>
      </p:sp>
      <p:sp>
        <p:nvSpPr>
          <p:cNvPr id="928" name="Text 926"/>
          <p:cNvSpPr/>
          <p:nvPr/>
        </p:nvSpPr>
        <p:spPr>
          <a:xfrm>
            <a:off x="925920" y="6161379"/>
            <a:ext cx="457200" cy="183579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endParaRPr lang="en-US" sz="1000" dirty="0"/>
          </a:p>
        </p:txBody>
      </p:sp>
      <p:sp>
        <p:nvSpPr>
          <p:cNvPr id="929" name="Text 927"/>
          <p:cNvSpPr/>
          <p:nvPr/>
        </p:nvSpPr>
        <p:spPr>
          <a:xfrm>
            <a:off x="1500733" y="6172200"/>
            <a:ext cx="770027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step</a:t>
            </a:r>
            <a:endParaRPr lang="en-US" sz="1000" dirty="0"/>
          </a:p>
        </p:txBody>
      </p:sp>
      <p:sp>
        <p:nvSpPr>
          <p:cNvPr id="930" name="Text 928"/>
          <p:cNvSpPr/>
          <p:nvPr/>
        </p:nvSpPr>
        <p:spPr>
          <a:xfrm>
            <a:off x="2286000" y="6156960"/>
            <a:ext cx="457200" cy="2019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endParaRPr lang="en-US" sz="1000" dirty="0"/>
          </a:p>
        </p:txBody>
      </p:sp>
      <p:sp>
        <p:nvSpPr>
          <p:cNvPr id="931" name="Text 929"/>
          <p:cNvSpPr/>
          <p:nvPr/>
        </p:nvSpPr>
        <p:spPr>
          <a:xfrm>
            <a:off x="2875823" y="6172200"/>
            <a:ext cx="934177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time [sec]</a:t>
            </a:r>
            <a:endParaRPr lang="en-US" sz="1000" dirty="0"/>
          </a:p>
        </p:txBody>
      </p:sp>
      <p:sp>
        <p:nvSpPr>
          <p:cNvPr id="932" name="Text 930"/>
          <p:cNvSpPr/>
          <p:nvPr/>
        </p:nvSpPr>
        <p:spPr>
          <a:xfrm>
            <a:off x="3832859" y="6156960"/>
            <a:ext cx="438993" cy="194979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endParaRPr lang="en-US" sz="1000" dirty="0"/>
          </a:p>
        </p:txBody>
      </p:sp>
      <p:sp>
        <p:nvSpPr>
          <p:cNvPr id="939" name="Text 937"/>
          <p:cNvSpPr/>
          <p:nvPr/>
        </p:nvSpPr>
        <p:spPr>
          <a:xfrm>
            <a:off x="9304356" y="5590942"/>
            <a:ext cx="762000" cy="495300"/>
          </a:xfrm>
          <a:prstGeom prst="rect">
            <a:avLst/>
          </a:prstGeom>
          <a:solidFill>
            <a:srgbClr val="0D37C9"/>
          </a:solidFill>
          <a:ln>
            <a:solidFill>
              <a:srgbClr val="0020A0"/>
            </a:solidFill>
          </a:ln>
        </p:spPr>
        <p:txBody>
          <a:bodyPr wrap="square" lIns="318" tIns="318" rIns="318" bIns="318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</a:t>
            </a:r>
            <a:endParaRPr lang="en-US" sz="1000" dirty="0"/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</a:t>
            </a:r>
            <a:endParaRPr lang="en-US" sz="1000" dirty="0"/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000" dirty="0"/>
          </a:p>
        </p:txBody>
      </p:sp>
      <p:sp>
        <p:nvSpPr>
          <p:cNvPr id="940" name="Shape 938"/>
          <p:cNvSpPr/>
          <p:nvPr/>
        </p:nvSpPr>
        <p:spPr>
          <a:xfrm>
            <a:off x="9334836" y="5621422"/>
            <a:ext cx="701040" cy="0"/>
          </a:xfrm>
          <a:prstGeom prst="line">
            <a:avLst/>
          </a:prstGeom>
          <a:noFill/>
          <a:ln w="12700">
            <a:solidFill>
              <a:srgbClr val="4F75FF"/>
            </a:solidFill>
            <a:prstDash val="solid"/>
          </a:ln>
        </p:spPr>
      </p:sp>
      <p:sp>
        <p:nvSpPr>
          <p:cNvPr id="941" name="Shape 939"/>
          <p:cNvSpPr/>
          <p:nvPr/>
        </p:nvSpPr>
        <p:spPr>
          <a:xfrm>
            <a:off x="9334836" y="5621422"/>
            <a:ext cx="0" cy="434340"/>
          </a:xfrm>
          <a:prstGeom prst="line">
            <a:avLst/>
          </a:prstGeom>
          <a:noFill/>
          <a:ln w="12700">
            <a:solidFill>
              <a:srgbClr val="4F75FF"/>
            </a:solidFill>
            <a:prstDash val="solid"/>
          </a:ln>
        </p:spPr>
      </p:sp>
      <p:graphicFrame>
        <p:nvGraphicFramePr>
          <p:cNvPr id="942" name="표 941">
            <a:extLst>
              <a:ext uri="{FF2B5EF4-FFF2-40B4-BE49-F238E27FC236}">
                <a16:creationId xmlns:a16="http://schemas.microsoft.com/office/drawing/2014/main" id="{1C58A3F8-279E-6A30-AA9A-43BF3018D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193442"/>
              </p:ext>
            </p:extLst>
          </p:nvPr>
        </p:nvGraphicFramePr>
        <p:xfrm>
          <a:off x="644348" y="534297"/>
          <a:ext cx="3496664" cy="55686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7083">
                  <a:extLst>
                    <a:ext uri="{9D8B030D-6E8A-4147-A177-3AD203B41FA5}">
                      <a16:colId xmlns:a16="http://schemas.microsoft.com/office/drawing/2014/main" val="1990744825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4110627336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2469783020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649945213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9530649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2320908107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3066575847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3174498319"/>
                    </a:ext>
                  </a:extLst>
                </a:gridCol>
              </a:tblGrid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 water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ST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INV ADJ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614872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615864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1187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90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27590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3831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68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73874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>
                          <a:effectLst/>
                        </a:rPr>
                        <a:t>8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797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14511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079684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57627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8760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17739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9597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95196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55532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3720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43478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6791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6170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0798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44392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7606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69148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>
                          <a:effectLst/>
                        </a:rPr>
                        <a:t>25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35774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25041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44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57838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0992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56802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00925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0568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3342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99115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45002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79823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175172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6407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8399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40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863268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30587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15850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74094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43499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2907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813052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46926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3746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70981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38907"/>
                  </a:ext>
                </a:extLst>
              </a:tr>
            </a:tbl>
          </a:graphicData>
        </a:graphic>
      </p:graphicFrame>
      <p:sp>
        <p:nvSpPr>
          <p:cNvPr id="943" name="Text 925">
            <a:extLst>
              <a:ext uri="{FF2B5EF4-FFF2-40B4-BE49-F238E27FC236}">
                <a16:creationId xmlns:a16="http://schemas.microsoft.com/office/drawing/2014/main" id="{B478A419-3C9F-42C7-C73B-205A085791A6}"/>
              </a:ext>
            </a:extLst>
          </p:cNvPr>
          <p:cNvSpPr/>
          <p:nvPr/>
        </p:nvSpPr>
        <p:spPr>
          <a:xfrm>
            <a:off x="4665284" y="6188124"/>
            <a:ext cx="7162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75% step</a:t>
            </a:r>
            <a:endParaRPr lang="en-US" sz="1000" dirty="0"/>
          </a:p>
        </p:txBody>
      </p:sp>
      <p:sp>
        <p:nvSpPr>
          <p:cNvPr id="944" name="Text 926">
            <a:extLst>
              <a:ext uri="{FF2B5EF4-FFF2-40B4-BE49-F238E27FC236}">
                <a16:creationId xmlns:a16="http://schemas.microsoft.com/office/drawing/2014/main" id="{B2E36990-69D2-244C-C3BF-A8E9D9116125}"/>
              </a:ext>
            </a:extLst>
          </p:cNvPr>
          <p:cNvSpPr/>
          <p:nvPr/>
        </p:nvSpPr>
        <p:spPr>
          <a:xfrm>
            <a:off x="5255924" y="6177303"/>
            <a:ext cx="457200" cy="183579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endParaRPr lang="en-US" sz="1000" dirty="0"/>
          </a:p>
        </p:txBody>
      </p:sp>
      <p:sp>
        <p:nvSpPr>
          <p:cNvPr id="945" name="Text 927">
            <a:extLst>
              <a:ext uri="{FF2B5EF4-FFF2-40B4-BE49-F238E27FC236}">
                <a16:creationId xmlns:a16="http://schemas.microsoft.com/office/drawing/2014/main" id="{8946423A-C24A-7187-D2DC-DB311DF1D4A4}"/>
              </a:ext>
            </a:extLst>
          </p:cNvPr>
          <p:cNvSpPr/>
          <p:nvPr/>
        </p:nvSpPr>
        <p:spPr>
          <a:xfrm>
            <a:off x="5830737" y="6188124"/>
            <a:ext cx="770027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step</a:t>
            </a:r>
            <a:endParaRPr lang="en-US" sz="1000" dirty="0"/>
          </a:p>
        </p:txBody>
      </p:sp>
      <p:sp>
        <p:nvSpPr>
          <p:cNvPr id="946" name="Text 928">
            <a:extLst>
              <a:ext uri="{FF2B5EF4-FFF2-40B4-BE49-F238E27FC236}">
                <a16:creationId xmlns:a16="http://schemas.microsoft.com/office/drawing/2014/main" id="{26C3F42E-3673-022C-B61C-5A4CD99D766B}"/>
              </a:ext>
            </a:extLst>
          </p:cNvPr>
          <p:cNvSpPr/>
          <p:nvPr/>
        </p:nvSpPr>
        <p:spPr>
          <a:xfrm>
            <a:off x="6616004" y="6172884"/>
            <a:ext cx="457200" cy="20196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endParaRPr lang="en-US" sz="1000" dirty="0"/>
          </a:p>
        </p:txBody>
      </p:sp>
      <p:sp>
        <p:nvSpPr>
          <p:cNvPr id="947" name="Text 929">
            <a:extLst>
              <a:ext uri="{FF2B5EF4-FFF2-40B4-BE49-F238E27FC236}">
                <a16:creationId xmlns:a16="http://schemas.microsoft.com/office/drawing/2014/main" id="{FA072070-1844-C78F-BB7F-585C8298E692}"/>
              </a:ext>
            </a:extLst>
          </p:cNvPr>
          <p:cNvSpPr/>
          <p:nvPr/>
        </p:nvSpPr>
        <p:spPr>
          <a:xfrm>
            <a:off x="7205827" y="6188124"/>
            <a:ext cx="934177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time [sec]</a:t>
            </a:r>
            <a:endParaRPr lang="en-US" sz="1000" dirty="0"/>
          </a:p>
        </p:txBody>
      </p:sp>
      <p:sp>
        <p:nvSpPr>
          <p:cNvPr id="948" name="Text 930">
            <a:extLst>
              <a:ext uri="{FF2B5EF4-FFF2-40B4-BE49-F238E27FC236}">
                <a16:creationId xmlns:a16="http://schemas.microsoft.com/office/drawing/2014/main" id="{517739D6-9AB9-8197-A29A-C9CC55BA7B04}"/>
              </a:ext>
            </a:extLst>
          </p:cNvPr>
          <p:cNvSpPr/>
          <p:nvPr/>
        </p:nvSpPr>
        <p:spPr>
          <a:xfrm>
            <a:off x="8162863" y="6172884"/>
            <a:ext cx="438993" cy="194979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txBody>
          <a:bodyPr wrap="square" lIns="106" tIns="106" rIns="106" bIns="106" rtlCol="0" anchor="ctr">
            <a:normAutofit/>
          </a:bodyPr>
          <a:lstStyle/>
          <a:p>
            <a:pPr algn="ctr"/>
            <a:endParaRPr lang="en-US" sz="1000" dirty="0"/>
          </a:p>
        </p:txBody>
      </p:sp>
      <p:graphicFrame>
        <p:nvGraphicFramePr>
          <p:cNvPr id="949" name="표 948">
            <a:extLst>
              <a:ext uri="{FF2B5EF4-FFF2-40B4-BE49-F238E27FC236}">
                <a16:creationId xmlns:a16="http://schemas.microsoft.com/office/drawing/2014/main" id="{9F593F91-ED8C-888D-BF2B-4C12EB992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45437"/>
              </p:ext>
            </p:extLst>
          </p:nvPr>
        </p:nvGraphicFramePr>
        <p:xfrm>
          <a:off x="4974352" y="550221"/>
          <a:ext cx="3496664" cy="55686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7083">
                  <a:extLst>
                    <a:ext uri="{9D8B030D-6E8A-4147-A177-3AD203B41FA5}">
                      <a16:colId xmlns:a16="http://schemas.microsoft.com/office/drawing/2014/main" val="1990744825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4110627336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2469783020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649945213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9530649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2320908107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3066575847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3174498319"/>
                    </a:ext>
                  </a:extLst>
                </a:gridCol>
              </a:tblGrid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 water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ST air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INV ADJ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614872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615864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1187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90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27590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3831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68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73874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797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14511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079684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57627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8760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>
                          <a:effectLst/>
                        </a:rPr>
                        <a:t>13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17739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9597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95196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>
                          <a:effectLst/>
                        </a:rPr>
                        <a:t>16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55532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3720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43478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6791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6170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0798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44392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7606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69148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>
                          <a:effectLst/>
                        </a:rPr>
                        <a:t>25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35774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25041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44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57838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0992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56802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00925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0568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3342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99115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35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450029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36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79823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37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175172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38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6407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39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83991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40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0.0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863268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30587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15850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740940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43499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29073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813052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469267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374675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709816"/>
                  </a:ext>
                </a:extLst>
              </a:tr>
              <a:tr h="10380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2509" marR="2509" marT="25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38907"/>
                  </a:ext>
                </a:extLst>
              </a:tr>
            </a:tbl>
          </a:graphicData>
        </a:graphic>
      </p:graphicFrame>
      <p:sp>
        <p:nvSpPr>
          <p:cNvPr id="950" name="Shape 1">
            <a:extLst>
              <a:ext uri="{FF2B5EF4-FFF2-40B4-BE49-F238E27FC236}">
                <a16:creationId xmlns:a16="http://schemas.microsoft.com/office/drawing/2014/main" id="{3E945C58-8C87-0531-F163-2F19FC0AEBB2}"/>
              </a:ext>
            </a:extLst>
          </p:cNvPr>
          <p:cNvSpPr/>
          <p:nvPr/>
        </p:nvSpPr>
        <p:spPr>
          <a:xfrm>
            <a:off x="38100" y="38100"/>
            <a:ext cx="10376647" cy="213360"/>
          </a:xfrm>
          <a:prstGeom prst="rect">
            <a:avLst/>
          </a:prstGeom>
          <a:solidFill>
            <a:srgbClr val="F7F7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1" name="Shape 2">
            <a:extLst>
              <a:ext uri="{FF2B5EF4-FFF2-40B4-BE49-F238E27FC236}">
                <a16:creationId xmlns:a16="http://schemas.microsoft.com/office/drawing/2014/main" id="{016E4FD3-8B3E-A7FB-F84A-CDF92470D422}"/>
              </a:ext>
            </a:extLst>
          </p:cNvPr>
          <p:cNvSpPr/>
          <p:nvPr/>
        </p:nvSpPr>
        <p:spPr>
          <a:xfrm>
            <a:off x="91440" y="83820"/>
            <a:ext cx="121920" cy="121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2" name="Text 3">
            <a:extLst>
              <a:ext uri="{FF2B5EF4-FFF2-40B4-BE49-F238E27FC236}">
                <a16:creationId xmlns:a16="http://schemas.microsoft.com/office/drawing/2014/main" id="{164751E6-34E6-6772-6356-C61873EB8656}"/>
              </a:ext>
            </a:extLst>
          </p:cNvPr>
          <p:cNvSpPr/>
          <p:nvPr/>
        </p:nvSpPr>
        <p:spPr>
          <a:xfrm>
            <a:off x="251460" y="64770"/>
            <a:ext cx="243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운전</a:t>
            </a:r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Table</a:t>
            </a:r>
            <a:endParaRPr lang="en-US" sz="833" b="1" dirty="0"/>
          </a:p>
        </p:txBody>
      </p:sp>
      <p:sp>
        <p:nvSpPr>
          <p:cNvPr id="953" name="Text 4">
            <a:extLst>
              <a:ext uri="{FF2B5EF4-FFF2-40B4-BE49-F238E27FC236}">
                <a16:creationId xmlns:a16="http://schemas.microsoft.com/office/drawing/2014/main" id="{E0E79091-11F7-D86B-2030-6C764FEF0F2E}"/>
              </a:ext>
            </a:extLst>
          </p:cNvPr>
          <p:cNvSpPr/>
          <p:nvPr/>
        </p:nvSpPr>
        <p:spPr>
          <a:xfrm>
            <a:off x="10132065" y="38100"/>
            <a:ext cx="28268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3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EDDA99E-E905-0A61-0298-9922BCF41EB3}"/>
              </a:ext>
            </a:extLst>
          </p:cNvPr>
          <p:cNvSpPr/>
          <p:nvPr/>
        </p:nvSpPr>
        <p:spPr>
          <a:xfrm>
            <a:off x="38100" y="38100"/>
            <a:ext cx="5670176" cy="6781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EAF1373-9D77-13AD-E14F-D337834090AE}"/>
              </a:ext>
            </a:extLst>
          </p:cNvPr>
          <p:cNvSpPr/>
          <p:nvPr/>
        </p:nvSpPr>
        <p:spPr>
          <a:xfrm>
            <a:off x="38100" y="38100"/>
            <a:ext cx="5670176" cy="201627"/>
          </a:xfrm>
          <a:prstGeom prst="rect">
            <a:avLst/>
          </a:prstGeom>
          <a:solidFill>
            <a:srgbClr val="F7F7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76B6D5D-F579-DAA1-FF9F-73D672AFD9E5}"/>
              </a:ext>
            </a:extLst>
          </p:cNvPr>
          <p:cNvSpPr/>
          <p:nvPr/>
        </p:nvSpPr>
        <p:spPr>
          <a:xfrm>
            <a:off x="91440" y="83820"/>
            <a:ext cx="121920" cy="121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03B4E33-76AF-8C2E-CA12-42AEE542C652}"/>
              </a:ext>
            </a:extLst>
          </p:cNvPr>
          <p:cNvSpPr/>
          <p:nvPr/>
        </p:nvSpPr>
        <p:spPr>
          <a:xfrm>
            <a:off x="251460" y="64770"/>
            <a:ext cx="243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33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Parameter</a:t>
            </a:r>
            <a:endParaRPr lang="en-US" sz="833" b="1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A7FC5E7-A3DA-BF37-392F-DBCAEA02E48C}"/>
              </a:ext>
            </a:extLst>
          </p:cNvPr>
          <p:cNvSpPr/>
          <p:nvPr/>
        </p:nvSpPr>
        <p:spPr>
          <a:xfrm>
            <a:off x="5418879" y="26367"/>
            <a:ext cx="28268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33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37B7D3F-C5DF-DC7A-5237-CD0D14630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34463"/>
              </p:ext>
            </p:extLst>
          </p:nvPr>
        </p:nvGraphicFramePr>
        <p:xfrm>
          <a:off x="914594" y="306103"/>
          <a:ext cx="2870761" cy="6449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737">
                  <a:extLst>
                    <a:ext uri="{9D8B030D-6E8A-4147-A177-3AD203B41FA5}">
                      <a16:colId xmlns:a16="http://schemas.microsoft.com/office/drawing/2014/main" val="622643263"/>
                    </a:ext>
                  </a:extLst>
                </a:gridCol>
                <a:gridCol w="753036">
                  <a:extLst>
                    <a:ext uri="{9D8B030D-6E8A-4147-A177-3AD203B41FA5}">
                      <a16:colId xmlns:a16="http://schemas.microsoft.com/office/drawing/2014/main" val="3627482531"/>
                    </a:ext>
                  </a:extLst>
                </a:gridCol>
                <a:gridCol w="1653988">
                  <a:extLst>
                    <a:ext uri="{9D8B030D-6E8A-4147-A177-3AD203B41FA5}">
                      <a16:colId xmlns:a16="http://schemas.microsoft.com/office/drawing/2014/main" val="1511982571"/>
                    </a:ext>
                  </a:extLst>
                </a:gridCol>
              </a:tblGrid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80" b="1" u="none" strike="noStrike" dirty="0">
                          <a:effectLst/>
                        </a:rPr>
                        <a:t>설명</a:t>
                      </a:r>
                      <a:endParaRPr lang="ko-KR" altLang="en-US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265478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1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071873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2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857890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3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599662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4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423188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019823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6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151175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7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865005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8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266872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9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990555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10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208966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11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943635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12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636150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13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08224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14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968874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15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034441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16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110035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17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92864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18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161589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19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671954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20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577118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21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97836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22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125972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23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460355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24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180688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25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78891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26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202654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27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37034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28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20821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29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08543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30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556231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31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399162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32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227723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33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429301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34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53927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35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754881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36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196458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37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653656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38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719455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39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121512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40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62995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41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180024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42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43597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>
                          <a:effectLst/>
                        </a:rPr>
                        <a:t>43</a:t>
                      </a:r>
                      <a:endParaRPr lang="en-US" altLang="ko-KR" sz="68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81380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44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 dirty="0">
                          <a:effectLst/>
                        </a:rPr>
                        <a:t>0.0</a:t>
                      </a:r>
                      <a:endParaRPr lang="en-US" altLang="ko-KR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680057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45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44735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46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68740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47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461797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48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337595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49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80327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50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808766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51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202364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52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20919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53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977989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54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672641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55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787896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56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130392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57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749336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58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187388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59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83111"/>
                  </a:ext>
                </a:extLst>
              </a:tr>
              <a:tr h="94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b="1" u="none" strike="noStrike" dirty="0">
                          <a:effectLst/>
                        </a:rPr>
                        <a:t>60</a:t>
                      </a:r>
                      <a:endParaRPr lang="en-US" altLang="ko-KR" sz="68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80" u="none" strike="noStrike">
                          <a:effectLst/>
                        </a:rPr>
                        <a:t>0.0</a:t>
                      </a:r>
                      <a:endParaRPr lang="en-US" altLang="ko-KR" sz="68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8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98" marR="2098" marT="20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456194"/>
                  </a:ext>
                </a:extLst>
              </a:tr>
            </a:tbl>
          </a:graphicData>
        </a:graphic>
      </p:graphicFrame>
      <p:sp>
        <p:nvSpPr>
          <p:cNvPr id="8" name="Text 190">
            <a:extLst>
              <a:ext uri="{FF2B5EF4-FFF2-40B4-BE49-F238E27FC236}">
                <a16:creationId xmlns:a16="http://schemas.microsoft.com/office/drawing/2014/main" id="{A7818676-A84F-81E3-1C0E-71FDE9CDFCF8}"/>
              </a:ext>
            </a:extLst>
          </p:cNvPr>
          <p:cNvSpPr/>
          <p:nvPr/>
        </p:nvSpPr>
        <p:spPr>
          <a:xfrm>
            <a:off x="4436185" y="5564931"/>
            <a:ext cx="868680" cy="548640"/>
          </a:xfrm>
          <a:prstGeom prst="rect">
            <a:avLst/>
          </a:prstGeom>
          <a:solidFill>
            <a:srgbClr val="0D37C9"/>
          </a:solidFill>
          <a:ln>
            <a:solidFill>
              <a:srgbClr val="0020A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700" dirty="0"/>
          </a:p>
        </p:txBody>
      </p:sp>
      <p:sp>
        <p:nvSpPr>
          <p:cNvPr id="9" name="Shape 191">
            <a:extLst>
              <a:ext uri="{FF2B5EF4-FFF2-40B4-BE49-F238E27FC236}">
                <a16:creationId xmlns:a16="http://schemas.microsoft.com/office/drawing/2014/main" id="{4244C738-E7F8-01D2-B42F-2718BBE128CA}"/>
              </a:ext>
            </a:extLst>
          </p:cNvPr>
          <p:cNvSpPr/>
          <p:nvPr/>
        </p:nvSpPr>
        <p:spPr>
          <a:xfrm>
            <a:off x="4472761" y="5601507"/>
            <a:ext cx="795528" cy="0"/>
          </a:xfrm>
          <a:prstGeom prst="line">
            <a:avLst/>
          </a:prstGeom>
          <a:noFill/>
          <a:ln w="12700">
            <a:solidFill>
              <a:srgbClr val="4F75FF"/>
            </a:solidFill>
            <a:prstDash val="solid"/>
          </a:ln>
        </p:spPr>
      </p:sp>
      <p:sp>
        <p:nvSpPr>
          <p:cNvPr id="10" name="Shape 192">
            <a:extLst>
              <a:ext uri="{FF2B5EF4-FFF2-40B4-BE49-F238E27FC236}">
                <a16:creationId xmlns:a16="http://schemas.microsoft.com/office/drawing/2014/main" id="{7B54EA2D-5863-8034-E99C-2E702ECAEB75}"/>
              </a:ext>
            </a:extLst>
          </p:cNvPr>
          <p:cNvSpPr/>
          <p:nvPr/>
        </p:nvSpPr>
        <p:spPr>
          <a:xfrm>
            <a:off x="4472761" y="5601507"/>
            <a:ext cx="0" cy="475488"/>
          </a:xfrm>
          <a:prstGeom prst="line">
            <a:avLst/>
          </a:prstGeom>
          <a:noFill/>
          <a:ln w="12700">
            <a:solidFill>
              <a:srgbClr val="4F75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14239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8AF83C-5EA7-738E-38BF-51794FC9D301}"/>
              </a:ext>
            </a:extLst>
          </p:cNvPr>
          <p:cNvSpPr/>
          <p:nvPr/>
        </p:nvSpPr>
        <p:spPr>
          <a:xfrm>
            <a:off x="6345065" y="1510143"/>
            <a:ext cx="4817534" cy="3305258"/>
          </a:xfrm>
          <a:prstGeom prst="rect">
            <a:avLst/>
          </a:prstGeom>
          <a:solidFill>
            <a:srgbClr val="DFDE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DAB208-28F9-749E-4AE6-F0BBEB2D9A39}"/>
              </a:ext>
            </a:extLst>
          </p:cNvPr>
          <p:cNvSpPr/>
          <p:nvPr/>
        </p:nvSpPr>
        <p:spPr>
          <a:xfrm>
            <a:off x="6883820" y="3681751"/>
            <a:ext cx="448874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3846A-E927-D485-2D40-4200F9AAFA84}"/>
              </a:ext>
            </a:extLst>
          </p:cNvPr>
          <p:cNvSpPr txBox="1"/>
          <p:nvPr/>
        </p:nvSpPr>
        <p:spPr>
          <a:xfrm>
            <a:off x="6605533" y="3453007"/>
            <a:ext cx="10143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발전량 </a:t>
            </a:r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[kW]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E171BB-6B2F-D6E3-C890-54ADCC71680B}"/>
              </a:ext>
            </a:extLst>
          </p:cNvPr>
          <p:cNvSpPr/>
          <p:nvPr/>
        </p:nvSpPr>
        <p:spPr>
          <a:xfrm>
            <a:off x="6862113" y="4377981"/>
            <a:ext cx="448874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11D42-0D25-D658-BD31-9F0E872E924B}"/>
              </a:ext>
            </a:extLst>
          </p:cNvPr>
          <p:cNvSpPr txBox="1"/>
          <p:nvPr/>
        </p:nvSpPr>
        <p:spPr>
          <a:xfrm>
            <a:off x="6742157" y="4160917"/>
            <a:ext cx="6623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발열량</a:t>
            </a:r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[kW]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6C9E72-88DB-E990-0E87-D38B383521E3}"/>
              </a:ext>
            </a:extLst>
          </p:cNvPr>
          <p:cNvSpPr txBox="1"/>
          <p:nvPr/>
        </p:nvSpPr>
        <p:spPr>
          <a:xfrm>
            <a:off x="8913950" y="4249987"/>
            <a:ext cx="752569" cy="29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b="1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누적 운전 시간</a:t>
            </a:r>
            <a:endParaRPr lang="en-US" altLang="ko-KR" sz="700" b="1" dirty="0">
              <a:latin typeface="Times New Roman" panose="02020603050405020304" pitchFamily="18" charset="0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600" b="1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endParaRPr lang="ko-KR" alt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A16D44-770E-312B-CCC2-5B41E2136645}"/>
              </a:ext>
            </a:extLst>
          </p:cNvPr>
          <p:cNvSpPr/>
          <p:nvPr/>
        </p:nvSpPr>
        <p:spPr>
          <a:xfrm>
            <a:off x="7945914" y="3681751"/>
            <a:ext cx="448874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54A994-7F96-FC7B-34D7-84060B05EB6C}"/>
              </a:ext>
            </a:extLst>
          </p:cNvPr>
          <p:cNvSpPr txBox="1"/>
          <p:nvPr/>
        </p:nvSpPr>
        <p:spPr>
          <a:xfrm>
            <a:off x="7748860" y="3481253"/>
            <a:ext cx="9108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누적 발전량 </a:t>
            </a:r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kWh]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FBAAEED-E2A6-F058-6BB3-EFCAEFED1AC5}"/>
              </a:ext>
            </a:extLst>
          </p:cNvPr>
          <p:cNvSpPr/>
          <p:nvPr/>
        </p:nvSpPr>
        <p:spPr>
          <a:xfrm>
            <a:off x="7931154" y="4402686"/>
            <a:ext cx="448874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45056E-92DB-8714-155F-B562AA3CA829}"/>
              </a:ext>
            </a:extLst>
          </p:cNvPr>
          <p:cNvSpPr txBox="1"/>
          <p:nvPr/>
        </p:nvSpPr>
        <p:spPr>
          <a:xfrm>
            <a:off x="7685751" y="4175995"/>
            <a:ext cx="93807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누적 발열량 </a:t>
            </a:r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[kWh]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42C7B6-C278-BC2C-78BF-B8E9B5936660}"/>
              </a:ext>
            </a:extLst>
          </p:cNvPr>
          <p:cNvSpPr txBox="1"/>
          <p:nvPr/>
        </p:nvSpPr>
        <p:spPr>
          <a:xfrm>
            <a:off x="7976911" y="1683906"/>
            <a:ext cx="736664" cy="235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Emergency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EA8B70-9509-B77B-B639-4895393AF8AA}"/>
              </a:ext>
            </a:extLst>
          </p:cNvPr>
          <p:cNvSpPr/>
          <p:nvPr/>
        </p:nvSpPr>
        <p:spPr>
          <a:xfrm>
            <a:off x="6769350" y="2327738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58086D-1027-5BB5-A124-C7F8C2EEC844}"/>
              </a:ext>
            </a:extLst>
          </p:cNvPr>
          <p:cNvSpPr/>
          <p:nvPr/>
        </p:nvSpPr>
        <p:spPr>
          <a:xfrm>
            <a:off x="6769350" y="2861542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4ED9BE-E7C4-78C5-BDE1-883C6BF79383}"/>
              </a:ext>
            </a:extLst>
          </p:cNvPr>
          <p:cNvSpPr/>
          <p:nvPr/>
        </p:nvSpPr>
        <p:spPr>
          <a:xfrm>
            <a:off x="7845804" y="2333548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100 %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784EFF-BB4D-FE5A-70A2-C5A7A5BF806A}"/>
              </a:ext>
            </a:extLst>
          </p:cNvPr>
          <p:cNvSpPr/>
          <p:nvPr/>
        </p:nvSpPr>
        <p:spPr>
          <a:xfrm>
            <a:off x="8928072" y="2327738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75 %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ECF622F-D5AF-7AC5-7BD3-8C97A930768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l="38789" t="34972" r="56421" b="56197"/>
          <a:stretch/>
        </p:blipFill>
        <p:spPr>
          <a:xfrm>
            <a:off x="8066650" y="1893531"/>
            <a:ext cx="557178" cy="16862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3E685C-A172-48E1-B69E-5484BC2FEA7E}"/>
              </a:ext>
            </a:extLst>
          </p:cNvPr>
          <p:cNvSpPr/>
          <p:nvPr/>
        </p:nvSpPr>
        <p:spPr>
          <a:xfrm>
            <a:off x="10045432" y="2327738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50 %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8EBCAD3-8A53-2EAD-761B-E444EA1C632D}"/>
              </a:ext>
            </a:extLst>
          </p:cNvPr>
          <p:cNvSpPr/>
          <p:nvPr/>
        </p:nvSpPr>
        <p:spPr>
          <a:xfrm>
            <a:off x="7845804" y="2861542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577770-7565-7189-3289-B04F1A62AEA5}"/>
              </a:ext>
            </a:extLst>
          </p:cNvPr>
          <p:cNvSpPr/>
          <p:nvPr/>
        </p:nvSpPr>
        <p:spPr>
          <a:xfrm>
            <a:off x="8928072" y="2846567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5C65518-EF16-C8BC-E70C-ED80BC466FDD}"/>
              </a:ext>
            </a:extLst>
          </p:cNvPr>
          <p:cNvSpPr/>
          <p:nvPr/>
        </p:nvSpPr>
        <p:spPr>
          <a:xfrm>
            <a:off x="9673959" y="3653062"/>
            <a:ext cx="667574" cy="1697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 : 00 : 00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8BD95F-1958-0CAC-8971-43E2864E79DE}"/>
              </a:ext>
            </a:extLst>
          </p:cNvPr>
          <p:cNvSpPr txBox="1"/>
          <p:nvPr/>
        </p:nvSpPr>
        <p:spPr>
          <a:xfrm>
            <a:off x="8945652" y="3654118"/>
            <a:ext cx="555361" cy="29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b="1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운전 시간</a:t>
            </a:r>
            <a:endParaRPr lang="en-US" altLang="ko-KR" sz="700" b="1" dirty="0">
              <a:latin typeface="Times New Roman" panose="02020603050405020304" pitchFamily="18" charset="0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600" b="1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endParaRPr lang="ko-KR" alt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D33AEC-C5AC-4E96-CEF2-CDAE2C75895C}"/>
              </a:ext>
            </a:extLst>
          </p:cNvPr>
          <p:cNvSpPr/>
          <p:nvPr/>
        </p:nvSpPr>
        <p:spPr>
          <a:xfrm>
            <a:off x="9666519" y="4260944"/>
            <a:ext cx="667574" cy="1697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 : 00 : 00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F26B7D-79DD-D1C0-F8B6-7BA3B034E74F}"/>
              </a:ext>
            </a:extLst>
          </p:cNvPr>
          <p:cNvSpPr txBox="1"/>
          <p:nvPr/>
        </p:nvSpPr>
        <p:spPr>
          <a:xfrm>
            <a:off x="6571074" y="1738969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LCD </a:t>
            </a:r>
            <a:r>
              <a:rPr lang="ko-KR" altLang="en-US" dirty="0"/>
              <a:t>모니터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607C80-55DA-A615-2BE3-2576F0D5903E}"/>
              </a:ext>
            </a:extLst>
          </p:cNvPr>
          <p:cNvSpPr txBox="1"/>
          <p:nvPr/>
        </p:nvSpPr>
        <p:spPr>
          <a:xfrm>
            <a:off x="671675" y="1786995"/>
            <a:ext cx="62031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8. </a:t>
            </a:r>
            <a:r>
              <a:rPr lang="ko-KR" altLang="en-US" b="1" dirty="0"/>
              <a:t>메인 </a:t>
            </a:r>
            <a:r>
              <a:rPr lang="en-US" altLang="ko-KR" b="1" dirty="0"/>
              <a:t>UI</a:t>
            </a:r>
            <a:r>
              <a:rPr lang="ko-KR" altLang="en-US" b="1" dirty="0"/>
              <a:t>에서         클릭 시 다음과 같이 팝업 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비상정지 상태 표시</a:t>
            </a:r>
            <a:r>
              <a:rPr lang="en-US" altLang="ko-KR" dirty="0"/>
              <a:t>(</a:t>
            </a:r>
            <a:r>
              <a:rPr lang="ko-KR" altLang="en-US" dirty="0"/>
              <a:t>비상정지 시 램프 적색 점등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기동</a:t>
            </a:r>
            <a:r>
              <a:rPr lang="en-US" altLang="ko-KR" dirty="0"/>
              <a:t>, </a:t>
            </a:r>
            <a:r>
              <a:rPr lang="ko-KR" altLang="en-US" dirty="0"/>
              <a:t>정지</a:t>
            </a:r>
            <a:r>
              <a:rPr lang="en-US" altLang="ko-KR" dirty="0"/>
              <a:t>,</a:t>
            </a:r>
            <a:r>
              <a:rPr lang="ko-KR" altLang="en-US" dirty="0"/>
              <a:t> 부하운전 설정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발전량</a:t>
            </a:r>
            <a:r>
              <a:rPr lang="en-US" altLang="ko-KR" dirty="0"/>
              <a:t>, </a:t>
            </a:r>
            <a:r>
              <a:rPr lang="ko-KR" altLang="en-US" dirty="0"/>
              <a:t>누적 발전량</a:t>
            </a:r>
            <a:r>
              <a:rPr lang="en-US" altLang="ko-KR" dirty="0"/>
              <a:t>, </a:t>
            </a:r>
            <a:r>
              <a:rPr lang="ko-KR" altLang="en-US" dirty="0"/>
              <a:t>발열량</a:t>
            </a:r>
            <a:r>
              <a:rPr lang="en-US" altLang="ko-KR" dirty="0"/>
              <a:t>, </a:t>
            </a:r>
            <a:r>
              <a:rPr lang="ko-KR" altLang="en-US" dirty="0"/>
              <a:t>누적 발열량 표시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운전 시간</a:t>
            </a:r>
            <a:r>
              <a:rPr lang="en-US" altLang="ko-KR" dirty="0"/>
              <a:t>, </a:t>
            </a:r>
            <a:r>
              <a:rPr lang="ko-KR" altLang="en-US" dirty="0"/>
              <a:t>누적 운전 시간 표시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ACB6FB-F468-A41A-650F-13927F8D3FA0}"/>
              </a:ext>
            </a:extLst>
          </p:cNvPr>
          <p:cNvSpPr/>
          <p:nvPr/>
        </p:nvSpPr>
        <p:spPr>
          <a:xfrm>
            <a:off x="2441871" y="1821795"/>
            <a:ext cx="489447" cy="3120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LCD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52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34014</TotalTime>
  <Words>4121</Words>
  <Application>Microsoft Office PowerPoint</Application>
  <PresentationFormat>와이드스크린</PresentationFormat>
  <Paragraphs>2693</Paragraphs>
  <Slides>15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굴림</vt:lpstr>
      <vt:lpstr>Malgun Gothic</vt:lpstr>
      <vt:lpstr>Malgun Gothic</vt:lpstr>
      <vt:lpstr>Arial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성문 정</dc:creator>
  <cp:lastModifiedBy>기철 서</cp:lastModifiedBy>
  <cp:revision>257</cp:revision>
  <cp:lastPrinted>2025-12-09T01:02:26Z</cp:lastPrinted>
  <dcterms:created xsi:type="dcterms:W3CDTF">2025-06-20T06:08:19Z</dcterms:created>
  <dcterms:modified xsi:type="dcterms:W3CDTF">2026-08-24T23:30:10Z</dcterms:modified>
</cp:coreProperties>
</file>