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7" r:id="rId4"/>
    <p:sldId id="27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4672"/>
    <a:srgbClr val="5060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6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0CDF94-EDE1-5432-F9B4-31DAB9281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E0C5DC-31E2-9FF6-2C67-845B95909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CB6F9C-22EE-847A-DCCC-7B1C08413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8E40-BA93-4452-ADE2-AE6EE2F28477}" type="datetimeFigureOut">
              <a:rPr lang="ko-KR" altLang="en-US" smtClean="0"/>
              <a:t>2024-06-17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19CFD3-A986-91D7-A4DA-DD76DC2CE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FCA532-34EF-FF13-F7B9-7352F2E5C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02460-055E-4D3E-8E79-D73D2DA531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192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39096-52EB-6C69-1578-BB28E79C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E69E6-DCDE-7A5C-3CEA-DF7F09DEB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60CEEA-D660-2A5A-69C6-C66A75CF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8E40-BA93-4452-ADE2-AE6EE2F28477}" type="datetimeFigureOut">
              <a:rPr lang="ko-KR" altLang="en-US" smtClean="0"/>
              <a:t>2024-06-17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90B181-50E6-B463-155B-97A2DAF2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3B7F51-AA42-ECDC-187D-52EAE238B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02460-055E-4D3E-8E79-D73D2DA531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33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0F6CC-A36B-5642-5C26-2195ED8E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E6B2A5-4B23-08A0-E5EE-13D70EA82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B8CF99-85A6-1EF9-A40F-D45D3EB70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8E40-BA93-4452-ADE2-AE6EE2F28477}" type="datetimeFigureOut">
              <a:rPr lang="ko-KR" altLang="en-US" smtClean="0"/>
              <a:t>2024-06-17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99ECF-7270-F207-EB94-39D737AA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5D6FD6-2125-8FB1-4294-1877F898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02460-055E-4D3E-8E79-D73D2DA531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185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E0D18-E021-4A5F-A5FF-12FC6DB0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8E49F9-739C-0795-0F83-437C9B4AF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3976F5-C959-689C-4E79-8C6CA47F0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EF7B04-FB19-72DF-68C8-671433761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8E40-BA93-4452-ADE2-AE6EE2F28477}" type="datetimeFigureOut">
              <a:rPr lang="ko-KR" altLang="en-US" smtClean="0"/>
              <a:t>2024-06-17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80F1C0-97E7-7A33-9416-4D0E9B34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7A7B34-CDF7-1D9D-395C-C6A8D947A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02460-055E-4D3E-8E79-D73D2DA531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235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BB31D-9685-CF4B-82F7-C269F38A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D32DE7-BF9C-602F-A007-091865F5B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AAC4DF-8F68-372B-0871-DA3EB7E31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F56CEA-3B0B-E1F8-0BF4-76A20E13F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FE397C7-7C08-7EF2-F3FD-14028ABDB5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4237CDF-FDF0-C909-1E8F-D65100BA0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8E40-BA93-4452-ADE2-AE6EE2F28477}" type="datetimeFigureOut">
              <a:rPr lang="ko-KR" altLang="en-US" smtClean="0"/>
              <a:t>2024-06-17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62458E3-5D25-042D-38AA-C2E53FC4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C920E4F-CD82-D8DE-03C6-01301246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02460-055E-4D3E-8E79-D73D2DA531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68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D5EEE-BF6A-FE81-D472-AB4DEBB5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1C105F-3CFD-3EB1-9D04-F11FFDA20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8E40-BA93-4452-ADE2-AE6EE2F28477}" type="datetimeFigureOut">
              <a:rPr lang="ko-KR" altLang="en-US" smtClean="0"/>
              <a:t>2024-06-17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69834E-7F2B-342D-37F3-D35BF3937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348836-6D2B-F59F-D1A3-A0F661BC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02460-055E-4D3E-8E79-D73D2DA531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69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127DF8-F280-88E5-CB37-5058C3AD2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8E40-BA93-4452-ADE2-AE6EE2F28477}" type="datetimeFigureOut">
              <a:rPr lang="ko-KR" altLang="en-US" smtClean="0"/>
              <a:t>2024-06-17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9BA241-BDFE-ED60-F006-7283F9FEC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C5A58B-3321-1F9B-72E5-3C26A82F9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02460-055E-4D3E-8E79-D73D2DA531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818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DD042-63FB-1D35-B4F5-FA19D0456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4EB6A2-C58B-F98B-52F0-843DF34BD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45E478-0B65-A3E1-418A-5A53263AE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9C817C-5860-ECF0-0030-4C8E8BB2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8E40-BA93-4452-ADE2-AE6EE2F28477}" type="datetimeFigureOut">
              <a:rPr lang="ko-KR" altLang="en-US" smtClean="0"/>
              <a:t>2024-06-17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434908-C875-6B70-DD9D-4F726B62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B8F88B-20E1-7132-BAB4-61CA8C79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02460-055E-4D3E-8E79-D73D2DA531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275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E6638-7764-839B-2785-133D7DE3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507FD6F-464D-D6CB-DC1B-2A3383C1A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A4B508-F6BE-6328-82AA-5F000BAEF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0C4CD4-E5AD-D547-C690-90ADA4CE4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8E40-BA93-4452-ADE2-AE6EE2F28477}" type="datetimeFigureOut">
              <a:rPr lang="ko-KR" altLang="en-US" smtClean="0"/>
              <a:t>2024-06-17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9A64D3-AFAE-0455-74D7-E400BDC21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CA813D-A4A4-488C-2723-208E57FF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02460-055E-4D3E-8E79-D73D2DA531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473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EB05B-BB8A-5E34-C39B-B1C145ED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C34A06-861B-D0D0-E68D-BD99B206C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11B949-DEED-8644-3025-F379D1C6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8E40-BA93-4452-ADE2-AE6EE2F28477}" type="datetimeFigureOut">
              <a:rPr lang="ko-KR" altLang="en-US" smtClean="0"/>
              <a:t>2024-06-17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41BC7F-DC9F-1671-324D-05B09F2DE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15045A-7171-BD43-4C0D-A5AFD94C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02460-055E-4D3E-8E79-D73D2DA531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238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AA2C1A-8EFD-03B8-A5AB-E39F0C7F2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5F5620-5D3C-EAF0-665F-E56DA75C4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213E-3B26-487A-20CF-F08337F39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8E40-BA93-4452-ADE2-AE6EE2F28477}" type="datetimeFigureOut">
              <a:rPr lang="ko-KR" altLang="en-US" smtClean="0"/>
              <a:t>2024-06-17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20828B-C19E-DBAD-122B-770B52675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A33C0A-995E-FAC0-E8C9-149CC956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02460-055E-4D3E-8E79-D73D2DA531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448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04FCEB-0EB1-949E-44E4-2FB2DC2E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4188F7-DBD8-42BD-F094-D9D7C39DC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D180EE-3F6D-88DB-D020-C466702EB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B8E40-BA93-4452-ADE2-AE6EE2F28477}" type="datetimeFigureOut">
              <a:rPr lang="ko-KR" altLang="en-US" smtClean="0"/>
              <a:t>2024-06-17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0B97E8-9827-4CC5-9DE7-6468B0E777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4044EF-7A80-3C37-7008-19E56B7DD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02460-055E-4D3E-8E79-D73D2DA531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47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E02707-6C5F-F7D4-D1D6-A48BEF78F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3956"/>
            <a:ext cx="9144000" cy="1145704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저온 시스템 터치모니터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UI DESIGN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8C2E08-8442-51E2-E44F-3D5023260CF1}"/>
              </a:ext>
            </a:extLst>
          </p:cNvPr>
          <p:cNvSpPr txBox="1"/>
          <p:nvPr/>
        </p:nvSpPr>
        <p:spPr>
          <a:xfrm>
            <a:off x="8938055" y="4493740"/>
            <a:ext cx="19358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200" dirty="0" err="1"/>
              <a:t>동아퓨얼셀</a:t>
            </a:r>
            <a:r>
              <a:rPr lang="ko-KR" altLang="en-US" sz="2200" dirty="0"/>
              <a:t> </a:t>
            </a:r>
            <a:endParaRPr lang="en-US" altLang="ko-KR" sz="2200" dirty="0"/>
          </a:p>
          <a:p>
            <a:pPr algn="r"/>
            <a:r>
              <a:rPr lang="ko-KR" altLang="en-US" sz="2200" dirty="0"/>
              <a:t>김상민</a:t>
            </a:r>
            <a:r>
              <a:rPr lang="en-US" altLang="ko-KR" sz="2200" dirty="0"/>
              <a:t>PL</a:t>
            </a:r>
            <a:endParaRPr lang="ko-KR" alt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AA350-60F8-08B4-1443-A5800587AB9A}"/>
              </a:ext>
            </a:extLst>
          </p:cNvPr>
          <p:cNvSpPr txBox="1"/>
          <p:nvPr/>
        </p:nvSpPr>
        <p:spPr>
          <a:xfrm>
            <a:off x="8938055" y="5601730"/>
            <a:ext cx="19358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/>
              <a:t>Ver. 1.2</a:t>
            </a:r>
          </a:p>
        </p:txBody>
      </p:sp>
    </p:spTree>
    <p:extLst>
      <p:ext uri="{BB962C8B-B14F-4D97-AF65-F5344CB8AC3E}">
        <p14:creationId xmlns:p14="http://schemas.microsoft.com/office/powerpoint/2010/main" val="265913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6566C236-432C-C878-109C-6EAEBC838CBF}"/>
              </a:ext>
            </a:extLst>
          </p:cNvPr>
          <p:cNvGrpSpPr/>
          <p:nvPr/>
        </p:nvGrpSpPr>
        <p:grpSpPr>
          <a:xfrm>
            <a:off x="265743" y="978134"/>
            <a:ext cx="5743899" cy="3367886"/>
            <a:chOff x="0" y="2247102"/>
            <a:chExt cx="7863844" cy="461089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FECB282-EAAB-E1BC-48FD-D0412BFFB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47102"/>
              <a:ext cx="7863844" cy="4610898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AD1297E-BA89-D025-81E4-EE1C7C254DEB}"/>
                </a:ext>
              </a:extLst>
            </p:cNvPr>
            <p:cNvSpPr/>
            <p:nvPr/>
          </p:nvSpPr>
          <p:spPr>
            <a:xfrm>
              <a:off x="5300664" y="4822031"/>
              <a:ext cx="942974" cy="392907"/>
            </a:xfrm>
            <a:prstGeom prst="rect">
              <a:avLst/>
            </a:prstGeom>
            <a:solidFill>
              <a:srgbClr val="50609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100%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5529E61-D89F-B038-CE32-EFDFCEAC46E1}"/>
                </a:ext>
              </a:extLst>
            </p:cNvPr>
            <p:cNvSpPr/>
            <p:nvPr/>
          </p:nvSpPr>
          <p:spPr>
            <a:xfrm>
              <a:off x="5300664" y="5307806"/>
              <a:ext cx="942974" cy="392907"/>
            </a:xfrm>
            <a:prstGeom prst="rect">
              <a:avLst/>
            </a:prstGeom>
            <a:solidFill>
              <a:srgbClr val="50609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75%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2201A4E-3807-E3B1-E949-88183312986E}"/>
                </a:ext>
              </a:extLst>
            </p:cNvPr>
            <p:cNvSpPr/>
            <p:nvPr/>
          </p:nvSpPr>
          <p:spPr>
            <a:xfrm>
              <a:off x="5300664" y="5793581"/>
              <a:ext cx="942974" cy="392907"/>
            </a:xfrm>
            <a:prstGeom prst="rect">
              <a:avLst/>
            </a:prstGeom>
            <a:solidFill>
              <a:srgbClr val="50609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50%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F42311D-178D-8AED-CD72-1E9B8443D5DC}"/>
                </a:ext>
              </a:extLst>
            </p:cNvPr>
            <p:cNvSpPr/>
            <p:nvPr/>
          </p:nvSpPr>
          <p:spPr>
            <a:xfrm>
              <a:off x="5179219" y="4729163"/>
              <a:ext cx="1143000" cy="156448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66E490E-0643-9B53-DB31-2CFA1541B111}"/>
              </a:ext>
            </a:extLst>
          </p:cNvPr>
          <p:cNvSpPr txBox="1"/>
          <p:nvPr/>
        </p:nvSpPr>
        <p:spPr>
          <a:xfrm>
            <a:off x="323871" y="190925"/>
            <a:ext cx="5504208" cy="73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/>
              <a:t>터치 </a:t>
            </a:r>
            <a:r>
              <a:rPr lang="en-US" altLang="ko-KR" sz="3200" dirty="0"/>
              <a:t>UI </a:t>
            </a:r>
            <a:r>
              <a:rPr lang="ko-KR" altLang="en-US" sz="3200" dirty="0"/>
              <a:t>버튼 구성</a:t>
            </a:r>
            <a:endParaRPr lang="en-US" altLang="ko-KR" sz="3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513C0B-9480-DD9A-5D54-30D3A9D0C1B4}"/>
              </a:ext>
            </a:extLst>
          </p:cNvPr>
          <p:cNvSpPr txBox="1"/>
          <p:nvPr/>
        </p:nvSpPr>
        <p:spPr>
          <a:xfrm>
            <a:off x="6182359" y="978134"/>
            <a:ext cx="5904866" cy="1793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dirty="0"/>
              <a:t>터치 </a:t>
            </a:r>
            <a:r>
              <a:rPr lang="en-US" altLang="ko-KR" sz="2200" dirty="0"/>
              <a:t>UI 100%, 75%, 50% </a:t>
            </a:r>
            <a:r>
              <a:rPr lang="ko-KR" altLang="en-US" sz="2200" dirty="0"/>
              <a:t>버튼 추가</a:t>
            </a:r>
            <a:endParaRPr lang="en-US" altLang="ko-KR" sz="2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초기 상태 </a:t>
            </a:r>
            <a:r>
              <a:rPr lang="en-US" altLang="ko-KR" dirty="0"/>
              <a:t>100%, 75%, 50% </a:t>
            </a:r>
            <a:r>
              <a:rPr lang="ko-KR" altLang="en-US" dirty="0"/>
              <a:t>버튼 비활성화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정격 상태 도달</a:t>
            </a:r>
            <a:r>
              <a:rPr lang="en-US" altLang="ko-KR" dirty="0"/>
              <a:t>(Code5000)</a:t>
            </a:r>
            <a:r>
              <a:rPr lang="ko-KR" altLang="en-US" dirty="0"/>
              <a:t>시 </a:t>
            </a:r>
            <a:r>
              <a:rPr lang="en-US" altLang="ko-KR" dirty="0"/>
              <a:t>75%, 50% </a:t>
            </a:r>
            <a:r>
              <a:rPr lang="ko-KR" altLang="en-US" dirty="0"/>
              <a:t>버튼 활성화</a:t>
            </a:r>
            <a:r>
              <a:rPr lang="en-US" altLang="ko-KR" dirty="0"/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6054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6566C236-432C-C878-109C-6EAEBC838CBF}"/>
              </a:ext>
            </a:extLst>
          </p:cNvPr>
          <p:cNvGrpSpPr/>
          <p:nvPr/>
        </p:nvGrpSpPr>
        <p:grpSpPr>
          <a:xfrm>
            <a:off x="265743" y="926767"/>
            <a:ext cx="5743899" cy="3367886"/>
            <a:chOff x="0" y="2247102"/>
            <a:chExt cx="7863844" cy="461089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FECB282-EAAB-E1BC-48FD-D0412BFFB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47102"/>
              <a:ext cx="7863844" cy="4610898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AD1297E-BA89-D025-81E4-EE1C7C254DEB}"/>
                </a:ext>
              </a:extLst>
            </p:cNvPr>
            <p:cNvSpPr/>
            <p:nvPr/>
          </p:nvSpPr>
          <p:spPr>
            <a:xfrm>
              <a:off x="5300664" y="4822031"/>
              <a:ext cx="942974" cy="392907"/>
            </a:xfrm>
            <a:prstGeom prst="rect">
              <a:avLst/>
            </a:prstGeom>
            <a:solidFill>
              <a:srgbClr val="50609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100%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5529E61-D89F-B038-CE32-EFDFCEAC46E1}"/>
                </a:ext>
              </a:extLst>
            </p:cNvPr>
            <p:cNvSpPr/>
            <p:nvPr/>
          </p:nvSpPr>
          <p:spPr>
            <a:xfrm>
              <a:off x="5300664" y="5307806"/>
              <a:ext cx="942974" cy="392907"/>
            </a:xfrm>
            <a:prstGeom prst="rect">
              <a:avLst/>
            </a:prstGeom>
            <a:solidFill>
              <a:srgbClr val="50609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75%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2201A4E-3807-E3B1-E949-88183312986E}"/>
                </a:ext>
              </a:extLst>
            </p:cNvPr>
            <p:cNvSpPr/>
            <p:nvPr/>
          </p:nvSpPr>
          <p:spPr>
            <a:xfrm>
              <a:off x="5300664" y="5793581"/>
              <a:ext cx="942974" cy="392907"/>
            </a:xfrm>
            <a:prstGeom prst="rect">
              <a:avLst/>
            </a:prstGeom>
            <a:solidFill>
              <a:srgbClr val="50609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+mj-ea"/>
                  <a:ea typeface="+mj-ea"/>
                </a:rPr>
                <a:t>50%</a:t>
              </a:r>
              <a:endParaRPr lang="ko-KR" altLang="en-US" sz="1400" dirty="0">
                <a:latin typeface="+mj-ea"/>
                <a:ea typeface="+mj-ea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F42311D-178D-8AED-CD72-1E9B8443D5DC}"/>
                </a:ext>
              </a:extLst>
            </p:cNvPr>
            <p:cNvSpPr/>
            <p:nvPr/>
          </p:nvSpPr>
          <p:spPr>
            <a:xfrm>
              <a:off x="5179219" y="4729163"/>
              <a:ext cx="1143000" cy="156448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66E490E-0643-9B53-DB31-2CFA1541B111}"/>
              </a:ext>
            </a:extLst>
          </p:cNvPr>
          <p:cNvSpPr txBox="1"/>
          <p:nvPr/>
        </p:nvSpPr>
        <p:spPr>
          <a:xfrm>
            <a:off x="323871" y="190925"/>
            <a:ext cx="5504208" cy="73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/>
              <a:t>터치 </a:t>
            </a:r>
            <a:r>
              <a:rPr lang="en-US" altLang="ko-KR" sz="3200" dirty="0"/>
              <a:t>UI </a:t>
            </a:r>
            <a:r>
              <a:rPr lang="ko-KR" altLang="en-US" sz="3200" dirty="0"/>
              <a:t>버튼 구성</a:t>
            </a:r>
            <a:endParaRPr lang="en-US" altLang="ko-KR" sz="3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513C0B-9480-DD9A-5D54-30D3A9D0C1B4}"/>
              </a:ext>
            </a:extLst>
          </p:cNvPr>
          <p:cNvSpPr txBox="1"/>
          <p:nvPr/>
        </p:nvSpPr>
        <p:spPr>
          <a:xfrm>
            <a:off x="6182359" y="978134"/>
            <a:ext cx="5904866" cy="6779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dirty="0"/>
              <a:t>터치 </a:t>
            </a:r>
            <a:r>
              <a:rPr lang="en-US" altLang="ko-KR" sz="2200" dirty="0"/>
              <a:t>UI 100%, 75%, 50% </a:t>
            </a:r>
            <a:r>
              <a:rPr lang="ko-KR" altLang="en-US" sz="2200" dirty="0"/>
              <a:t>버튼 추가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en-US" altLang="ko-KR" dirty="0"/>
              <a:t>75% </a:t>
            </a:r>
            <a:r>
              <a:rPr lang="ko-KR" altLang="en-US" dirty="0"/>
              <a:t>버튼 누를 시 부하운전 동작</a:t>
            </a:r>
            <a:br>
              <a:rPr lang="en-US" altLang="ko-KR" dirty="0"/>
            </a:br>
            <a:r>
              <a:rPr lang="en-US" altLang="ko-KR" dirty="0"/>
              <a:t>100% </a:t>
            </a:r>
            <a:r>
              <a:rPr lang="ko-KR" altLang="en-US" dirty="0"/>
              <a:t>부하운전 상태일때</a:t>
            </a:r>
            <a:r>
              <a:rPr lang="en-US" altLang="ko-KR" dirty="0"/>
              <a:t>, UP Generating </a:t>
            </a:r>
            <a:r>
              <a:rPr lang="ko-KR" altLang="en-US" dirty="0"/>
              <a:t>동작</a:t>
            </a:r>
            <a:br>
              <a:rPr lang="en-US" altLang="ko-KR" dirty="0"/>
            </a:br>
            <a:r>
              <a:rPr lang="en-US" altLang="ko-KR" dirty="0"/>
              <a:t>50% </a:t>
            </a:r>
            <a:r>
              <a:rPr lang="ko-KR" altLang="en-US" dirty="0"/>
              <a:t>부하운전 상태일 때</a:t>
            </a:r>
            <a:r>
              <a:rPr lang="en-US" altLang="ko-KR" dirty="0"/>
              <a:t>, Down Generating </a:t>
            </a:r>
            <a:r>
              <a:rPr lang="ko-KR" altLang="en-US" dirty="0"/>
              <a:t>동작</a:t>
            </a:r>
            <a:br>
              <a:rPr lang="en-US" altLang="ko-KR" dirty="0"/>
            </a:br>
            <a:r>
              <a:rPr lang="ko-KR" altLang="en-US" dirty="0"/>
              <a:t>이후</a:t>
            </a:r>
            <a:r>
              <a:rPr lang="en-US" altLang="ko-KR" dirty="0"/>
              <a:t>, 100%, 50% </a:t>
            </a:r>
            <a:r>
              <a:rPr lang="ko-KR" altLang="en-US" dirty="0"/>
              <a:t>버튼 활성화</a:t>
            </a:r>
            <a:r>
              <a:rPr lang="en-US" altLang="ko-KR" dirty="0"/>
              <a:t>. 75% </a:t>
            </a:r>
            <a:r>
              <a:rPr lang="ko-KR" altLang="en-US" dirty="0"/>
              <a:t>버튼 비활성화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en-US" altLang="ko-KR" dirty="0"/>
              <a:t>50% </a:t>
            </a:r>
            <a:r>
              <a:rPr lang="ko-KR" altLang="en-US" dirty="0"/>
              <a:t>버튼 누를 시 부하운전 동작</a:t>
            </a:r>
            <a:br>
              <a:rPr lang="en-US" altLang="ko-KR" dirty="0"/>
            </a:br>
            <a:r>
              <a:rPr lang="en-US" altLang="ko-KR" dirty="0"/>
              <a:t>100% </a:t>
            </a:r>
            <a:r>
              <a:rPr lang="ko-KR" altLang="en-US" dirty="0"/>
              <a:t>부하운전 상태일때</a:t>
            </a:r>
            <a:r>
              <a:rPr lang="en-US" altLang="ko-KR" dirty="0"/>
              <a:t>, Down Generating</a:t>
            </a:r>
            <a:br>
              <a:rPr lang="en-US" altLang="ko-KR" dirty="0"/>
            </a:br>
            <a:r>
              <a:rPr lang="en-US" altLang="ko-KR" dirty="0"/>
              <a:t>75% </a:t>
            </a:r>
            <a:r>
              <a:rPr lang="ko-KR" altLang="en-US" dirty="0"/>
              <a:t>부하운전 상태일 때</a:t>
            </a:r>
            <a:r>
              <a:rPr lang="en-US" altLang="ko-KR" dirty="0"/>
              <a:t>, Down Generating</a:t>
            </a:r>
            <a:br>
              <a:rPr lang="en-US" altLang="ko-KR" dirty="0"/>
            </a:br>
            <a:r>
              <a:rPr lang="ko-KR" altLang="en-US" dirty="0"/>
              <a:t>이후</a:t>
            </a:r>
            <a:r>
              <a:rPr lang="en-US" altLang="ko-KR" dirty="0"/>
              <a:t>, 100%, 75% </a:t>
            </a:r>
            <a:r>
              <a:rPr lang="ko-KR" altLang="en-US" dirty="0"/>
              <a:t>버튼 활성화</a:t>
            </a:r>
            <a:r>
              <a:rPr lang="en-US" altLang="ko-KR" dirty="0"/>
              <a:t>. 50% </a:t>
            </a:r>
            <a:r>
              <a:rPr lang="ko-KR" altLang="en-US" dirty="0"/>
              <a:t>버튼 비활성화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en-US" altLang="ko-KR" dirty="0"/>
              <a:t>100% </a:t>
            </a:r>
            <a:r>
              <a:rPr lang="ko-KR" altLang="en-US" dirty="0"/>
              <a:t>버튼 누를 시 부하운전 동작</a:t>
            </a:r>
            <a:br>
              <a:rPr lang="en-US" altLang="ko-KR" dirty="0"/>
            </a:br>
            <a:r>
              <a:rPr lang="en-US" altLang="ko-KR" dirty="0"/>
              <a:t>75% </a:t>
            </a:r>
            <a:r>
              <a:rPr lang="ko-KR" altLang="en-US" dirty="0"/>
              <a:t>부하운전 상태일때</a:t>
            </a:r>
            <a:r>
              <a:rPr lang="en-US" altLang="ko-KR" dirty="0"/>
              <a:t>, UP Generating</a:t>
            </a:r>
            <a:br>
              <a:rPr lang="en-US" altLang="ko-KR" dirty="0"/>
            </a:br>
            <a:r>
              <a:rPr lang="en-US" altLang="ko-KR" dirty="0"/>
              <a:t>50% </a:t>
            </a:r>
            <a:r>
              <a:rPr lang="ko-KR" altLang="en-US" dirty="0"/>
              <a:t>부하운전 상태일 때</a:t>
            </a:r>
            <a:r>
              <a:rPr lang="en-US" altLang="ko-KR" dirty="0"/>
              <a:t>, UP Generating</a:t>
            </a:r>
            <a:br>
              <a:rPr lang="en-US" altLang="ko-KR" dirty="0"/>
            </a:br>
            <a:r>
              <a:rPr lang="ko-KR" altLang="en-US" dirty="0"/>
              <a:t>이후</a:t>
            </a:r>
            <a:r>
              <a:rPr lang="en-US" altLang="ko-KR" dirty="0"/>
              <a:t>, 75%, 50% </a:t>
            </a:r>
            <a:r>
              <a:rPr lang="ko-KR" altLang="en-US" dirty="0"/>
              <a:t>버튼 활성화</a:t>
            </a:r>
            <a:r>
              <a:rPr lang="en-US" altLang="ko-KR" dirty="0"/>
              <a:t>. 100% </a:t>
            </a:r>
            <a:r>
              <a:rPr lang="ko-KR" altLang="en-US" dirty="0"/>
              <a:t>버튼 비활성화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704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C66E490E-0643-9B53-DB31-2CFA1541B111}"/>
              </a:ext>
            </a:extLst>
          </p:cNvPr>
          <p:cNvSpPr txBox="1"/>
          <p:nvPr/>
        </p:nvSpPr>
        <p:spPr>
          <a:xfrm>
            <a:off x="323871" y="190925"/>
            <a:ext cx="5504208" cy="73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/>
              <a:t>터치 </a:t>
            </a:r>
            <a:r>
              <a:rPr lang="en-US" altLang="ko-KR" sz="3200" dirty="0"/>
              <a:t>UI </a:t>
            </a:r>
            <a:r>
              <a:rPr lang="ko-KR" altLang="en-US" sz="3200" dirty="0"/>
              <a:t>팝업 화면 구성</a:t>
            </a:r>
            <a:endParaRPr lang="en-US" altLang="ko-KR" sz="32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C0F7095-1C25-3EE0-DAF7-A0C780DCBE8A}"/>
              </a:ext>
            </a:extLst>
          </p:cNvPr>
          <p:cNvGrpSpPr/>
          <p:nvPr/>
        </p:nvGrpSpPr>
        <p:grpSpPr>
          <a:xfrm>
            <a:off x="323871" y="1514474"/>
            <a:ext cx="2609850" cy="2071690"/>
            <a:chOff x="471487" y="1100136"/>
            <a:chExt cx="4076702" cy="305752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C166DAC-78F8-8A77-1E81-BFAC168D8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487" y="1100136"/>
              <a:ext cx="4076702" cy="305752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A9FD5CF-8944-33B0-7D3C-167CD78922CA}"/>
                </a:ext>
              </a:extLst>
            </p:cNvPr>
            <p:cNvSpPr/>
            <p:nvPr/>
          </p:nvSpPr>
          <p:spPr>
            <a:xfrm>
              <a:off x="963216" y="1864518"/>
              <a:ext cx="3093244" cy="385763"/>
            </a:xfrm>
            <a:prstGeom prst="rect">
              <a:avLst/>
            </a:prstGeom>
            <a:solidFill>
              <a:srgbClr val="3946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50% </a:t>
              </a:r>
              <a:r>
                <a:rPr lang="ko-KR" altLang="en-US" sz="1100" dirty="0"/>
                <a:t>운전을 시작하겠습니까</a:t>
              </a:r>
              <a:r>
                <a:rPr lang="en-US" altLang="ko-KR" sz="1100" dirty="0"/>
                <a:t>?</a:t>
              </a:r>
              <a:endParaRPr lang="ko-KR" altLang="en-US" sz="1100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FFC6F7B-4F16-F722-FA72-4C430C620AB2}"/>
              </a:ext>
            </a:extLst>
          </p:cNvPr>
          <p:cNvGrpSpPr/>
          <p:nvPr/>
        </p:nvGrpSpPr>
        <p:grpSpPr>
          <a:xfrm>
            <a:off x="3138508" y="1535905"/>
            <a:ext cx="2609850" cy="2071690"/>
            <a:chOff x="471487" y="1100136"/>
            <a:chExt cx="4076702" cy="3057528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BFAFD605-DDA6-DFC1-C875-89C085453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487" y="1100136"/>
              <a:ext cx="4076702" cy="3057528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E90D32F-A175-98B2-18C8-6C7175C55279}"/>
                </a:ext>
              </a:extLst>
            </p:cNvPr>
            <p:cNvSpPr/>
            <p:nvPr/>
          </p:nvSpPr>
          <p:spPr>
            <a:xfrm>
              <a:off x="963216" y="1864518"/>
              <a:ext cx="3093244" cy="385763"/>
            </a:xfrm>
            <a:prstGeom prst="rect">
              <a:avLst/>
            </a:prstGeom>
            <a:solidFill>
              <a:srgbClr val="3946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75% </a:t>
              </a:r>
              <a:r>
                <a:rPr lang="ko-KR" altLang="en-US" sz="1100" dirty="0"/>
                <a:t>운전을 시작하겠습니까</a:t>
              </a:r>
              <a:r>
                <a:rPr lang="en-US" altLang="ko-KR" sz="1100" dirty="0"/>
                <a:t>?</a:t>
              </a:r>
              <a:endParaRPr lang="ko-KR" altLang="en-US" sz="1100" dirty="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AE642E5-9C6E-08EF-2F4C-C0A5C9C33D58}"/>
              </a:ext>
            </a:extLst>
          </p:cNvPr>
          <p:cNvGrpSpPr/>
          <p:nvPr/>
        </p:nvGrpSpPr>
        <p:grpSpPr>
          <a:xfrm>
            <a:off x="323871" y="4104086"/>
            <a:ext cx="2609850" cy="2071690"/>
            <a:chOff x="471487" y="1100136"/>
            <a:chExt cx="4076702" cy="3057528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CCCD49E9-D1AF-EC09-EE8B-540D9C9D7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487" y="1100136"/>
              <a:ext cx="4076702" cy="3057528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B8A1CA5-81C7-356D-8C5F-D7611ECEC19A}"/>
                </a:ext>
              </a:extLst>
            </p:cNvPr>
            <p:cNvSpPr/>
            <p:nvPr/>
          </p:nvSpPr>
          <p:spPr>
            <a:xfrm>
              <a:off x="851625" y="1885606"/>
              <a:ext cx="3298530" cy="400637"/>
            </a:xfrm>
            <a:prstGeom prst="rect">
              <a:avLst/>
            </a:prstGeom>
            <a:solidFill>
              <a:srgbClr val="39467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100% </a:t>
              </a:r>
              <a:r>
                <a:rPr lang="ko-KR" altLang="en-US" sz="1100" dirty="0"/>
                <a:t>운전을 시작하겠습니까</a:t>
              </a:r>
              <a:r>
                <a:rPr lang="en-US" altLang="ko-KR" sz="1100" dirty="0"/>
                <a:t>?</a:t>
              </a:r>
              <a:endParaRPr lang="ko-KR" altLang="en-US" sz="1100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5450EEC-5217-1D3E-AFE3-C0B1D4E7A48E}"/>
              </a:ext>
            </a:extLst>
          </p:cNvPr>
          <p:cNvSpPr txBox="1"/>
          <p:nvPr/>
        </p:nvSpPr>
        <p:spPr>
          <a:xfrm>
            <a:off x="6182358" y="978134"/>
            <a:ext cx="6009641" cy="2624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/>
              <a:t>100%, 75%, 50% </a:t>
            </a:r>
            <a:r>
              <a:rPr lang="ko-KR" altLang="en-US" sz="2200" dirty="0"/>
              <a:t>버튼 동작 시 팝업 화면 생성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100%,</a:t>
            </a:r>
            <a:r>
              <a:rPr lang="ko-KR" altLang="en-US" dirty="0"/>
              <a:t> </a:t>
            </a:r>
            <a:r>
              <a:rPr lang="en-US" altLang="ko-KR" dirty="0"/>
              <a:t>75%,</a:t>
            </a:r>
            <a:r>
              <a:rPr lang="ko-KR" altLang="en-US" dirty="0"/>
              <a:t> </a:t>
            </a:r>
            <a:r>
              <a:rPr lang="en-US" altLang="ko-KR" dirty="0"/>
              <a:t>50%</a:t>
            </a:r>
            <a:r>
              <a:rPr lang="ko-KR" altLang="en-US" dirty="0"/>
              <a:t> 버튼 동작 시 확인 팝업 화면 생성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‘</a:t>
            </a:r>
            <a:r>
              <a:rPr lang="ko-KR" altLang="en-US" dirty="0"/>
              <a:t>예</a:t>
            </a:r>
            <a:r>
              <a:rPr lang="en-US" altLang="ko-KR" dirty="0"/>
              <a:t>’ </a:t>
            </a:r>
            <a:r>
              <a:rPr lang="ko-KR" altLang="en-US" dirty="0"/>
              <a:t>누를 시 부하운전 동작하며 팝업화면 닫힘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‘</a:t>
            </a:r>
            <a:r>
              <a:rPr lang="ko-KR" altLang="en-US" dirty="0" err="1"/>
              <a:t>아니오</a:t>
            </a:r>
            <a:r>
              <a:rPr lang="en-US" altLang="ko-KR" dirty="0"/>
              <a:t>‘ </a:t>
            </a:r>
            <a:r>
              <a:rPr lang="ko-KR" altLang="en-US" dirty="0"/>
              <a:t>누를 시 현 상태 유지하며 팝업화면 닫힘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1228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2321</TotalTime>
  <Words>258</Words>
  <Application>Microsoft Office PowerPoint</Application>
  <PresentationFormat>와이드스크린</PresentationFormat>
  <Paragraphs>27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저온 시스템 터치모니터  UI DESIGN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고온 시스템 HMI UI  DESIGN</dc:title>
  <dc:creator>전 철희</dc:creator>
  <cp:lastModifiedBy>철희 전</cp:lastModifiedBy>
  <cp:revision>44</cp:revision>
  <dcterms:created xsi:type="dcterms:W3CDTF">2022-11-04T05:45:29Z</dcterms:created>
  <dcterms:modified xsi:type="dcterms:W3CDTF">2024-06-17T05:38:51Z</dcterms:modified>
</cp:coreProperties>
</file>