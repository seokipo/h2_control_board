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4" r:id="rId2"/>
    <p:sldId id="266" r:id="rId3"/>
    <p:sldId id="265" r:id="rId4"/>
    <p:sldId id="267" r:id="rId5"/>
    <p:sldId id="268" r:id="rId6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gaFuelcell_08" initials="D" lastIdx="1" clrIdx="0">
    <p:extLst>
      <p:ext uri="{19B8F6BF-5375-455C-9EA6-DF929625EA0E}">
        <p15:presenceInfo xmlns:p15="http://schemas.microsoft.com/office/powerpoint/2012/main" userId="DongaFuelcell_08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DED3"/>
    <a:srgbClr val="1FFF1F"/>
    <a:srgbClr val="D5DBDD"/>
    <a:srgbClr val="D5D5DD"/>
    <a:srgbClr val="D3D3DF"/>
    <a:srgbClr val="D4DBDE"/>
    <a:srgbClr val="DDD5D6"/>
    <a:srgbClr val="D6D3DF"/>
    <a:srgbClr val="D3D6DF"/>
    <a:srgbClr val="00A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6336" autoAdjust="0"/>
  </p:normalViewPr>
  <p:slideViewPr>
    <p:cSldViewPr snapToGrid="0" showGuides="1">
      <p:cViewPr varScale="1">
        <p:scale>
          <a:sx n="113" d="100"/>
          <a:sy n="113" d="100"/>
        </p:scale>
        <p:origin x="450" y="108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9C1814-72C9-4DD0-9B3A-5951756B0171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8D392-57A2-452B-8FC3-18378057CF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2717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4FF22-A0AB-4E70-B432-C39D75D0D5E0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F0F9C-6B64-45D3-86B0-8A928DE325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39160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F2CBEB-F708-4F43-82D0-26A26CD390A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691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2616B-F9CF-F3BF-67F5-58A0EF91B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AED71DA-94A4-25DD-08CC-CFF07EBD4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776AF-523B-802E-D7F8-53F494578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D62CE7-77E6-EF42-208E-12B8BC079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D680E0-81F1-9C41-87FE-4C6049B4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868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D890A0-8561-95FE-D2A0-3A021CCE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0F5855-ADDA-63FB-E0E9-4465655D8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9D508-26D0-4347-6C9A-58519A5E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51607B-A00D-33CF-112C-17082FCB4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F86690-D19E-54F7-E891-3F4CC791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439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D6001-0DA7-C27D-953E-CA599C85D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0AE634-CE6C-5B48-7417-02A39C717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B73D09-A82C-544F-7E66-0DCC4E58D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C21B0C-29EF-CA0A-221B-D0B415F43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680874-4929-4D2D-18C6-080771DEB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25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7DC8B4-A643-E41D-8C3B-CBE041DC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B8348-90C3-6A10-CE3B-E182AA3C9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452A04-542B-345A-37FB-1715A5FC3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7D9299-6B4D-17F2-39A8-D13B8E54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8CBCDD-95F1-973D-42FB-FD38ACF0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D578BF-1635-D186-F3AD-C87952E9F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173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C57D7-2136-9F30-C3A1-D079F2B91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24B8D6-6EA6-8C64-706D-C54288767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46476F-BCA3-8930-FF14-406F17F13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AFE121C-9ABD-FBAC-2AE6-1A2F9FAAE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37DA612-138A-C5B6-778A-A55B80E75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B24786-1538-0F65-88F9-27663F4F5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275DB4-2FFD-55C5-2AAB-A3728B08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B34D981-EABE-F4BC-9FEF-3A8DAE76F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196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05466A-3102-E4F6-8CF7-274CCDB37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CED21A-646C-3139-A85D-F98B2AFA5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57F6A4-21D7-E542-F039-F7EB7135D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7566D0-A5A6-E73B-E220-AD5FFB97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48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3361C65-5EF0-6127-5F61-C56BBBB8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57F20F8-647C-8F3A-F828-8E3BA0C7F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B839D6-0A53-C57A-E953-42B30602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460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75186-BD4A-1EAF-6B35-66F3CDA83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10CF96-2E7A-2DAA-3AF7-EB98AFCC3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D1B0C1-97E4-296F-F6F7-85D5830B4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444BED-D627-CF2F-AD6A-B16DBC0A9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79072F-1EC4-BD39-1CCE-3DC18E824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48E74D-7F8A-A567-024F-204828CF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645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0F4CC-AB5E-6F2B-6544-06DCC2D44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E5C898A-4C79-83D8-10F4-B972358385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8BB7D4-88E2-80CF-E50A-BE37CA15B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8C0783-FACD-EAD3-AE5C-DEEF6FAC3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DE65E0-9251-C682-682C-99214157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D65037-8CD8-AB73-9A9A-21DB29C85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026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57E1F4-721B-1EE9-0295-CE9C6A7F6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A66786-F41B-937E-A6C5-CCB7484EA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5C364C-2261-8BBB-2CB2-326D5AB8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5ED5B4-E746-412C-0F65-A9C3ECE47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132965-B196-5EFC-CE0D-D9CE1166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037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95FAE20-D761-498F-492E-DC5C6D327C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EBAA4B-42A5-C93F-6F48-58BD4AAC8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F0F7D5-90EA-BB64-CDE8-A1B8998B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ED8F-D45B-4533-A3BB-C6364DD1F4AA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21B051-3C3D-7496-3A13-E08BE4B5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1524B8-A616-AFCF-B746-88CE3948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128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B22A716-5CEF-2C08-6ED8-B8FC8325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081D50-FE9D-17CB-7736-A375FAED3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20C585-E138-A7B8-1B10-1D219BC387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FED8F-D45B-4533-A3BB-C6364DD1F4AA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F9C07C-FA6D-4EC5-90BE-6132D7CD1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A41D05-DF92-829A-39CC-F5180924F2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316BC-DE36-4098-84CB-6E4AD6BB9C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83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" Target="slide3.xml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직사각형 469">
            <a:extLst>
              <a:ext uri="{FF2B5EF4-FFF2-40B4-BE49-F238E27FC236}">
                <a16:creationId xmlns:a16="http://schemas.microsoft.com/office/drawing/2014/main" id="{D7127E80-72F5-5F5F-F571-549768CD6BEB}"/>
              </a:ext>
            </a:extLst>
          </p:cNvPr>
          <p:cNvSpPr/>
          <p:nvPr/>
        </p:nvSpPr>
        <p:spPr>
          <a:xfrm>
            <a:off x="0" y="-4252"/>
            <a:ext cx="12192000" cy="6862252"/>
          </a:xfrm>
          <a:prstGeom prst="rect">
            <a:avLst/>
          </a:prstGeom>
          <a:solidFill>
            <a:srgbClr val="D5DB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9" name="사각형: 잘린 위쪽 모서리 558">
            <a:extLst>
              <a:ext uri="{FF2B5EF4-FFF2-40B4-BE49-F238E27FC236}">
                <a16:creationId xmlns:a16="http://schemas.microsoft.com/office/drawing/2014/main" id="{BDBA81A2-3C1D-C469-E439-19F6DD55BBF9}"/>
              </a:ext>
            </a:extLst>
          </p:cNvPr>
          <p:cNvSpPr/>
          <p:nvPr/>
        </p:nvSpPr>
        <p:spPr>
          <a:xfrm>
            <a:off x="4315553" y="6199091"/>
            <a:ext cx="2313268" cy="595391"/>
          </a:xfrm>
          <a:prstGeom prst="snip2Same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73105F08-EB44-A6E0-E5AD-3AF5DDF12ACD}"/>
              </a:ext>
            </a:extLst>
          </p:cNvPr>
          <p:cNvGrpSpPr/>
          <p:nvPr/>
        </p:nvGrpSpPr>
        <p:grpSpPr>
          <a:xfrm>
            <a:off x="222562" y="222383"/>
            <a:ext cx="2518017" cy="414253"/>
            <a:chOff x="2548156" y="212752"/>
            <a:chExt cx="2518017" cy="414253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06C36AD4-BE9B-B99E-6391-314345EC68DB}"/>
                </a:ext>
              </a:extLst>
            </p:cNvPr>
            <p:cNvGrpSpPr/>
            <p:nvPr/>
          </p:nvGrpSpPr>
          <p:grpSpPr>
            <a:xfrm>
              <a:off x="2548156" y="212752"/>
              <a:ext cx="2518017" cy="414253"/>
              <a:chOff x="2548156" y="212752"/>
              <a:chExt cx="2518017" cy="414253"/>
            </a:xfrm>
          </p:grpSpPr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A1BC7FF3-1F6F-1C67-F34C-B2A2746133DA}"/>
                  </a:ext>
                </a:extLst>
              </p:cNvPr>
              <p:cNvSpPr/>
              <p:nvPr/>
            </p:nvSpPr>
            <p:spPr>
              <a:xfrm>
                <a:off x="2548156" y="238560"/>
                <a:ext cx="594093" cy="366568"/>
              </a:xfrm>
              <a:prstGeom prst="rect">
                <a:avLst/>
              </a:prstGeom>
              <a:solidFill>
                <a:srgbClr val="496CB6"/>
              </a:solidFill>
              <a:ln>
                <a:solidFill>
                  <a:schemeClr val="dk1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bg1">
                        <a:lumMod val="9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Connect</a:t>
                </a:r>
                <a:endParaRPr lang="ko-KR" altLang="en-US" sz="800" b="1" dirty="0">
                  <a:solidFill>
                    <a:schemeClr val="bg1">
                      <a:lumMod val="95000"/>
                    </a:schemeClr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9AA7F77E-1C71-C2A0-67CC-73B63D3F3749}"/>
                  </a:ext>
                </a:extLst>
              </p:cNvPr>
              <p:cNvSpPr/>
              <p:nvPr/>
            </p:nvSpPr>
            <p:spPr>
              <a:xfrm>
                <a:off x="3424158" y="235609"/>
                <a:ext cx="448875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latin typeface="+mj-lt"/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9D40557E-0081-6191-D6F0-99D8AED41C49}"/>
                  </a:ext>
                </a:extLst>
              </p:cNvPr>
              <p:cNvSpPr/>
              <p:nvPr/>
            </p:nvSpPr>
            <p:spPr>
              <a:xfrm>
                <a:off x="3431553" y="437702"/>
                <a:ext cx="448875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>
                  <a:latin typeface="+mj-lt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A4F4B3-C6B0-A6CC-0212-6B9544EA58AC}"/>
                  </a:ext>
                </a:extLst>
              </p:cNvPr>
              <p:cNvSpPr txBox="1"/>
              <p:nvPr/>
            </p:nvSpPr>
            <p:spPr>
              <a:xfrm>
                <a:off x="3168569" y="212752"/>
                <a:ext cx="196180" cy="21544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cs typeface="Times New Roman" panose="02020603050405020304" pitchFamily="18" charset="0"/>
                  </a:rPr>
                  <a:t>Rx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E01743-1E5B-64C6-9480-DBB64C2F0815}"/>
                  </a:ext>
                </a:extLst>
              </p:cNvPr>
              <p:cNvSpPr txBox="1"/>
              <p:nvPr/>
            </p:nvSpPr>
            <p:spPr>
              <a:xfrm>
                <a:off x="3172605" y="411561"/>
                <a:ext cx="186517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Tx</a:t>
                </a:r>
                <a:endParaRPr lang="en-US" altLang="ko-KR" sz="800" b="1" dirty="0" err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21214CAF-A90C-8CCB-B0E6-C5B48F15C8B0}"/>
                  </a:ext>
                </a:extLst>
              </p:cNvPr>
              <p:cNvSpPr/>
              <p:nvPr/>
            </p:nvSpPr>
            <p:spPr>
              <a:xfrm>
                <a:off x="4512567" y="238560"/>
                <a:ext cx="553606" cy="366568"/>
              </a:xfrm>
              <a:prstGeom prst="rect">
                <a:avLst/>
              </a:prstGeom>
              <a:solidFill>
                <a:srgbClr val="496CB6"/>
              </a:solidFill>
              <a:ln>
                <a:solidFill>
                  <a:schemeClr val="dk1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bg1">
                        <a:lumMod val="9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Reset</a:t>
                </a:r>
                <a:endParaRPr lang="ko-KR" altLang="en-US" sz="1000" b="1" dirty="0">
                  <a:solidFill>
                    <a:schemeClr val="bg1">
                      <a:lumMod val="95000"/>
                    </a:schemeClr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D63E6D2E-4F03-2433-1E43-55EE557ADBD9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38789" t="34972" r="56421" b="56197"/>
              <a:stretch/>
            </p:blipFill>
            <p:spPr>
              <a:xfrm>
                <a:off x="3971882" y="438810"/>
                <a:ext cx="450028" cy="168621"/>
              </a:xfrm>
              <a:prstGeom prst="rect">
                <a:avLst/>
              </a:prstGeom>
            </p:spPr>
          </p:pic>
        </p:grp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119F034-760A-6FD2-A6D1-238E18C40018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/>
            <a:srcRect l="29075" t="34902" r="65924" b="55922"/>
            <a:stretch/>
          </p:blipFill>
          <p:spPr>
            <a:xfrm>
              <a:off x="3972676" y="236256"/>
              <a:ext cx="450028" cy="168621"/>
            </a:xfrm>
            <a:prstGeom prst="rect">
              <a:avLst/>
            </a:prstGeom>
          </p:spPr>
        </p:pic>
      </p:grpSp>
      <p:grpSp>
        <p:nvGrpSpPr>
          <p:cNvPr id="826" name="그룹 825">
            <a:extLst>
              <a:ext uri="{FF2B5EF4-FFF2-40B4-BE49-F238E27FC236}">
                <a16:creationId xmlns:a16="http://schemas.microsoft.com/office/drawing/2014/main" id="{B530E52B-980A-1B20-21F3-F08E2F8A1A8A}"/>
              </a:ext>
            </a:extLst>
          </p:cNvPr>
          <p:cNvGrpSpPr/>
          <p:nvPr/>
        </p:nvGrpSpPr>
        <p:grpSpPr>
          <a:xfrm>
            <a:off x="5896634" y="197093"/>
            <a:ext cx="1786818" cy="376758"/>
            <a:chOff x="8022536" y="225221"/>
            <a:chExt cx="1786818" cy="376758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290B7485-8AD4-6044-2CC1-FA42511A885A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/>
            <a:srcRect l="29075" t="34902" r="65924" b="55922"/>
            <a:stretch/>
          </p:blipFill>
          <p:spPr>
            <a:xfrm>
              <a:off x="8649917" y="433358"/>
              <a:ext cx="250016" cy="168621"/>
            </a:xfrm>
            <a:prstGeom prst="rect">
              <a:avLst/>
            </a:prstGeom>
          </p:spPr>
        </p:pic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E21B203B-59CC-0838-FC1B-FA8F10885081}"/>
                </a:ext>
              </a:extLst>
            </p:cNvPr>
            <p:cNvGrpSpPr/>
            <p:nvPr/>
          </p:nvGrpSpPr>
          <p:grpSpPr>
            <a:xfrm>
              <a:off x="8022536" y="225221"/>
              <a:ext cx="1786818" cy="376758"/>
              <a:chOff x="8022536" y="225221"/>
              <a:chExt cx="1786818" cy="376758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794A678D-7712-78EC-6E7D-F5A16A88FFF7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29075" t="34902" r="65924" b="55922"/>
              <a:stretch/>
            </p:blipFill>
            <p:spPr>
              <a:xfrm>
                <a:off x="8372993" y="433358"/>
                <a:ext cx="250016" cy="168621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DCC12FC-BB6C-A102-D14F-B6CEF7BF66D5}"/>
                  </a:ext>
                </a:extLst>
              </p:cNvPr>
              <p:cNvSpPr txBox="1"/>
              <p:nvPr/>
            </p:nvSpPr>
            <p:spPr>
              <a:xfrm>
                <a:off x="8323915" y="241708"/>
                <a:ext cx="34817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>
                    <a:latin typeface="+mj-lt"/>
                    <a:cs typeface="Times New Roman" panose="02020603050405020304" pitchFamily="18" charset="0"/>
                  </a:rPr>
                  <a:t>INV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285EAA-A945-B811-1200-F45BE52245BD}"/>
                  </a:ext>
                </a:extLst>
              </p:cNvPr>
              <p:cNvSpPr txBox="1"/>
              <p:nvPr/>
            </p:nvSpPr>
            <p:spPr>
              <a:xfrm>
                <a:off x="8554338" y="225221"/>
                <a:ext cx="44114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>
                    <a:latin typeface="+mj-lt"/>
                    <a:cs typeface="Times New Roman" panose="02020603050405020304" pitchFamily="18" charset="0"/>
                  </a:rPr>
                  <a:t>CVM1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62A92A22-129F-7680-C12A-47136ECA8763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29075" t="34902" r="65924" b="55922"/>
              <a:stretch/>
            </p:blipFill>
            <p:spPr>
              <a:xfrm>
                <a:off x="8926911" y="433358"/>
                <a:ext cx="250016" cy="168621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1E56AB9-424F-EF30-A61F-9101243DAE41}"/>
                  </a:ext>
                </a:extLst>
              </p:cNvPr>
              <p:cNvSpPr txBox="1"/>
              <p:nvPr/>
            </p:nvSpPr>
            <p:spPr>
              <a:xfrm>
                <a:off x="8849435" y="225221"/>
                <a:ext cx="44114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>
                    <a:latin typeface="+mj-lt"/>
                    <a:cs typeface="Times New Roman" panose="02020603050405020304" pitchFamily="18" charset="0"/>
                  </a:rPr>
                  <a:t>CVM2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2BB5BDD2-4F53-03CD-44FB-5FB0A7E23757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29075" t="34902" r="65924" b="55922"/>
              <a:stretch/>
            </p:blipFill>
            <p:spPr>
              <a:xfrm>
                <a:off x="9201657" y="433358"/>
                <a:ext cx="250016" cy="168621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A97D835-25AC-D66C-3AFB-7DBB1C120D35}"/>
                  </a:ext>
                </a:extLst>
              </p:cNvPr>
              <p:cNvSpPr txBox="1"/>
              <p:nvPr/>
            </p:nvSpPr>
            <p:spPr>
              <a:xfrm>
                <a:off x="9165877" y="241708"/>
                <a:ext cx="321576" cy="2037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cs typeface="Times New Roman" panose="02020603050405020304" pitchFamily="18" charset="0"/>
                  </a:rPr>
                  <a:t>FM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C23A9910-CFCF-6514-3EF5-CF76B0A9FC25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29075" t="34902" r="65924" b="55922"/>
              <a:stretch/>
            </p:blipFill>
            <p:spPr>
              <a:xfrm>
                <a:off x="9511082" y="433358"/>
                <a:ext cx="250016" cy="168621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8AA2D14-7164-E232-8D84-A17756C224D7}"/>
                  </a:ext>
                </a:extLst>
              </p:cNvPr>
              <p:cNvSpPr txBox="1"/>
              <p:nvPr/>
            </p:nvSpPr>
            <p:spPr>
              <a:xfrm>
                <a:off x="9436886" y="241708"/>
                <a:ext cx="372468" cy="2037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cs typeface="Times New Roman" panose="02020603050405020304" pitchFamily="18" charset="0"/>
                  </a:rPr>
                  <a:t>HMI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58" name="그림 57">
                <a:extLst>
                  <a:ext uri="{FF2B5EF4-FFF2-40B4-BE49-F238E27FC236}">
                    <a16:creationId xmlns:a16="http://schemas.microsoft.com/office/drawing/2014/main" id="{4DB74FC8-26DD-61AD-7550-5617989926FE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29075" t="34902" r="65924" b="55922"/>
              <a:stretch/>
            </p:blipFill>
            <p:spPr>
              <a:xfrm>
                <a:off x="8088060" y="428196"/>
                <a:ext cx="250016" cy="168621"/>
              </a:xfrm>
              <a:prstGeom prst="rect">
                <a:avLst/>
              </a:prstGeom>
            </p:spPr>
          </p:pic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7706E3E-7FBB-341D-D23B-36A765073077}"/>
                  </a:ext>
                </a:extLst>
              </p:cNvPr>
              <p:cNvSpPr txBox="1"/>
              <p:nvPr/>
            </p:nvSpPr>
            <p:spPr>
              <a:xfrm>
                <a:off x="8022536" y="241708"/>
                <a:ext cx="367409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cs typeface="Times New Roman" panose="02020603050405020304" pitchFamily="18" charset="0"/>
                  </a:rPr>
                  <a:t>FAN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D3F5E0DA-DECB-D039-F349-D3B86890ED41}"/>
              </a:ext>
            </a:extLst>
          </p:cNvPr>
          <p:cNvGrpSpPr/>
          <p:nvPr/>
        </p:nvGrpSpPr>
        <p:grpSpPr>
          <a:xfrm>
            <a:off x="2872040" y="100515"/>
            <a:ext cx="2243785" cy="560424"/>
            <a:chOff x="5104863" y="63000"/>
            <a:chExt cx="2243785" cy="560424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5BD88099-D43E-5B2E-485F-56074AFB23BD}"/>
                </a:ext>
              </a:extLst>
            </p:cNvPr>
            <p:cNvGrpSpPr/>
            <p:nvPr/>
          </p:nvGrpSpPr>
          <p:grpSpPr>
            <a:xfrm>
              <a:off x="5144737" y="63000"/>
              <a:ext cx="2203911" cy="544431"/>
              <a:chOff x="5144737" y="63000"/>
              <a:chExt cx="2203911" cy="544431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EB3AC6C2-9E43-BC26-4E85-66AFF286E350}"/>
                  </a:ext>
                </a:extLst>
              </p:cNvPr>
              <p:cNvSpPr/>
              <p:nvPr/>
            </p:nvSpPr>
            <p:spPr>
              <a:xfrm>
                <a:off x="5393918" y="236256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>
                  <a:latin typeface="+mj-lt"/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0B9DA0E8-D5E9-4684-236E-6A5070315075}"/>
                  </a:ext>
                </a:extLst>
              </p:cNvPr>
              <p:cNvSpPr/>
              <p:nvPr/>
            </p:nvSpPr>
            <p:spPr>
              <a:xfrm>
                <a:off x="5392528" y="437702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91FDF492-3D9E-968C-F799-FEA0DB9EFD1C}"/>
                  </a:ext>
                </a:extLst>
              </p:cNvPr>
              <p:cNvSpPr/>
              <p:nvPr/>
            </p:nvSpPr>
            <p:spPr>
              <a:xfrm>
                <a:off x="5641093" y="236256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>
                  <a:latin typeface="+mj-lt"/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8D3ADFF9-F4A1-9F4E-EB40-BD26EDA90DCF}"/>
                  </a:ext>
                </a:extLst>
              </p:cNvPr>
              <p:cNvSpPr/>
              <p:nvPr/>
            </p:nvSpPr>
            <p:spPr>
              <a:xfrm>
                <a:off x="5639903" y="437702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596A7F4E-6B1E-E555-4CA8-D2EF9F955C9D}"/>
                  </a:ext>
                </a:extLst>
              </p:cNvPr>
              <p:cNvSpPr/>
              <p:nvPr/>
            </p:nvSpPr>
            <p:spPr>
              <a:xfrm>
                <a:off x="5888269" y="236256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>
                  <a:latin typeface="+mj-lt"/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0736E419-7332-A57B-EA82-1A194683494F}"/>
                  </a:ext>
                </a:extLst>
              </p:cNvPr>
              <p:cNvSpPr/>
              <p:nvPr/>
            </p:nvSpPr>
            <p:spPr>
              <a:xfrm>
                <a:off x="5887278" y="437702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8DBBED09-93DF-8C47-56E4-F495994CB514}"/>
                  </a:ext>
                </a:extLst>
              </p:cNvPr>
              <p:cNvSpPr/>
              <p:nvPr/>
            </p:nvSpPr>
            <p:spPr>
              <a:xfrm>
                <a:off x="6135444" y="236256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>
                  <a:latin typeface="+mj-lt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0132F77A-08F5-EBA6-A673-51131FDFB60B}"/>
                  </a:ext>
                </a:extLst>
              </p:cNvPr>
              <p:cNvSpPr/>
              <p:nvPr/>
            </p:nvSpPr>
            <p:spPr>
              <a:xfrm>
                <a:off x="6134652" y="437702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A28E532B-E899-7CC6-9204-80CA1EC0ECEE}"/>
                  </a:ext>
                </a:extLst>
              </p:cNvPr>
              <p:cNvSpPr/>
              <p:nvPr/>
            </p:nvSpPr>
            <p:spPr>
              <a:xfrm>
                <a:off x="6382619" y="236256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>
                  <a:latin typeface="+mj-lt"/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3BBD6B1A-8918-D758-6817-11988849B891}"/>
                  </a:ext>
                </a:extLst>
              </p:cNvPr>
              <p:cNvSpPr/>
              <p:nvPr/>
            </p:nvSpPr>
            <p:spPr>
              <a:xfrm>
                <a:off x="6382027" y="437702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DACCD25F-4068-FD15-26AB-686F3D1A8FA0}"/>
                  </a:ext>
                </a:extLst>
              </p:cNvPr>
              <p:cNvSpPr/>
              <p:nvPr/>
            </p:nvSpPr>
            <p:spPr>
              <a:xfrm>
                <a:off x="6629795" y="236256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>
                  <a:latin typeface="+mj-lt"/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26892A2A-D948-0DC9-D48F-F563F4CBABC9}"/>
                  </a:ext>
                </a:extLst>
              </p:cNvPr>
              <p:cNvSpPr/>
              <p:nvPr/>
            </p:nvSpPr>
            <p:spPr>
              <a:xfrm>
                <a:off x="6629402" y="437702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7CF48371-3148-5727-BC7D-EC2619631D69}"/>
                  </a:ext>
                </a:extLst>
              </p:cNvPr>
              <p:cNvSpPr/>
              <p:nvPr/>
            </p:nvSpPr>
            <p:spPr>
              <a:xfrm>
                <a:off x="6876970" y="236256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>
                  <a:latin typeface="+mj-lt"/>
                </a:endParaRP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BB2798C9-E6A1-5333-485D-BE9D958BE159}"/>
                  </a:ext>
                </a:extLst>
              </p:cNvPr>
              <p:cNvSpPr/>
              <p:nvPr/>
            </p:nvSpPr>
            <p:spPr>
              <a:xfrm>
                <a:off x="6876776" y="437702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408619E9-4B81-C43C-EF95-59D0A0081D80}"/>
                  </a:ext>
                </a:extLst>
              </p:cNvPr>
              <p:cNvSpPr/>
              <p:nvPr/>
            </p:nvSpPr>
            <p:spPr>
              <a:xfrm>
                <a:off x="7124148" y="236256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5634ECD3-27F6-51A3-9286-BDF7C80300BF}"/>
                  </a:ext>
                </a:extLst>
              </p:cNvPr>
              <p:cNvSpPr/>
              <p:nvPr/>
            </p:nvSpPr>
            <p:spPr>
              <a:xfrm>
                <a:off x="7124148" y="437702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CD88A16-27C2-76D0-AB0E-82AC6EE5CAF3}"/>
                  </a:ext>
                </a:extLst>
              </p:cNvPr>
              <p:cNvSpPr txBox="1"/>
              <p:nvPr/>
            </p:nvSpPr>
            <p:spPr>
              <a:xfrm>
                <a:off x="5401904" y="63000"/>
                <a:ext cx="197737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TC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90FF9BD-6C75-3AAC-EBDF-1FD6EDCCB841}"/>
                  </a:ext>
                </a:extLst>
              </p:cNvPr>
              <p:cNvSpPr txBox="1"/>
              <p:nvPr/>
            </p:nvSpPr>
            <p:spPr>
              <a:xfrm>
                <a:off x="5659207" y="63000"/>
                <a:ext cx="176898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AI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41B5F0E-B209-A852-6B05-8CD78F615E54}"/>
                  </a:ext>
                </a:extLst>
              </p:cNvPr>
              <p:cNvSpPr txBox="1"/>
              <p:nvPr/>
            </p:nvSpPr>
            <p:spPr>
              <a:xfrm>
                <a:off x="5882043" y="63000"/>
                <a:ext cx="224989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AO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FEB88AA-0A53-D85F-A088-5EC37DE8A2D5}"/>
                  </a:ext>
                </a:extLst>
              </p:cNvPr>
              <p:cNvSpPr txBox="1"/>
              <p:nvPr/>
            </p:nvSpPr>
            <p:spPr>
              <a:xfrm>
                <a:off x="6150564" y="63000"/>
                <a:ext cx="181708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DI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2652C00-283B-BA26-AEA7-6EF9EC52C0A6}"/>
                  </a:ext>
                </a:extLst>
              </p:cNvPr>
              <p:cNvSpPr txBox="1"/>
              <p:nvPr/>
            </p:nvSpPr>
            <p:spPr>
              <a:xfrm>
                <a:off x="6373400" y="63000"/>
                <a:ext cx="229797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DO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E87D274-7948-2340-5AA3-645DE79DB3C3}"/>
                  </a:ext>
                </a:extLst>
              </p:cNvPr>
              <p:cNvSpPr txBox="1"/>
              <p:nvPr/>
            </p:nvSpPr>
            <p:spPr>
              <a:xfrm>
                <a:off x="6634710" y="63000"/>
                <a:ext cx="200943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PC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181B301-7EA0-97E5-DCE0-7FAC280BB4A8}"/>
                  </a:ext>
                </a:extLst>
              </p:cNvPr>
              <p:cNvSpPr txBox="1"/>
              <p:nvPr/>
            </p:nvSpPr>
            <p:spPr>
              <a:xfrm>
                <a:off x="6862354" y="63000"/>
                <a:ext cx="239416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MX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74FA446-A977-1020-F110-EA7BAF7995C2}"/>
                  </a:ext>
                </a:extLst>
              </p:cNvPr>
              <p:cNvSpPr txBox="1"/>
              <p:nvPr/>
            </p:nvSpPr>
            <p:spPr>
              <a:xfrm>
                <a:off x="7109233" y="63000"/>
                <a:ext cx="239415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MX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68328ED-0178-D013-B01C-B78220134D77}"/>
                  </a:ext>
                </a:extLst>
              </p:cNvPr>
              <p:cNvSpPr txBox="1"/>
              <p:nvPr/>
            </p:nvSpPr>
            <p:spPr>
              <a:xfrm>
                <a:off x="5144737" y="206789"/>
                <a:ext cx="207355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Err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87D4053-26D9-7905-70B8-0917AB064DE3}"/>
                </a:ext>
              </a:extLst>
            </p:cNvPr>
            <p:cNvSpPr txBox="1"/>
            <p:nvPr/>
          </p:nvSpPr>
          <p:spPr>
            <a:xfrm>
              <a:off x="5104863" y="407980"/>
              <a:ext cx="271475" cy="215444"/>
            </a:xfrm>
            <a:prstGeom prst="rect">
              <a:avLst/>
            </a:prstGeom>
            <a:noFill/>
          </p:spPr>
          <p:txBody>
            <a:bodyPr wrap="none" lIns="36000" rIns="36000" rtlCol="0">
              <a:spAutoFit/>
            </a:bodyPr>
            <a:lstStyle/>
            <a:p>
              <a:pPr algn="ctr"/>
              <a:r>
                <a:rPr lang="en-US" altLang="ko-KR" sz="8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CRC</a:t>
              </a:r>
              <a:endParaRPr lang="ko-KR" altLang="en-US" sz="8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D39C4E79-2958-3258-DC22-380891C4780B}"/>
              </a:ext>
            </a:extLst>
          </p:cNvPr>
          <p:cNvGrpSpPr/>
          <p:nvPr/>
        </p:nvGrpSpPr>
        <p:grpSpPr>
          <a:xfrm>
            <a:off x="7764415" y="187464"/>
            <a:ext cx="1673464" cy="449648"/>
            <a:chOff x="10205309" y="206789"/>
            <a:chExt cx="1673464" cy="449648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84EB6844-8440-3F79-EDB8-59E525CFDF15}"/>
                </a:ext>
              </a:extLst>
            </p:cNvPr>
            <p:cNvGrpSpPr/>
            <p:nvPr/>
          </p:nvGrpSpPr>
          <p:grpSpPr>
            <a:xfrm>
              <a:off x="11328650" y="206789"/>
              <a:ext cx="550123" cy="443976"/>
              <a:chOff x="3636569" y="697634"/>
              <a:chExt cx="550123" cy="443976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C3E6759-BB20-70C7-7E60-02FA68465A8D}"/>
                  </a:ext>
                </a:extLst>
              </p:cNvPr>
              <p:cNvSpPr txBox="1"/>
              <p:nvPr/>
            </p:nvSpPr>
            <p:spPr>
              <a:xfrm>
                <a:off x="3636569" y="697634"/>
                <a:ext cx="550123" cy="176547"/>
              </a:xfrm>
              <a:prstGeom prst="rect">
                <a:avLst/>
              </a:prstGeom>
              <a:noFill/>
            </p:spPr>
            <p:txBody>
              <a:bodyPr wrap="square" lIns="3600" tIns="3600" rIns="3600" bIns="3600" rtlCol="0">
                <a:spAutoFit/>
              </a:bodyPr>
              <a:lstStyle/>
              <a:p>
                <a:pPr algn="ctr"/>
                <a:r>
                  <a:rPr lang="en-US" altLang="ko-KR" sz="1100">
                    <a:latin typeface="+mj-lt"/>
                  </a:rPr>
                  <a:t>MC_SW</a:t>
                </a:r>
                <a:endParaRPr lang="en-US" altLang="ko-KR" sz="1100" dirty="0">
                  <a:latin typeface="+mj-lt"/>
                </a:endParaRPr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5AC0A54D-1181-9803-5A6F-D86AB71147DA}"/>
                  </a:ext>
                </a:extLst>
              </p:cNvPr>
              <p:cNvSpPr/>
              <p:nvPr/>
            </p:nvSpPr>
            <p:spPr>
              <a:xfrm>
                <a:off x="3792478" y="919041"/>
                <a:ext cx="248579" cy="2225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CBDC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+mj-lt"/>
                  </a:rPr>
                  <a:t>B</a:t>
                </a:r>
                <a:endParaRPr lang="ko-KR" altLang="en-US" dirty="0">
                  <a:latin typeface="+mj-lt"/>
                </a:endParaRP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0A6E3F5C-89E3-AC1B-2756-6B87A8F91018}"/>
                </a:ext>
              </a:extLst>
            </p:cNvPr>
            <p:cNvGrpSpPr/>
            <p:nvPr/>
          </p:nvGrpSpPr>
          <p:grpSpPr>
            <a:xfrm>
              <a:off x="10656198" y="227596"/>
              <a:ext cx="802591" cy="424457"/>
              <a:chOff x="3870809" y="728184"/>
              <a:chExt cx="802591" cy="424457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284293F-4FF1-9150-E686-93A5D55BB1BC}"/>
                  </a:ext>
                </a:extLst>
              </p:cNvPr>
              <p:cNvSpPr txBox="1"/>
              <p:nvPr/>
            </p:nvSpPr>
            <p:spPr>
              <a:xfrm>
                <a:off x="3870809" y="728184"/>
                <a:ext cx="802591" cy="176547"/>
              </a:xfrm>
              <a:prstGeom prst="rect">
                <a:avLst/>
              </a:prstGeom>
              <a:noFill/>
            </p:spPr>
            <p:txBody>
              <a:bodyPr wrap="square" lIns="3600" tIns="3600" rIns="3600" bIns="3600" rtlCol="0">
                <a:spAutoFit/>
              </a:bodyPr>
              <a:lstStyle/>
              <a:p>
                <a:pPr algn="ctr"/>
                <a:r>
                  <a:rPr lang="ko-KR" altLang="en-US" sz="1100">
                    <a:latin typeface="+mj-lt"/>
                  </a:rPr>
                  <a:t>저장</a:t>
                </a:r>
                <a:endParaRPr lang="en-US" altLang="ko-KR" sz="1100" dirty="0">
                  <a:latin typeface="+mj-lt"/>
                </a:endParaRPr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77C64167-D27A-D2A1-970E-21D336BF145E}"/>
                  </a:ext>
                </a:extLst>
              </p:cNvPr>
              <p:cNvSpPr/>
              <p:nvPr/>
            </p:nvSpPr>
            <p:spPr>
              <a:xfrm>
                <a:off x="4150555" y="930072"/>
                <a:ext cx="248579" cy="2225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CBDC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+mj-lt"/>
                  </a:rPr>
                  <a:t>B</a:t>
                </a:r>
                <a:endParaRPr lang="ko-KR" altLang="en-US" dirty="0">
                  <a:latin typeface="+mj-lt"/>
                </a:endParaRPr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D5416297-5BFD-10D1-4114-A1E47B79A652}"/>
                </a:ext>
              </a:extLst>
            </p:cNvPr>
            <p:cNvGrpSpPr/>
            <p:nvPr/>
          </p:nvGrpSpPr>
          <p:grpSpPr>
            <a:xfrm>
              <a:off x="10205309" y="216418"/>
              <a:ext cx="573691" cy="440019"/>
              <a:chOff x="3899714" y="717006"/>
              <a:chExt cx="573691" cy="440019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71C15E9-82BE-B8E9-9EF4-2B468BF99A4A}"/>
                  </a:ext>
                </a:extLst>
              </p:cNvPr>
              <p:cNvSpPr txBox="1"/>
              <p:nvPr/>
            </p:nvSpPr>
            <p:spPr>
              <a:xfrm>
                <a:off x="3899714" y="717006"/>
                <a:ext cx="573691" cy="176547"/>
              </a:xfrm>
              <a:prstGeom prst="rect">
                <a:avLst/>
              </a:prstGeom>
              <a:noFill/>
            </p:spPr>
            <p:txBody>
              <a:bodyPr wrap="square" lIns="3600" tIns="3600" rIns="3600" bIns="3600" rtlCol="0">
                <a:spAutoFit/>
              </a:bodyPr>
              <a:lstStyle/>
              <a:p>
                <a:pPr algn="ctr"/>
                <a:r>
                  <a:rPr lang="ko-KR" altLang="en-US" sz="1100">
                    <a:latin typeface="+mj-lt"/>
                  </a:rPr>
                  <a:t>모니터링</a:t>
                </a:r>
                <a:endParaRPr lang="en-US" altLang="ko-KR" sz="1100" dirty="0">
                  <a:latin typeface="+mj-lt"/>
                </a:endParaRPr>
              </a:p>
            </p:txBody>
          </p:sp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165200C8-BB17-9932-4510-C688FFF6521B}"/>
                  </a:ext>
                </a:extLst>
              </p:cNvPr>
              <p:cNvSpPr/>
              <p:nvPr/>
            </p:nvSpPr>
            <p:spPr>
              <a:xfrm>
                <a:off x="4062270" y="934456"/>
                <a:ext cx="248579" cy="2225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CBDC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+mj-lt"/>
                  </a:rPr>
                  <a:t>B</a:t>
                </a:r>
                <a:endParaRPr lang="ko-KR" altLang="en-US" dirty="0">
                  <a:latin typeface="+mj-lt"/>
                </a:endParaRPr>
              </a:p>
            </p:txBody>
          </p:sp>
        </p:grpSp>
      </p:grp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C6F9D384-6723-4871-1DEF-66649A3611B6}"/>
              </a:ext>
            </a:extLst>
          </p:cNvPr>
          <p:cNvCxnSpPr/>
          <p:nvPr/>
        </p:nvCxnSpPr>
        <p:spPr>
          <a:xfrm>
            <a:off x="12000" y="832708"/>
            <a:ext cx="12168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직사각형 353">
            <a:extLst>
              <a:ext uri="{FF2B5EF4-FFF2-40B4-BE49-F238E27FC236}">
                <a16:creationId xmlns:a16="http://schemas.microsoft.com/office/drawing/2014/main" id="{8049A04B-7F03-ACEF-CF3C-3DAB48FCE205}"/>
              </a:ext>
            </a:extLst>
          </p:cNvPr>
          <p:cNvSpPr/>
          <p:nvPr/>
        </p:nvSpPr>
        <p:spPr>
          <a:xfrm>
            <a:off x="9987881" y="4729428"/>
            <a:ext cx="2120354" cy="2065054"/>
          </a:xfrm>
          <a:prstGeom prst="rect">
            <a:avLst/>
          </a:prstGeom>
          <a:ln>
            <a:solidFill>
              <a:srgbClr val="92D05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grpSp>
        <p:nvGrpSpPr>
          <p:cNvPr id="657" name="그룹 656">
            <a:extLst>
              <a:ext uri="{FF2B5EF4-FFF2-40B4-BE49-F238E27FC236}">
                <a16:creationId xmlns:a16="http://schemas.microsoft.com/office/drawing/2014/main" id="{2D7E1EF5-899D-CCAE-9296-DB0D0FFF124C}"/>
              </a:ext>
            </a:extLst>
          </p:cNvPr>
          <p:cNvGrpSpPr/>
          <p:nvPr/>
        </p:nvGrpSpPr>
        <p:grpSpPr>
          <a:xfrm>
            <a:off x="9891200" y="891650"/>
            <a:ext cx="1278668" cy="598724"/>
            <a:chOff x="9639841" y="884505"/>
            <a:chExt cx="1278668" cy="598724"/>
          </a:xfrm>
        </p:grpSpPr>
        <p:sp>
          <p:nvSpPr>
            <p:cNvPr id="656" name="TextBox 655">
              <a:extLst>
                <a:ext uri="{FF2B5EF4-FFF2-40B4-BE49-F238E27FC236}">
                  <a16:creationId xmlns:a16="http://schemas.microsoft.com/office/drawing/2014/main" id="{B212F8A6-EF6C-DF5A-D431-D779AF1F7E44}"/>
                </a:ext>
              </a:extLst>
            </p:cNvPr>
            <p:cNvSpPr txBox="1"/>
            <p:nvPr/>
          </p:nvSpPr>
          <p:spPr>
            <a:xfrm>
              <a:off x="9639841" y="884505"/>
              <a:ext cx="71365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>
                  <a:latin typeface="+mj-lt"/>
                </a:rPr>
                <a:t>Detector</a:t>
              </a:r>
              <a:endParaRPr lang="ko-KR" altLang="en-US" sz="1000" b="1">
                <a:latin typeface="+mj-lt"/>
              </a:endParaRPr>
            </a:p>
          </p:txBody>
        </p:sp>
        <p:grpSp>
          <p:nvGrpSpPr>
            <p:cNvPr id="622" name="그룹 621">
              <a:extLst>
                <a:ext uri="{FF2B5EF4-FFF2-40B4-BE49-F238E27FC236}">
                  <a16:creationId xmlns:a16="http://schemas.microsoft.com/office/drawing/2014/main" id="{92D263D7-C84D-9A2C-793C-2FB259EA676B}"/>
                </a:ext>
              </a:extLst>
            </p:cNvPr>
            <p:cNvGrpSpPr/>
            <p:nvPr/>
          </p:nvGrpSpPr>
          <p:grpSpPr>
            <a:xfrm>
              <a:off x="9915932" y="1073143"/>
              <a:ext cx="1002577" cy="410086"/>
              <a:chOff x="10073900" y="816268"/>
              <a:chExt cx="1002577" cy="410086"/>
            </a:xfrm>
          </p:grpSpPr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7DD09F97-CB17-2260-4D59-B9753E9A497B}"/>
                  </a:ext>
                </a:extLst>
              </p:cNvPr>
              <p:cNvSpPr txBox="1"/>
              <p:nvPr/>
            </p:nvSpPr>
            <p:spPr>
              <a:xfrm>
                <a:off x="10131600" y="830659"/>
                <a:ext cx="32252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H2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74584CBB-1941-D26C-30D8-9BFEF92293A0}"/>
                  </a:ext>
                </a:extLst>
              </p:cNvPr>
              <p:cNvSpPr txBox="1"/>
              <p:nvPr/>
            </p:nvSpPr>
            <p:spPr>
              <a:xfrm>
                <a:off x="10639348" y="816268"/>
                <a:ext cx="38824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cs typeface="Times New Roman" panose="02020603050405020304" pitchFamily="18" charset="0"/>
                  </a:rPr>
                  <a:t>CH4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369" name="그림 368">
                <a:extLst>
                  <a:ext uri="{FF2B5EF4-FFF2-40B4-BE49-F238E27FC236}">
                    <a16:creationId xmlns:a16="http://schemas.microsoft.com/office/drawing/2014/main" id="{BD1E9E9B-7BED-1129-D6DC-6E3F2D9CD433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29075" t="34902" r="65924" b="55922"/>
              <a:stretch/>
            </p:blipFill>
            <p:spPr>
              <a:xfrm>
                <a:off x="10626449" y="1014756"/>
                <a:ext cx="450028" cy="211598"/>
              </a:xfrm>
              <a:prstGeom prst="rect">
                <a:avLst/>
              </a:prstGeom>
            </p:spPr>
          </p:pic>
          <p:pic>
            <p:nvPicPr>
              <p:cNvPr id="370" name="그림 369">
                <a:extLst>
                  <a:ext uri="{FF2B5EF4-FFF2-40B4-BE49-F238E27FC236}">
                    <a16:creationId xmlns:a16="http://schemas.microsoft.com/office/drawing/2014/main" id="{748E2B85-B59A-E6F5-AC12-D0AD43B086BB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29075" t="34902" r="65924" b="55922"/>
              <a:stretch/>
            </p:blipFill>
            <p:spPr>
              <a:xfrm>
                <a:off x="10073900" y="1014756"/>
                <a:ext cx="450028" cy="211598"/>
              </a:xfrm>
              <a:prstGeom prst="rect">
                <a:avLst/>
              </a:prstGeom>
            </p:spPr>
          </p:pic>
        </p:grpSp>
      </p:grpSp>
      <p:sp>
        <p:nvSpPr>
          <p:cNvPr id="372" name="직사각형 371">
            <a:extLst>
              <a:ext uri="{FF2B5EF4-FFF2-40B4-BE49-F238E27FC236}">
                <a16:creationId xmlns:a16="http://schemas.microsoft.com/office/drawing/2014/main" id="{2B043036-AB42-3524-95A4-6FCF981EEDD8}"/>
              </a:ext>
            </a:extLst>
          </p:cNvPr>
          <p:cNvSpPr/>
          <p:nvPr/>
        </p:nvSpPr>
        <p:spPr>
          <a:xfrm>
            <a:off x="11377193" y="1233776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REF.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73" name="직사각형 372">
            <a:extLst>
              <a:ext uri="{FF2B5EF4-FFF2-40B4-BE49-F238E27FC236}">
                <a16:creationId xmlns:a16="http://schemas.microsoft.com/office/drawing/2014/main" id="{DFA06D68-7AAD-ECF7-960F-558823F04C79}"/>
              </a:ext>
            </a:extLst>
          </p:cNvPr>
          <p:cNvSpPr/>
          <p:nvPr/>
        </p:nvSpPr>
        <p:spPr>
          <a:xfrm>
            <a:off x="11377193" y="1600344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Stack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74" name="직사각형 373">
            <a:extLst>
              <a:ext uri="{FF2B5EF4-FFF2-40B4-BE49-F238E27FC236}">
                <a16:creationId xmlns:a16="http://schemas.microsoft.com/office/drawing/2014/main" id="{6617FE8A-B72D-B459-0D62-65530F995D7F}"/>
              </a:ext>
            </a:extLst>
          </p:cNvPr>
          <p:cNvSpPr/>
          <p:nvPr/>
        </p:nvSpPr>
        <p:spPr>
          <a:xfrm>
            <a:off x="11377193" y="1966913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PID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75" name="직사각형 374">
            <a:extLst>
              <a:ext uri="{FF2B5EF4-FFF2-40B4-BE49-F238E27FC236}">
                <a16:creationId xmlns:a16="http://schemas.microsoft.com/office/drawing/2014/main" id="{F4008E57-0C74-D77A-30B1-D1BC169EE126}"/>
              </a:ext>
            </a:extLst>
          </p:cNvPr>
          <p:cNvSpPr/>
          <p:nvPr/>
        </p:nvSpPr>
        <p:spPr>
          <a:xfrm>
            <a:off x="11377193" y="2333481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EHR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76" name="직사각형 375">
            <a:extLst>
              <a:ext uri="{FF2B5EF4-FFF2-40B4-BE49-F238E27FC236}">
                <a16:creationId xmlns:a16="http://schemas.microsoft.com/office/drawing/2014/main" id="{15F73B9D-1260-86EA-02E1-FE2F0975D522}"/>
              </a:ext>
            </a:extLst>
          </p:cNvPr>
          <p:cNvSpPr/>
          <p:nvPr/>
        </p:nvSpPr>
        <p:spPr>
          <a:xfrm>
            <a:off x="11377193" y="2700049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CVM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77" name="직사각형 376">
            <a:extLst>
              <a:ext uri="{FF2B5EF4-FFF2-40B4-BE49-F238E27FC236}">
                <a16:creationId xmlns:a16="http://schemas.microsoft.com/office/drawing/2014/main" id="{3B3E58B8-1D39-AC56-3712-210FC41633F3}"/>
              </a:ext>
            </a:extLst>
          </p:cNvPr>
          <p:cNvSpPr/>
          <p:nvPr/>
        </p:nvSpPr>
        <p:spPr>
          <a:xfrm>
            <a:off x="11377193" y="3066617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INV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78" name="직사각형 377">
            <a:extLst>
              <a:ext uri="{FF2B5EF4-FFF2-40B4-BE49-F238E27FC236}">
                <a16:creationId xmlns:a16="http://schemas.microsoft.com/office/drawing/2014/main" id="{7AF3068A-26AA-45FA-B478-A2DB7EBAB566}"/>
              </a:ext>
            </a:extLst>
          </p:cNvPr>
          <p:cNvSpPr/>
          <p:nvPr/>
        </p:nvSpPr>
        <p:spPr>
          <a:xfrm>
            <a:off x="11377193" y="3639697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AOG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79" name="직사각형 378">
            <a:extLst>
              <a:ext uri="{FF2B5EF4-FFF2-40B4-BE49-F238E27FC236}">
                <a16:creationId xmlns:a16="http://schemas.microsoft.com/office/drawing/2014/main" id="{D5A2D441-5F61-FCD8-6878-B8E9AA7B9EA0}"/>
              </a:ext>
            </a:extLst>
          </p:cNvPr>
          <p:cNvSpPr/>
          <p:nvPr/>
        </p:nvSpPr>
        <p:spPr>
          <a:xfrm>
            <a:off x="11377193" y="4006265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부하 운전</a:t>
            </a:r>
          </a:p>
        </p:txBody>
      </p:sp>
      <p:sp>
        <p:nvSpPr>
          <p:cNvPr id="380" name="직사각형 379">
            <a:extLst>
              <a:ext uri="{FF2B5EF4-FFF2-40B4-BE49-F238E27FC236}">
                <a16:creationId xmlns:a16="http://schemas.microsoft.com/office/drawing/2014/main" id="{189842DB-49A2-5545-F6D0-68CFBB6C69E4}"/>
              </a:ext>
            </a:extLst>
          </p:cNvPr>
          <p:cNvSpPr/>
          <p:nvPr/>
        </p:nvSpPr>
        <p:spPr>
          <a:xfrm>
            <a:off x="11377193" y="4372834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Parameter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81" name="직사각형 380">
            <a:extLst>
              <a:ext uri="{FF2B5EF4-FFF2-40B4-BE49-F238E27FC236}">
                <a16:creationId xmlns:a16="http://schemas.microsoft.com/office/drawing/2014/main" id="{182B5528-5A51-0394-9170-BE15F43C9120}"/>
              </a:ext>
            </a:extLst>
          </p:cNvPr>
          <p:cNvSpPr/>
          <p:nvPr/>
        </p:nvSpPr>
        <p:spPr>
          <a:xfrm>
            <a:off x="10543144" y="229630"/>
            <a:ext cx="489447" cy="3371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On/Off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82" name="직사각형 381">
            <a:extLst>
              <a:ext uri="{FF2B5EF4-FFF2-40B4-BE49-F238E27FC236}">
                <a16:creationId xmlns:a16="http://schemas.microsoft.com/office/drawing/2014/main" id="{F3080F45-DB10-D9AC-7340-A38823C50393}"/>
              </a:ext>
            </a:extLst>
          </p:cNvPr>
          <p:cNvSpPr/>
          <p:nvPr/>
        </p:nvSpPr>
        <p:spPr>
          <a:xfrm>
            <a:off x="10466420" y="582755"/>
            <a:ext cx="642898" cy="1832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383" name="직사각형 382">
            <a:extLst>
              <a:ext uri="{FF2B5EF4-FFF2-40B4-BE49-F238E27FC236}">
                <a16:creationId xmlns:a16="http://schemas.microsoft.com/office/drawing/2014/main" id="{676DE584-DA1E-97EC-9260-22155F8DBADB}"/>
              </a:ext>
            </a:extLst>
          </p:cNvPr>
          <p:cNvSpPr/>
          <p:nvPr/>
        </p:nvSpPr>
        <p:spPr>
          <a:xfrm>
            <a:off x="10367659" y="-4252"/>
            <a:ext cx="857197" cy="256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lt"/>
              </a:rPr>
              <a:t>비상정지 테스트</a:t>
            </a:r>
          </a:p>
        </p:txBody>
      </p:sp>
      <p:sp>
        <p:nvSpPr>
          <p:cNvPr id="384" name="직사각형 383">
            <a:extLst>
              <a:ext uri="{FF2B5EF4-FFF2-40B4-BE49-F238E27FC236}">
                <a16:creationId xmlns:a16="http://schemas.microsoft.com/office/drawing/2014/main" id="{43351A37-98A5-5EEE-8BC9-127BB3AC9665}"/>
              </a:ext>
            </a:extLst>
          </p:cNvPr>
          <p:cNvSpPr/>
          <p:nvPr/>
        </p:nvSpPr>
        <p:spPr>
          <a:xfrm>
            <a:off x="11270043" y="977179"/>
            <a:ext cx="857197" cy="256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+mj-lt"/>
              </a:rPr>
              <a:t>Graph</a:t>
            </a:r>
            <a:endParaRPr lang="ko-KR" altLang="en-US" sz="9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5" name="직사각형 384">
            <a:extLst>
              <a:ext uri="{FF2B5EF4-FFF2-40B4-BE49-F238E27FC236}">
                <a16:creationId xmlns:a16="http://schemas.microsoft.com/office/drawing/2014/main" id="{C4F2947E-F670-CF2A-033B-DFB2E4A79C9A}"/>
              </a:ext>
            </a:extLst>
          </p:cNvPr>
          <p:cNvSpPr/>
          <p:nvPr/>
        </p:nvSpPr>
        <p:spPr>
          <a:xfrm>
            <a:off x="9640843" y="241065"/>
            <a:ext cx="572914" cy="3006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Automatic</a:t>
            </a:r>
          </a:p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Code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86" name="직사각형 385">
            <a:extLst>
              <a:ext uri="{FF2B5EF4-FFF2-40B4-BE49-F238E27FC236}">
                <a16:creationId xmlns:a16="http://schemas.microsoft.com/office/drawing/2014/main" id="{CC12E55E-2B82-E635-6EFC-D20D1F38BE2A}"/>
              </a:ext>
            </a:extLst>
          </p:cNvPr>
          <p:cNvSpPr/>
          <p:nvPr/>
        </p:nvSpPr>
        <p:spPr>
          <a:xfrm>
            <a:off x="9598038" y="589399"/>
            <a:ext cx="642898" cy="1832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387" name="직사각형 386">
            <a:extLst>
              <a:ext uri="{FF2B5EF4-FFF2-40B4-BE49-F238E27FC236}">
                <a16:creationId xmlns:a16="http://schemas.microsoft.com/office/drawing/2014/main" id="{134DBAA3-3525-3DDC-9604-E17A00F16E28}"/>
              </a:ext>
            </a:extLst>
          </p:cNvPr>
          <p:cNvSpPr/>
          <p:nvPr/>
        </p:nvSpPr>
        <p:spPr>
          <a:xfrm>
            <a:off x="11270043" y="3383100"/>
            <a:ext cx="857197" cy="256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lt"/>
              </a:rPr>
              <a:t>변수 설정</a:t>
            </a:r>
          </a:p>
        </p:txBody>
      </p: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0D2E4E0A-C54D-51E0-DDBE-46009CBA2166}"/>
              </a:ext>
            </a:extLst>
          </p:cNvPr>
          <p:cNvGrpSpPr/>
          <p:nvPr/>
        </p:nvGrpSpPr>
        <p:grpSpPr>
          <a:xfrm>
            <a:off x="9847546" y="3550760"/>
            <a:ext cx="1432891" cy="1131905"/>
            <a:chOff x="9609742" y="3495873"/>
            <a:chExt cx="1432891" cy="1131905"/>
          </a:xfrm>
        </p:grpSpPr>
        <p:pic>
          <p:nvPicPr>
            <p:cNvPr id="362" name="그림 361">
              <a:extLst>
                <a:ext uri="{FF2B5EF4-FFF2-40B4-BE49-F238E27FC236}">
                  <a16:creationId xmlns:a16="http://schemas.microsoft.com/office/drawing/2014/main" id="{11F0A811-21E7-2770-3F39-5522674CADF0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/>
            <a:srcRect l="38789" t="34972" r="56421" b="56197"/>
            <a:stretch/>
          </p:blipFill>
          <p:spPr>
            <a:xfrm>
              <a:off x="10433662" y="3857989"/>
              <a:ext cx="557178" cy="237975"/>
            </a:xfrm>
            <a:prstGeom prst="rect">
              <a:avLst/>
            </a:prstGeom>
          </p:spPr>
        </p:pic>
        <p:grpSp>
          <p:nvGrpSpPr>
            <p:cNvPr id="388" name="그룹 387">
              <a:extLst>
                <a:ext uri="{FF2B5EF4-FFF2-40B4-BE49-F238E27FC236}">
                  <a16:creationId xmlns:a16="http://schemas.microsoft.com/office/drawing/2014/main" id="{AB1EB09F-E701-B5D4-096D-CE795CE8DA52}"/>
                </a:ext>
              </a:extLst>
            </p:cNvPr>
            <p:cNvGrpSpPr/>
            <p:nvPr/>
          </p:nvGrpSpPr>
          <p:grpSpPr>
            <a:xfrm>
              <a:off x="9609742" y="3495873"/>
              <a:ext cx="1432891" cy="1131905"/>
              <a:chOff x="9609742" y="3495873"/>
              <a:chExt cx="1432891" cy="1131905"/>
            </a:xfrm>
          </p:grpSpPr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04A0F307-9673-5A07-8D86-EC962A3050EF}"/>
                  </a:ext>
                </a:extLst>
              </p:cNvPr>
              <p:cNvSpPr txBox="1"/>
              <p:nvPr/>
            </p:nvSpPr>
            <p:spPr>
              <a:xfrm>
                <a:off x="9722740" y="3851610"/>
                <a:ext cx="63991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9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비상정지</a:t>
                </a:r>
                <a:endParaRPr lang="en-US" altLang="ko-KR" sz="9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0" name="직사각형 359">
                <a:extLst>
                  <a:ext uri="{FF2B5EF4-FFF2-40B4-BE49-F238E27FC236}">
                    <a16:creationId xmlns:a16="http://schemas.microsoft.com/office/drawing/2014/main" id="{1E7A0A7A-80D0-C11C-2B69-DE7EF96887AF}"/>
                  </a:ext>
                </a:extLst>
              </p:cNvPr>
              <p:cNvSpPr/>
              <p:nvPr/>
            </p:nvSpPr>
            <p:spPr>
              <a:xfrm>
                <a:off x="9609742" y="3502417"/>
                <a:ext cx="642898" cy="256598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bg1">
                        <a:lumMod val="9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START</a:t>
                </a:r>
                <a:endParaRPr lang="ko-KR" altLang="en-US" sz="800" b="1" dirty="0">
                  <a:solidFill>
                    <a:schemeClr val="bg1">
                      <a:lumMod val="95000"/>
                    </a:schemeClr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1" name="직사각형 360">
                <a:extLst>
                  <a:ext uri="{FF2B5EF4-FFF2-40B4-BE49-F238E27FC236}">
                    <a16:creationId xmlns:a16="http://schemas.microsoft.com/office/drawing/2014/main" id="{63481FDA-B617-19B1-5D78-96D392FBDC74}"/>
                  </a:ext>
                </a:extLst>
              </p:cNvPr>
              <p:cNvSpPr/>
              <p:nvPr/>
            </p:nvSpPr>
            <p:spPr>
              <a:xfrm>
                <a:off x="10399735" y="3495873"/>
                <a:ext cx="642898" cy="256598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bg1">
                        <a:lumMod val="9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STOP</a:t>
                </a:r>
                <a:endParaRPr lang="ko-KR" altLang="en-US" sz="800" b="1" dirty="0">
                  <a:solidFill>
                    <a:schemeClr val="bg1">
                      <a:lumMod val="95000"/>
                    </a:schemeClr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363" name="그림 362">
                <a:extLst>
                  <a:ext uri="{FF2B5EF4-FFF2-40B4-BE49-F238E27FC236}">
                    <a16:creationId xmlns:a16="http://schemas.microsoft.com/office/drawing/2014/main" id="{C8ACA3C6-3C18-4CE0-2DDF-3923AFC18276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38789" t="34972" r="56421" b="56197"/>
              <a:stretch/>
            </p:blipFill>
            <p:spPr>
              <a:xfrm>
                <a:off x="10474754" y="4425377"/>
                <a:ext cx="450028" cy="168621"/>
              </a:xfrm>
              <a:prstGeom prst="rect">
                <a:avLst/>
              </a:prstGeom>
            </p:spPr>
          </p:pic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0EB8A082-D16A-30AA-AA9E-6011171FF963}"/>
                  </a:ext>
                </a:extLst>
              </p:cNvPr>
              <p:cNvSpPr txBox="1"/>
              <p:nvPr/>
            </p:nvSpPr>
            <p:spPr>
              <a:xfrm>
                <a:off x="9796182" y="4412334"/>
                <a:ext cx="7441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cs typeface="Times New Roman" panose="02020603050405020304" pitchFamily="18" charset="0"/>
                  </a:rPr>
                  <a:t>Auto Mode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5" name="직사각형 364">
                <a:extLst>
                  <a:ext uri="{FF2B5EF4-FFF2-40B4-BE49-F238E27FC236}">
                    <a16:creationId xmlns:a16="http://schemas.microsoft.com/office/drawing/2014/main" id="{53C1EAEB-E133-63CA-E539-283F52CCEE39}"/>
                  </a:ext>
                </a:extLst>
              </p:cNvPr>
              <p:cNvSpPr/>
              <p:nvPr/>
            </p:nvSpPr>
            <p:spPr>
              <a:xfrm>
                <a:off x="10475908" y="4206871"/>
                <a:ext cx="448874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66" name="TextBox 365">
                <a:extLst>
                  <a:ext uri="{FF2B5EF4-FFF2-40B4-BE49-F238E27FC236}">
                    <a16:creationId xmlns:a16="http://schemas.microsoft.com/office/drawing/2014/main" id="{2DAAC7E4-C6CB-0719-BFA2-A4FEE6E81DEA}"/>
                  </a:ext>
                </a:extLst>
              </p:cNvPr>
              <p:cNvSpPr txBox="1"/>
              <p:nvPr/>
            </p:nvSpPr>
            <p:spPr>
              <a:xfrm>
                <a:off x="9807328" y="4190614"/>
                <a:ext cx="71045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Auto Code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647" name="그룹 646">
            <a:extLst>
              <a:ext uri="{FF2B5EF4-FFF2-40B4-BE49-F238E27FC236}">
                <a16:creationId xmlns:a16="http://schemas.microsoft.com/office/drawing/2014/main" id="{58C38F4B-14D9-E900-AEA7-C0CEA998684F}"/>
              </a:ext>
            </a:extLst>
          </p:cNvPr>
          <p:cNvGrpSpPr/>
          <p:nvPr/>
        </p:nvGrpSpPr>
        <p:grpSpPr>
          <a:xfrm>
            <a:off x="8865960" y="893461"/>
            <a:ext cx="947440" cy="588229"/>
            <a:chOff x="8486206" y="902759"/>
            <a:chExt cx="947440" cy="588229"/>
          </a:xfrm>
        </p:grpSpPr>
        <p:sp>
          <p:nvSpPr>
            <p:cNvPr id="640" name="TextBox 639">
              <a:extLst>
                <a:ext uri="{FF2B5EF4-FFF2-40B4-BE49-F238E27FC236}">
                  <a16:creationId xmlns:a16="http://schemas.microsoft.com/office/drawing/2014/main" id="{F3FEA409-7E9F-2909-7357-923D12B393AA}"/>
                </a:ext>
              </a:extLst>
            </p:cNvPr>
            <p:cNvSpPr txBox="1"/>
            <p:nvPr/>
          </p:nvSpPr>
          <p:spPr>
            <a:xfrm>
              <a:off x="8486206" y="902759"/>
              <a:ext cx="360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>
                  <a:latin typeface="+mj-lt"/>
                </a:rPr>
                <a:t>N2</a:t>
              </a:r>
              <a:endParaRPr lang="ko-KR" altLang="en-US" sz="1000" b="1">
                <a:latin typeface="+mj-lt"/>
              </a:endParaRPr>
            </a:p>
          </p:txBody>
        </p:sp>
        <p:sp>
          <p:nvSpPr>
            <p:cNvPr id="620" name="직사각형 619">
              <a:extLst>
                <a:ext uri="{FF2B5EF4-FFF2-40B4-BE49-F238E27FC236}">
                  <a16:creationId xmlns:a16="http://schemas.microsoft.com/office/drawing/2014/main" id="{31DBF6C5-4C27-81FC-68F8-5D33EA65E792}"/>
                </a:ext>
              </a:extLst>
            </p:cNvPr>
            <p:cNvSpPr/>
            <p:nvPr/>
          </p:nvSpPr>
          <p:spPr>
            <a:xfrm>
              <a:off x="8741154" y="1225890"/>
              <a:ext cx="276225" cy="26153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621" name="직사각형 620">
              <a:extLst>
                <a:ext uri="{FF2B5EF4-FFF2-40B4-BE49-F238E27FC236}">
                  <a16:creationId xmlns:a16="http://schemas.microsoft.com/office/drawing/2014/main" id="{587CB9D7-7464-98F1-79BB-9FB69C3ED46E}"/>
                </a:ext>
              </a:extLst>
            </p:cNvPr>
            <p:cNvSpPr/>
            <p:nvPr/>
          </p:nvSpPr>
          <p:spPr>
            <a:xfrm>
              <a:off x="9150003" y="1229453"/>
              <a:ext cx="276225" cy="26153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645" name="TextBox 644">
              <a:extLst>
                <a:ext uri="{FF2B5EF4-FFF2-40B4-BE49-F238E27FC236}">
                  <a16:creationId xmlns:a16="http://schemas.microsoft.com/office/drawing/2014/main" id="{17AE111A-2EA8-3A3B-3A4A-1F966D5FDD26}"/>
                </a:ext>
              </a:extLst>
            </p:cNvPr>
            <p:cNvSpPr txBox="1"/>
            <p:nvPr/>
          </p:nvSpPr>
          <p:spPr>
            <a:xfrm>
              <a:off x="8702893" y="1054935"/>
              <a:ext cx="3465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Ref</a:t>
              </a:r>
              <a:endParaRPr lang="ko-KR" altLang="en-US" sz="8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646" name="TextBox 645">
              <a:extLst>
                <a:ext uri="{FF2B5EF4-FFF2-40B4-BE49-F238E27FC236}">
                  <a16:creationId xmlns:a16="http://schemas.microsoft.com/office/drawing/2014/main" id="{45E9C3FA-4446-3A9C-CD98-FF9D61AC436E}"/>
                </a:ext>
              </a:extLst>
            </p:cNvPr>
            <p:cNvSpPr txBox="1"/>
            <p:nvPr/>
          </p:nvSpPr>
          <p:spPr>
            <a:xfrm>
              <a:off x="9131960" y="1054935"/>
              <a:ext cx="30168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ST</a:t>
              </a:r>
              <a:endParaRPr lang="ko-KR" altLang="en-US" sz="8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29" name="그룹 828">
            <a:extLst>
              <a:ext uri="{FF2B5EF4-FFF2-40B4-BE49-F238E27FC236}">
                <a16:creationId xmlns:a16="http://schemas.microsoft.com/office/drawing/2014/main" id="{AE37B4F6-A40A-2553-92EB-89074A875C96}"/>
              </a:ext>
            </a:extLst>
          </p:cNvPr>
          <p:cNvGrpSpPr/>
          <p:nvPr/>
        </p:nvGrpSpPr>
        <p:grpSpPr>
          <a:xfrm>
            <a:off x="5193845" y="176295"/>
            <a:ext cx="694422" cy="395953"/>
            <a:chOff x="7634739" y="195620"/>
            <a:chExt cx="694422" cy="395953"/>
          </a:xfrm>
        </p:grpSpPr>
        <p:sp>
          <p:nvSpPr>
            <p:cNvPr id="827" name="직사각형 826">
              <a:extLst>
                <a:ext uri="{FF2B5EF4-FFF2-40B4-BE49-F238E27FC236}">
                  <a16:creationId xmlns:a16="http://schemas.microsoft.com/office/drawing/2014/main" id="{0435B204-FC0B-CF57-CA7D-0755C57AA21A}"/>
                </a:ext>
              </a:extLst>
            </p:cNvPr>
            <p:cNvSpPr/>
            <p:nvPr/>
          </p:nvSpPr>
          <p:spPr>
            <a:xfrm>
              <a:off x="7757512" y="421844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828" name="TextBox 827">
              <a:extLst>
                <a:ext uri="{FF2B5EF4-FFF2-40B4-BE49-F238E27FC236}">
                  <a16:creationId xmlns:a16="http://schemas.microsoft.com/office/drawing/2014/main" id="{9B34B146-F5AD-D084-B82A-022C7BBE35F0}"/>
                </a:ext>
              </a:extLst>
            </p:cNvPr>
            <p:cNvSpPr txBox="1"/>
            <p:nvPr/>
          </p:nvSpPr>
          <p:spPr>
            <a:xfrm>
              <a:off x="7634739" y="195620"/>
              <a:ext cx="69442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>
                  <a:latin typeface="+mj-lt"/>
                  <a:cs typeface="Times New Roman" panose="02020603050405020304" pitchFamily="18" charset="0"/>
                </a:rPr>
                <a:t>Sys T </a:t>
              </a:r>
              <a:r>
                <a:rPr lang="en-US" altLang="ko-KR" sz="8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</a:t>
              </a:r>
              <a:r>
                <a:rPr lang="ko-KR" altLang="en-US" sz="8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℃</a:t>
              </a:r>
              <a:r>
                <a:rPr lang="en-US" altLang="ko-KR" sz="8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8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434" name="TextBox 433">
            <a:extLst>
              <a:ext uri="{FF2B5EF4-FFF2-40B4-BE49-F238E27FC236}">
                <a16:creationId xmlns:a16="http://schemas.microsoft.com/office/drawing/2014/main" id="{B9C0971C-AB2A-0C53-D716-EBBDF159C786}"/>
              </a:ext>
            </a:extLst>
          </p:cNvPr>
          <p:cNvSpPr txBox="1"/>
          <p:nvPr/>
        </p:nvSpPr>
        <p:spPr>
          <a:xfrm>
            <a:off x="28971" y="1287747"/>
            <a:ext cx="3401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>
                <a:latin typeface="+mj-lt"/>
              </a:rPr>
              <a:t>NG</a:t>
            </a:r>
            <a:endParaRPr lang="ko-KR" altLang="en-US" sz="800" b="1">
              <a:latin typeface="+mj-lt"/>
            </a:endParaRPr>
          </a:p>
        </p:txBody>
      </p:sp>
      <p:sp>
        <p:nvSpPr>
          <p:cNvPr id="898" name="TextBox 897">
            <a:extLst>
              <a:ext uri="{FF2B5EF4-FFF2-40B4-BE49-F238E27FC236}">
                <a16:creationId xmlns:a16="http://schemas.microsoft.com/office/drawing/2014/main" id="{395799A0-C2CB-C1C5-3FFD-F4B5F0CDE448}"/>
              </a:ext>
            </a:extLst>
          </p:cNvPr>
          <p:cNvSpPr txBox="1"/>
          <p:nvPr/>
        </p:nvSpPr>
        <p:spPr>
          <a:xfrm>
            <a:off x="9371943" y="5726355"/>
            <a:ext cx="5164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SV    [</a:t>
            </a:r>
            <a:r>
              <a:rPr lang="ko-KR" altLang="en-US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℃</a:t>
            </a:r>
            <a:r>
              <a:rPr lang="en-US" altLang="ko-KR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6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08" name="TextBox 807">
            <a:extLst>
              <a:ext uri="{FF2B5EF4-FFF2-40B4-BE49-F238E27FC236}">
                <a16:creationId xmlns:a16="http://schemas.microsoft.com/office/drawing/2014/main" id="{61469E91-074C-1A9A-6B25-08F7676F6914}"/>
              </a:ext>
            </a:extLst>
          </p:cNvPr>
          <p:cNvSpPr txBox="1"/>
          <p:nvPr/>
        </p:nvSpPr>
        <p:spPr>
          <a:xfrm>
            <a:off x="8405272" y="6686763"/>
            <a:ext cx="632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Drain</a:t>
            </a:r>
          </a:p>
        </p:txBody>
      </p:sp>
      <p:sp>
        <p:nvSpPr>
          <p:cNvPr id="158" name="직사각형 157">
            <a:hlinkClick r:id="rId3" action="ppaction://hlinksldjump"/>
            <a:extLst>
              <a:ext uri="{FF2B5EF4-FFF2-40B4-BE49-F238E27FC236}">
                <a16:creationId xmlns:a16="http://schemas.microsoft.com/office/drawing/2014/main" id="{451480D2-53AD-B03B-92ED-085A6F178E2D}"/>
              </a:ext>
            </a:extLst>
          </p:cNvPr>
          <p:cNvSpPr/>
          <p:nvPr/>
        </p:nvSpPr>
        <p:spPr>
          <a:xfrm>
            <a:off x="11340395" y="252914"/>
            <a:ext cx="642898" cy="3665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7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0E75D69-E371-B379-1273-44D4931FDB80}"/>
              </a:ext>
            </a:extLst>
          </p:cNvPr>
          <p:cNvGrpSpPr/>
          <p:nvPr/>
        </p:nvGrpSpPr>
        <p:grpSpPr>
          <a:xfrm>
            <a:off x="9024274" y="1688288"/>
            <a:ext cx="2170935" cy="1524573"/>
            <a:chOff x="8995822" y="1724214"/>
            <a:chExt cx="2170935" cy="1524573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1B0E511-C48C-5B33-FDA7-266C8B2677D6}"/>
                </a:ext>
              </a:extLst>
            </p:cNvPr>
            <p:cNvGrpSpPr/>
            <p:nvPr/>
          </p:nvGrpSpPr>
          <p:grpSpPr>
            <a:xfrm>
              <a:off x="8995822" y="1783251"/>
              <a:ext cx="2170935" cy="1465536"/>
              <a:chOff x="8995822" y="1783251"/>
              <a:chExt cx="2170935" cy="1465536"/>
            </a:xfrm>
          </p:grpSpPr>
          <p:grpSp>
            <p:nvGrpSpPr>
              <p:cNvPr id="606" name="그룹 605">
                <a:extLst>
                  <a:ext uri="{FF2B5EF4-FFF2-40B4-BE49-F238E27FC236}">
                    <a16:creationId xmlns:a16="http://schemas.microsoft.com/office/drawing/2014/main" id="{A320421B-E8FE-F36F-52B7-89476881DCC6}"/>
                  </a:ext>
                </a:extLst>
              </p:cNvPr>
              <p:cNvGrpSpPr/>
              <p:nvPr/>
            </p:nvGrpSpPr>
            <p:grpSpPr>
              <a:xfrm>
                <a:off x="8995822" y="1783251"/>
                <a:ext cx="2170935" cy="1465536"/>
                <a:chOff x="8966136" y="1278632"/>
                <a:chExt cx="2170935" cy="1465536"/>
              </a:xfrm>
            </p:grpSpPr>
            <p:sp>
              <p:nvSpPr>
                <p:cNvPr id="390" name="TextBox 389">
                  <a:extLst>
                    <a:ext uri="{FF2B5EF4-FFF2-40B4-BE49-F238E27FC236}">
                      <a16:creationId xmlns:a16="http://schemas.microsoft.com/office/drawing/2014/main" id="{E0FC47FA-A642-C6FB-F990-CA40E107566F}"/>
                    </a:ext>
                  </a:extLst>
                </p:cNvPr>
                <p:cNvSpPr txBox="1"/>
                <p:nvPr/>
              </p:nvSpPr>
              <p:spPr>
                <a:xfrm>
                  <a:off x="8966136" y="1278632"/>
                  <a:ext cx="85754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1400" b="1" dirty="0">
                      <a:latin typeface="+mj-lt"/>
                      <a:cs typeface="Times New Roman" panose="02020603050405020304" pitchFamily="18" charset="0"/>
                    </a:rPr>
                    <a:t>Inverter</a:t>
                  </a:r>
                  <a:endParaRPr lang="ko-KR" altLang="en-US" sz="14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1" name="TextBox 390">
                  <a:extLst>
                    <a:ext uri="{FF2B5EF4-FFF2-40B4-BE49-F238E27FC236}">
                      <a16:creationId xmlns:a16="http://schemas.microsoft.com/office/drawing/2014/main" id="{1E7F42D9-5FB9-2177-BF92-5BCD4EACBB3C}"/>
                    </a:ext>
                  </a:extLst>
                </p:cNvPr>
                <p:cNvSpPr txBox="1"/>
                <p:nvPr/>
              </p:nvSpPr>
              <p:spPr>
                <a:xfrm>
                  <a:off x="10309071" y="1316747"/>
                  <a:ext cx="377026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Run</a:t>
                  </a:r>
                  <a:endParaRPr lang="ko-KR" altLang="en-US" sz="8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2" name="직사각형 391">
                  <a:extLst>
                    <a:ext uri="{FF2B5EF4-FFF2-40B4-BE49-F238E27FC236}">
                      <a16:creationId xmlns:a16="http://schemas.microsoft.com/office/drawing/2014/main" id="{A4555DD0-B5FC-2437-0A4E-3D533899F08A}"/>
                    </a:ext>
                  </a:extLst>
                </p:cNvPr>
                <p:cNvSpPr/>
                <p:nvPr/>
              </p:nvSpPr>
              <p:spPr>
                <a:xfrm>
                  <a:off x="10661730" y="1314184"/>
                  <a:ext cx="307781" cy="24612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grpSp>
              <p:nvGrpSpPr>
                <p:cNvPr id="445" name="그룹 444">
                  <a:extLst>
                    <a:ext uri="{FF2B5EF4-FFF2-40B4-BE49-F238E27FC236}">
                      <a16:creationId xmlns:a16="http://schemas.microsoft.com/office/drawing/2014/main" id="{A737A14F-5395-65E5-92D1-4EF19BE6511F}"/>
                    </a:ext>
                  </a:extLst>
                </p:cNvPr>
                <p:cNvGrpSpPr/>
                <p:nvPr/>
              </p:nvGrpSpPr>
              <p:grpSpPr>
                <a:xfrm>
                  <a:off x="9016772" y="1653102"/>
                  <a:ext cx="2120299" cy="1091066"/>
                  <a:chOff x="9005202" y="1891605"/>
                  <a:chExt cx="2120299" cy="1091066"/>
                </a:xfrm>
              </p:grpSpPr>
              <p:sp>
                <p:nvSpPr>
                  <p:cNvPr id="414" name="TextBox 413">
                    <a:extLst>
                      <a:ext uri="{FF2B5EF4-FFF2-40B4-BE49-F238E27FC236}">
                        <a16:creationId xmlns:a16="http://schemas.microsoft.com/office/drawing/2014/main" id="{21274297-97AD-455E-6027-C017B295ED33}"/>
                      </a:ext>
                    </a:extLst>
                  </p:cNvPr>
                  <p:cNvSpPr txBox="1"/>
                  <p:nvPr/>
                </p:nvSpPr>
                <p:spPr>
                  <a:xfrm>
                    <a:off x="9005202" y="2265254"/>
                    <a:ext cx="574195" cy="2000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700" b="1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AC  [kW]</a:t>
                    </a:r>
                    <a:endParaRPr lang="ko-KR" altLang="en-US" sz="7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444" name="그룹 443">
                    <a:extLst>
                      <a:ext uri="{FF2B5EF4-FFF2-40B4-BE49-F238E27FC236}">
                        <a16:creationId xmlns:a16="http://schemas.microsoft.com/office/drawing/2014/main" id="{B65586F6-155A-35D2-65BB-A667E8D19A05}"/>
                      </a:ext>
                    </a:extLst>
                  </p:cNvPr>
                  <p:cNvGrpSpPr/>
                  <p:nvPr/>
                </p:nvGrpSpPr>
                <p:grpSpPr>
                  <a:xfrm>
                    <a:off x="9026088" y="1891605"/>
                    <a:ext cx="2099413" cy="1091066"/>
                    <a:chOff x="9096229" y="1654975"/>
                    <a:chExt cx="2099413" cy="1091066"/>
                  </a:xfrm>
                </p:grpSpPr>
                <p:sp>
                  <p:nvSpPr>
                    <p:cNvPr id="409" name="직사각형 408">
                      <a:extLst>
                        <a:ext uri="{FF2B5EF4-FFF2-40B4-BE49-F238E27FC236}">
                          <a16:creationId xmlns:a16="http://schemas.microsoft.com/office/drawing/2014/main" id="{F6BB638F-54A6-990E-BFC6-9A38C67CD8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96989" y="2188239"/>
                      <a:ext cx="448875" cy="16972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00">
                        <a:solidFill>
                          <a:schemeClr val="tx1"/>
                        </a:solidFill>
                        <a:latin typeface="+mj-lt"/>
                      </a:endParaRPr>
                    </a:p>
                  </p:txBody>
                </p:sp>
                <p:grpSp>
                  <p:nvGrpSpPr>
                    <p:cNvPr id="443" name="그룹 442">
                      <a:extLst>
                        <a:ext uri="{FF2B5EF4-FFF2-40B4-BE49-F238E27FC236}">
                          <a16:creationId xmlns:a16="http://schemas.microsoft.com/office/drawing/2014/main" id="{008BEA5C-508F-ED1C-80A5-998CF148EB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096229" y="1654975"/>
                      <a:ext cx="2099413" cy="1091066"/>
                      <a:chOff x="9096229" y="1654975"/>
                      <a:chExt cx="2099413" cy="1091066"/>
                    </a:xfrm>
                  </p:grpSpPr>
                  <p:sp>
                    <p:nvSpPr>
                      <p:cNvPr id="393" name="직사각형 392">
                        <a:extLst>
                          <a:ext uri="{FF2B5EF4-FFF2-40B4-BE49-F238E27FC236}">
                            <a16:creationId xmlns:a16="http://schemas.microsoft.com/office/drawing/2014/main" id="{E9E8283F-70EC-B104-74CD-C16DC1465D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21754" y="1826759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394" name="TextBox 393">
                        <a:extLst>
                          <a:ext uri="{FF2B5EF4-FFF2-40B4-BE49-F238E27FC236}">
                            <a16:creationId xmlns:a16="http://schemas.microsoft.com/office/drawing/2014/main" id="{AC9C735F-E33B-32CD-C555-39BF9A96C01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687272" y="1654975"/>
                        <a:ext cx="497251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T</a:t>
                        </a:r>
                        <a:r>
                          <a:rPr lang="ko-KR" altLang="en-US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 </a:t>
                        </a:r>
                        <a:r>
                          <a:rPr lang="en-US" altLang="ko-KR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  </a:t>
                        </a:r>
                        <a:r>
                          <a:rPr lang="en-US" altLang="ko-KR" sz="800" b="1" dirty="0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[V]</a:t>
                        </a:r>
                        <a:endParaRPr lang="ko-KR" altLang="en-US" sz="8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395" name="직사각형 394">
                        <a:extLst>
                          <a:ext uri="{FF2B5EF4-FFF2-40B4-BE49-F238E27FC236}">
                            <a16:creationId xmlns:a16="http://schemas.microsoft.com/office/drawing/2014/main" id="{633359CC-82A6-6700-C0F2-0D546F9447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196989" y="1835226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396" name="TextBox 395">
                        <a:extLst>
                          <a:ext uri="{FF2B5EF4-FFF2-40B4-BE49-F238E27FC236}">
                            <a16:creationId xmlns:a16="http://schemas.microsoft.com/office/drawing/2014/main" id="{62EA02D6-63E6-4DD0-5462-216E6398C11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172201" y="1654975"/>
                        <a:ext cx="495649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S   [</a:t>
                        </a:r>
                        <a:r>
                          <a:rPr lang="en-US" altLang="ko-KR" sz="800" b="1" dirty="0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V]</a:t>
                        </a:r>
                        <a:endParaRPr lang="ko-KR" altLang="en-US" sz="8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397" name="직사각형 396">
                        <a:extLst>
                          <a:ext uri="{FF2B5EF4-FFF2-40B4-BE49-F238E27FC236}">
                            <a16:creationId xmlns:a16="http://schemas.microsoft.com/office/drawing/2014/main" id="{09D76F24-1565-88F1-25D3-970BE0E039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80159" y="1835226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398" name="TextBox 397">
                        <a:extLst>
                          <a:ext uri="{FF2B5EF4-FFF2-40B4-BE49-F238E27FC236}">
                            <a16:creationId xmlns:a16="http://schemas.microsoft.com/office/drawing/2014/main" id="{7DB60215-E5C0-0539-6DC8-09697291C95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77170" y="1671977"/>
                        <a:ext cx="505267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R   </a:t>
                        </a:r>
                        <a:r>
                          <a:rPr lang="en-US" altLang="ko-KR" sz="800" b="1" dirty="0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[V]</a:t>
                        </a:r>
                        <a:endParaRPr lang="ko-KR" altLang="en-US" sz="8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399" name="직사각형 398">
                        <a:extLst>
                          <a:ext uri="{FF2B5EF4-FFF2-40B4-BE49-F238E27FC236}">
                            <a16:creationId xmlns:a16="http://schemas.microsoft.com/office/drawing/2014/main" id="{9CD895FD-6CC5-8B7D-A884-BE3E37D0E7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40519" y="1841555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400" name="TextBox 399">
                        <a:extLst>
                          <a:ext uri="{FF2B5EF4-FFF2-40B4-BE49-F238E27FC236}">
                            <a16:creationId xmlns:a16="http://schemas.microsoft.com/office/drawing/2014/main" id="{272D658E-27FA-FC04-C15E-679CE2A6199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107443" y="1681597"/>
                        <a:ext cx="530915" cy="20005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7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DC   </a:t>
                        </a:r>
                        <a:r>
                          <a:rPr lang="en-US" altLang="ko-KR" sz="700" b="1" dirty="0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[V]</a:t>
                        </a:r>
                        <a:endParaRPr lang="ko-KR" altLang="en-US" sz="7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07" name="직사각형 406">
                        <a:extLst>
                          <a:ext uri="{FF2B5EF4-FFF2-40B4-BE49-F238E27FC236}">
                            <a16:creationId xmlns:a16="http://schemas.microsoft.com/office/drawing/2014/main" id="{533A525B-12AD-9072-1379-95B14B6BD3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21754" y="2179772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408" name="TextBox 407">
                        <a:extLst>
                          <a:ext uri="{FF2B5EF4-FFF2-40B4-BE49-F238E27FC236}">
                            <a16:creationId xmlns:a16="http://schemas.microsoft.com/office/drawing/2014/main" id="{962C7BE5-8391-9D28-CE1B-EB98CA09619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694797" y="2021113"/>
                        <a:ext cx="500457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T</a:t>
                        </a:r>
                        <a:r>
                          <a:rPr lang="ko-KR" altLang="en-US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 </a:t>
                        </a:r>
                        <a:r>
                          <a:rPr lang="en-US" altLang="ko-KR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  [A]</a:t>
                        </a:r>
                        <a:endParaRPr lang="ko-KR" altLang="en-US" sz="8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0" name="TextBox 409">
                        <a:extLst>
                          <a:ext uri="{FF2B5EF4-FFF2-40B4-BE49-F238E27FC236}">
                            <a16:creationId xmlns:a16="http://schemas.microsoft.com/office/drawing/2014/main" id="{8A01DC40-2E50-0658-E16E-9261704AB72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193907" y="2021734"/>
                        <a:ext cx="498855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S   [A]</a:t>
                        </a:r>
                        <a:endParaRPr lang="ko-KR" altLang="en-US" sz="8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1" name="직사각형 410">
                        <a:extLst>
                          <a:ext uri="{FF2B5EF4-FFF2-40B4-BE49-F238E27FC236}">
                            <a16:creationId xmlns:a16="http://schemas.microsoft.com/office/drawing/2014/main" id="{902C12C6-A057-CFFD-ECCB-C01251FC6A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80159" y="2188239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412" name="TextBox 411">
                        <a:extLst>
                          <a:ext uri="{FF2B5EF4-FFF2-40B4-BE49-F238E27FC236}">
                            <a16:creationId xmlns:a16="http://schemas.microsoft.com/office/drawing/2014/main" id="{B2878D3E-BD7C-4F11-C95B-DE603A5371D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76923" y="2019679"/>
                        <a:ext cx="508473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R   [A]</a:t>
                        </a:r>
                        <a:endParaRPr lang="ko-KR" altLang="en-US" sz="8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3" name="직사각형 412">
                        <a:extLst>
                          <a:ext uri="{FF2B5EF4-FFF2-40B4-BE49-F238E27FC236}">
                            <a16:creationId xmlns:a16="http://schemas.microsoft.com/office/drawing/2014/main" id="{7053190A-649E-B34B-659B-4B8E039B23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40519" y="2194568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436" name="직사각형 435">
                        <a:extLst>
                          <a:ext uri="{FF2B5EF4-FFF2-40B4-BE49-F238E27FC236}">
                            <a16:creationId xmlns:a16="http://schemas.microsoft.com/office/drawing/2014/main" id="{97480F54-AE67-9EAB-22C6-9EBCED72DD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46726" y="2566261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437" name="TextBox 436">
                        <a:extLst>
                          <a:ext uri="{FF2B5EF4-FFF2-40B4-BE49-F238E27FC236}">
                            <a16:creationId xmlns:a16="http://schemas.microsoft.com/office/drawing/2014/main" id="{36499B70-2E78-A70F-83B3-D48E64B4A6B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096229" y="2411777"/>
                        <a:ext cx="540533" cy="20005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7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PV  </a:t>
                        </a:r>
                        <a:r>
                          <a:rPr lang="en-US" altLang="ko-KR" sz="700" b="1" dirty="0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[Hz]</a:t>
                        </a:r>
                        <a:endParaRPr lang="ko-KR" altLang="en-US" sz="7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38" name="직사각형 437">
                        <a:extLst>
                          <a:ext uri="{FF2B5EF4-FFF2-40B4-BE49-F238E27FC236}">
                            <a16:creationId xmlns:a16="http://schemas.microsoft.com/office/drawing/2014/main" id="{607ED0AC-A141-45EE-9844-66EAA5AB4A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21439" y="2563180"/>
                        <a:ext cx="448875" cy="169729"/>
                      </a:xfrm>
                      <a:prstGeom prst="rect">
                        <a:avLst/>
                      </a:prstGeom>
                      <a:solidFill>
                        <a:srgbClr val="FEDB43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439" name="TextBox 438">
                        <a:extLst>
                          <a:ext uri="{FF2B5EF4-FFF2-40B4-BE49-F238E27FC236}">
                            <a16:creationId xmlns:a16="http://schemas.microsoft.com/office/drawing/2014/main" id="{F6A6E776-F583-E4FF-41CF-F2173B25BBC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186030" y="2408289"/>
                        <a:ext cx="519693" cy="20005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7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SV   </a:t>
                        </a:r>
                        <a:r>
                          <a:rPr lang="en-US" altLang="ko-KR" sz="700" b="1" dirty="0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[A]</a:t>
                        </a:r>
                        <a:endParaRPr lang="ko-KR" altLang="en-US" sz="7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40" name="직사각형 439">
                        <a:extLst>
                          <a:ext uri="{FF2B5EF4-FFF2-40B4-BE49-F238E27FC236}">
                            <a16:creationId xmlns:a16="http://schemas.microsoft.com/office/drawing/2014/main" id="{0B4CBA10-13BA-625D-0164-22E04385C5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6565" y="2576312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441" name="TextBox 440">
                        <a:extLst>
                          <a:ext uri="{FF2B5EF4-FFF2-40B4-BE49-F238E27FC236}">
                            <a16:creationId xmlns:a16="http://schemas.microsoft.com/office/drawing/2014/main" id="{242EABDA-1DC4-93DA-3968-CE7C562822C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704803" y="2413805"/>
                        <a:ext cx="490839" cy="20005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7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PV  </a:t>
                        </a:r>
                        <a:r>
                          <a:rPr lang="en-US" altLang="ko-KR" sz="700" b="1" dirty="0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[A]</a:t>
                        </a:r>
                        <a:endParaRPr lang="ko-KR" altLang="en-US" sz="7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42" name="직사각형 441">
                        <a:extLst>
                          <a:ext uri="{FF2B5EF4-FFF2-40B4-BE49-F238E27FC236}">
                            <a16:creationId xmlns:a16="http://schemas.microsoft.com/office/drawing/2014/main" id="{ED3F6DBF-C7BE-F347-F740-3989235AAB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76023" y="2562121"/>
                        <a:ext cx="448875" cy="169729"/>
                      </a:xfrm>
                      <a:prstGeom prst="rect">
                        <a:avLst/>
                      </a:prstGeom>
                      <a:ln/>
                    </p:spPr>
                    <p:style>
                      <a:lnRef idx="1">
                        <a:schemeClr val="dk1"/>
                      </a:lnRef>
                      <a:fillRef idx="2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lIns="36000" rIns="36000" rtlCol="0" anchor="ctr"/>
                      <a:lstStyle/>
                      <a:p>
                        <a:pPr algn="ctr"/>
                        <a:r>
                          <a:rPr lang="en-US" altLang="ko-KR" sz="600" b="1" dirty="0">
                            <a:solidFill>
                              <a:schemeClr val="dk1"/>
                            </a:solidFill>
                            <a:latin typeface="+mj-lt"/>
                            <a:cs typeface="Times New Roman" panose="02020603050405020304" pitchFamily="18" charset="0"/>
                          </a:rPr>
                          <a:t>SET</a:t>
                        </a:r>
                        <a:endParaRPr lang="ko-KR" altLang="en-US" sz="600" b="1" dirty="0">
                          <a:solidFill>
                            <a:schemeClr val="dk1"/>
                          </a:solidFill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</p:grpSp>
            </p:grpSp>
          </p:grpSp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40D4DC11-1534-3DE1-49D0-8E72CD220BBC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38789" t="34972" r="56421" b="56197"/>
              <a:stretch/>
            </p:blipFill>
            <p:spPr>
              <a:xfrm>
                <a:off x="9870839" y="1927830"/>
                <a:ext cx="450028" cy="168621"/>
              </a:xfrm>
              <a:prstGeom prst="rect">
                <a:avLst/>
              </a:prstGeom>
            </p:spPr>
          </p:pic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C0FEA74-EE4F-B9F1-0091-0DFC188FB2BD}"/>
                </a:ext>
              </a:extLst>
            </p:cNvPr>
            <p:cNvSpPr txBox="1"/>
            <p:nvPr/>
          </p:nvSpPr>
          <p:spPr>
            <a:xfrm>
              <a:off x="9874015" y="1724214"/>
              <a:ext cx="42672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latin typeface="+mj-lt"/>
                  <a:cs typeface="Times New Roman" panose="02020603050405020304" pitchFamily="18" charset="0"/>
                </a:rPr>
                <a:t>Fault</a:t>
              </a:r>
              <a:endParaRPr lang="ko-KR" altLang="en-US" sz="8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C40BDE00-6053-B136-C1DB-9D93B38D597E}"/>
              </a:ext>
            </a:extLst>
          </p:cNvPr>
          <p:cNvCxnSpPr>
            <a:cxnSpLocks/>
            <a:stCxn id="434" idx="3"/>
          </p:cNvCxnSpPr>
          <p:nvPr/>
        </p:nvCxnSpPr>
        <p:spPr>
          <a:xfrm>
            <a:off x="369129" y="1395469"/>
            <a:ext cx="24022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67AA55E5-248A-3E21-FA78-E6FE6ADF9BEF}"/>
              </a:ext>
            </a:extLst>
          </p:cNvPr>
          <p:cNvCxnSpPr>
            <a:cxnSpLocks/>
          </p:cNvCxnSpPr>
          <p:nvPr/>
        </p:nvCxnSpPr>
        <p:spPr>
          <a:xfrm>
            <a:off x="899361" y="1394460"/>
            <a:ext cx="67797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7" name="직선 연결선 836">
            <a:extLst>
              <a:ext uri="{FF2B5EF4-FFF2-40B4-BE49-F238E27FC236}">
                <a16:creationId xmlns:a16="http://schemas.microsoft.com/office/drawing/2014/main" id="{50DCC442-404C-C33C-0657-1A29E2BF775D}"/>
              </a:ext>
            </a:extLst>
          </p:cNvPr>
          <p:cNvCxnSpPr>
            <a:cxnSpLocks/>
          </p:cNvCxnSpPr>
          <p:nvPr/>
        </p:nvCxnSpPr>
        <p:spPr>
          <a:xfrm>
            <a:off x="3471718" y="2631494"/>
            <a:ext cx="12699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6" name="직선 연결선 755">
            <a:extLst>
              <a:ext uri="{FF2B5EF4-FFF2-40B4-BE49-F238E27FC236}">
                <a16:creationId xmlns:a16="http://schemas.microsoft.com/office/drawing/2014/main" id="{93CE31A4-7118-52DC-AF04-9FA724361209}"/>
              </a:ext>
            </a:extLst>
          </p:cNvPr>
          <p:cNvCxnSpPr>
            <a:cxnSpLocks/>
          </p:cNvCxnSpPr>
          <p:nvPr/>
        </p:nvCxnSpPr>
        <p:spPr>
          <a:xfrm>
            <a:off x="7123237" y="4847815"/>
            <a:ext cx="739775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49" name="그룹 348">
            <a:extLst>
              <a:ext uri="{FF2B5EF4-FFF2-40B4-BE49-F238E27FC236}">
                <a16:creationId xmlns:a16="http://schemas.microsoft.com/office/drawing/2014/main" id="{D05C3691-3117-2489-038F-79D75DFB3F3B}"/>
              </a:ext>
            </a:extLst>
          </p:cNvPr>
          <p:cNvGrpSpPr/>
          <p:nvPr/>
        </p:nvGrpSpPr>
        <p:grpSpPr>
          <a:xfrm>
            <a:off x="7862155" y="4156566"/>
            <a:ext cx="1080493" cy="753805"/>
            <a:chOff x="6000769" y="4438648"/>
            <a:chExt cx="1591075" cy="1058576"/>
          </a:xfrm>
        </p:grpSpPr>
        <p:sp>
          <p:nvSpPr>
            <p:cNvPr id="347" name="직사각형 346">
              <a:extLst>
                <a:ext uri="{FF2B5EF4-FFF2-40B4-BE49-F238E27FC236}">
                  <a16:creationId xmlns:a16="http://schemas.microsoft.com/office/drawing/2014/main" id="{ACF8FF92-8CE4-F833-914B-A04867C4DA06}"/>
                </a:ext>
              </a:extLst>
            </p:cNvPr>
            <p:cNvSpPr/>
            <p:nvPr/>
          </p:nvSpPr>
          <p:spPr>
            <a:xfrm>
              <a:off x="6001171" y="4438649"/>
              <a:ext cx="441576" cy="55548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48" name="직사각형 347">
              <a:extLst>
                <a:ext uri="{FF2B5EF4-FFF2-40B4-BE49-F238E27FC236}">
                  <a16:creationId xmlns:a16="http://schemas.microsoft.com/office/drawing/2014/main" id="{3E719E17-A4CC-12A7-FF38-AB9AF06524EE}"/>
                </a:ext>
              </a:extLst>
            </p:cNvPr>
            <p:cNvSpPr/>
            <p:nvPr/>
          </p:nvSpPr>
          <p:spPr>
            <a:xfrm>
              <a:off x="7150269" y="4438648"/>
              <a:ext cx="441575" cy="55548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46" name="직사각형 345">
              <a:extLst>
                <a:ext uri="{FF2B5EF4-FFF2-40B4-BE49-F238E27FC236}">
                  <a16:creationId xmlns:a16="http://schemas.microsoft.com/office/drawing/2014/main" id="{48F0E3D4-27CD-B432-F8DE-0D97E961522F}"/>
                </a:ext>
              </a:extLst>
            </p:cNvPr>
            <p:cNvSpPr/>
            <p:nvPr/>
          </p:nvSpPr>
          <p:spPr>
            <a:xfrm>
              <a:off x="6000769" y="4838741"/>
              <a:ext cx="1590674" cy="658483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</p:grpSp>
      <p:cxnSp>
        <p:nvCxnSpPr>
          <p:cNvPr id="476" name="직선 연결선 475">
            <a:extLst>
              <a:ext uri="{FF2B5EF4-FFF2-40B4-BE49-F238E27FC236}">
                <a16:creationId xmlns:a16="http://schemas.microsoft.com/office/drawing/2014/main" id="{5DAC2F01-0A7E-BFA1-EC28-97DAFFAECFA0}"/>
              </a:ext>
            </a:extLst>
          </p:cNvPr>
          <p:cNvCxnSpPr>
            <a:cxnSpLocks/>
          </p:cNvCxnSpPr>
          <p:nvPr/>
        </p:nvCxnSpPr>
        <p:spPr>
          <a:xfrm>
            <a:off x="6770794" y="2952739"/>
            <a:ext cx="11633" cy="2632892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직선 연결선 343">
            <a:extLst>
              <a:ext uri="{FF2B5EF4-FFF2-40B4-BE49-F238E27FC236}">
                <a16:creationId xmlns:a16="http://schemas.microsoft.com/office/drawing/2014/main" id="{940A648D-5283-BB00-03EB-1142C756D518}"/>
              </a:ext>
            </a:extLst>
          </p:cNvPr>
          <p:cNvCxnSpPr>
            <a:cxnSpLocks/>
          </p:cNvCxnSpPr>
          <p:nvPr/>
        </p:nvCxnSpPr>
        <p:spPr>
          <a:xfrm>
            <a:off x="6554912" y="1200619"/>
            <a:ext cx="0" cy="74792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491C4AD6-E921-8DEC-0167-B34FF28F4F46}"/>
              </a:ext>
            </a:extLst>
          </p:cNvPr>
          <p:cNvCxnSpPr>
            <a:cxnSpLocks/>
          </p:cNvCxnSpPr>
          <p:nvPr/>
        </p:nvCxnSpPr>
        <p:spPr>
          <a:xfrm>
            <a:off x="2405155" y="5398136"/>
            <a:ext cx="1623436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15907795-ED56-2385-CDD6-5B5885C99C85}"/>
              </a:ext>
            </a:extLst>
          </p:cNvPr>
          <p:cNvSpPr/>
          <p:nvPr/>
        </p:nvSpPr>
        <p:spPr>
          <a:xfrm>
            <a:off x="623136" y="1267229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FC21D172-1592-6AB4-64DE-7C35A20954E1}"/>
              </a:ext>
            </a:extLst>
          </p:cNvPr>
          <p:cNvCxnSpPr>
            <a:cxnSpLocks/>
          </p:cNvCxnSpPr>
          <p:nvPr/>
        </p:nvCxnSpPr>
        <p:spPr>
          <a:xfrm>
            <a:off x="458912" y="1720995"/>
            <a:ext cx="0" cy="4056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B3FB671E-26D1-C970-4E95-5BD98D84C7A6}"/>
              </a:ext>
            </a:extLst>
          </p:cNvPr>
          <p:cNvCxnSpPr>
            <a:cxnSpLocks/>
          </p:cNvCxnSpPr>
          <p:nvPr/>
        </p:nvCxnSpPr>
        <p:spPr>
          <a:xfrm>
            <a:off x="458912" y="1720995"/>
            <a:ext cx="114726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875F0AA9-DBAC-EC28-3099-FFF8B38FE568}"/>
              </a:ext>
            </a:extLst>
          </p:cNvPr>
          <p:cNvCxnSpPr>
            <a:cxnSpLocks/>
          </p:cNvCxnSpPr>
          <p:nvPr/>
        </p:nvCxnSpPr>
        <p:spPr>
          <a:xfrm>
            <a:off x="288257" y="2814649"/>
            <a:ext cx="0" cy="7301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C6F1D759-D526-5B69-5906-A26853F0D537}"/>
              </a:ext>
            </a:extLst>
          </p:cNvPr>
          <p:cNvGrpSpPr/>
          <p:nvPr/>
        </p:nvGrpSpPr>
        <p:grpSpPr>
          <a:xfrm>
            <a:off x="250808" y="4319922"/>
            <a:ext cx="1239999" cy="560250"/>
            <a:chOff x="4457672" y="1491034"/>
            <a:chExt cx="1148556" cy="560250"/>
          </a:xfrm>
        </p:grpSpPr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EAE23454-56E3-876C-BF26-0440CB984C91}"/>
                </a:ext>
              </a:extLst>
            </p:cNvPr>
            <p:cNvSpPr/>
            <p:nvPr/>
          </p:nvSpPr>
          <p:spPr>
            <a:xfrm>
              <a:off x="4476538" y="1491034"/>
              <a:ext cx="1122467" cy="56025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DB1B7EB8-9351-404F-F5D0-FEB08C81F5EC}"/>
                </a:ext>
              </a:extLst>
            </p:cNvPr>
            <p:cNvSpPr txBox="1"/>
            <p:nvPr/>
          </p:nvSpPr>
          <p:spPr>
            <a:xfrm>
              <a:off x="4457672" y="1491034"/>
              <a:ext cx="46949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>
                  <a:latin typeface="+mj-lt"/>
                </a:rPr>
                <a:t>B - Air</a:t>
              </a:r>
              <a:endParaRPr lang="ko-KR" altLang="en-US" sz="800" b="1">
                <a:latin typeface="+mj-lt"/>
              </a:endParaRPr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5DDC0671-1774-0987-33FA-5B7CD9BDA71F}"/>
                </a:ext>
              </a:extLst>
            </p:cNvPr>
            <p:cNvSpPr/>
            <p:nvPr/>
          </p:nvSpPr>
          <p:spPr>
            <a:xfrm>
              <a:off x="4537210" y="1811838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7A5BEB4C-A2D2-4F8C-4212-42B3B2AF501B}"/>
                </a:ext>
              </a:extLst>
            </p:cNvPr>
            <p:cNvSpPr txBox="1"/>
            <p:nvPr/>
          </p:nvSpPr>
          <p:spPr>
            <a:xfrm>
              <a:off x="4497068" y="1652252"/>
              <a:ext cx="56451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68B04B9E-B4FE-2321-B5D4-C674EC175B42}"/>
                </a:ext>
              </a:extLst>
            </p:cNvPr>
            <p:cNvSpPr/>
            <p:nvPr/>
          </p:nvSpPr>
          <p:spPr>
            <a:xfrm>
              <a:off x="5081653" y="1811838"/>
              <a:ext cx="448875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2F632EFA-AEE3-D55A-55CF-1B30D50CC1E8}"/>
                </a:ext>
              </a:extLst>
            </p:cNvPr>
            <p:cNvSpPr txBox="1"/>
            <p:nvPr/>
          </p:nvSpPr>
          <p:spPr>
            <a:xfrm>
              <a:off x="5046165" y="1652252"/>
              <a:ext cx="56006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37361522-8302-5152-E0D3-856D4B092F5B}"/>
              </a:ext>
            </a:extLst>
          </p:cNvPr>
          <p:cNvGrpSpPr/>
          <p:nvPr/>
        </p:nvGrpSpPr>
        <p:grpSpPr>
          <a:xfrm>
            <a:off x="1552229" y="1088561"/>
            <a:ext cx="614300" cy="891103"/>
            <a:chOff x="541832" y="3224461"/>
            <a:chExt cx="614300" cy="891103"/>
          </a:xfrm>
        </p:grpSpPr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D5DC5E2C-C477-322D-ED3E-155D70B60F90}"/>
                </a:ext>
              </a:extLst>
            </p:cNvPr>
            <p:cNvSpPr/>
            <p:nvPr/>
          </p:nvSpPr>
          <p:spPr>
            <a:xfrm>
              <a:off x="563992" y="3224461"/>
              <a:ext cx="592140" cy="8911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310C8B3E-E615-A87B-B6B3-027CBA88BA11}"/>
                </a:ext>
              </a:extLst>
            </p:cNvPr>
            <p:cNvSpPr txBox="1"/>
            <p:nvPr/>
          </p:nvSpPr>
          <p:spPr>
            <a:xfrm>
              <a:off x="541832" y="3262364"/>
              <a:ext cx="59663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>
                  <a:latin typeface="+mj-lt"/>
                </a:rPr>
                <a:t>NG Inlet</a:t>
              </a:r>
              <a:endParaRPr lang="ko-KR" altLang="en-US" sz="800" b="1">
                <a:latin typeface="+mj-lt"/>
              </a:endParaRPr>
            </a:p>
          </p:txBody>
        </p:sp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6F553E01-13F1-DFEE-DA4C-A9D91497833A}"/>
                </a:ext>
              </a:extLst>
            </p:cNvPr>
            <p:cNvSpPr/>
            <p:nvPr/>
          </p:nvSpPr>
          <p:spPr>
            <a:xfrm>
              <a:off x="606752" y="3564281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CE26B33B-53A9-611B-4B21-781AEA2443FC}"/>
                </a:ext>
              </a:extLst>
            </p:cNvPr>
            <p:cNvSpPr txBox="1"/>
            <p:nvPr/>
          </p:nvSpPr>
          <p:spPr>
            <a:xfrm>
              <a:off x="608296" y="3404695"/>
              <a:ext cx="51969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PT 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8568D517-9803-D44B-B61A-0B036622ACB5}"/>
                </a:ext>
              </a:extLst>
            </p:cNvPr>
            <p:cNvSpPr/>
            <p:nvPr/>
          </p:nvSpPr>
          <p:spPr>
            <a:xfrm>
              <a:off x="606752" y="3878659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3AFE187E-F77E-1E68-FA95-6A11AF4C4EF4}"/>
                </a:ext>
              </a:extLst>
            </p:cNvPr>
            <p:cNvSpPr txBox="1"/>
            <p:nvPr/>
          </p:nvSpPr>
          <p:spPr>
            <a:xfrm>
              <a:off x="639771" y="3719073"/>
              <a:ext cx="46198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  [</a:t>
              </a:r>
              <a:r>
                <a:rPr lang="ko-KR" altLang="en-US" sz="600" b="1">
                  <a:latin typeface="+mj-lt"/>
                </a:rPr>
                <a:t>℃</a:t>
              </a:r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238" name="TextBox 237">
            <a:extLst>
              <a:ext uri="{FF2B5EF4-FFF2-40B4-BE49-F238E27FC236}">
                <a16:creationId xmlns:a16="http://schemas.microsoft.com/office/drawing/2014/main" id="{F0A0C008-4ACE-B26C-4DA0-E89B79742EF4}"/>
              </a:ext>
            </a:extLst>
          </p:cNvPr>
          <p:cNvSpPr txBox="1"/>
          <p:nvPr/>
        </p:nvSpPr>
        <p:spPr>
          <a:xfrm>
            <a:off x="1692086" y="3635979"/>
            <a:ext cx="47598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TC  [</a:t>
            </a:r>
            <a:r>
              <a:rPr lang="ko-KR" altLang="en-US" sz="600" b="1">
                <a:latin typeface="+mj-lt"/>
              </a:rPr>
              <a:t>℃</a:t>
            </a:r>
            <a:r>
              <a:rPr lang="en-US" altLang="ko-KR" sz="6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600" b="1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908D8D76-BB61-163D-855D-F2B02A31807C}"/>
              </a:ext>
            </a:extLst>
          </p:cNvPr>
          <p:cNvCxnSpPr>
            <a:cxnSpLocks/>
          </p:cNvCxnSpPr>
          <p:nvPr/>
        </p:nvCxnSpPr>
        <p:spPr>
          <a:xfrm>
            <a:off x="3471718" y="3814419"/>
            <a:ext cx="6748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C25E5057-3075-36A1-911B-FC7B84B67AE2}"/>
              </a:ext>
            </a:extLst>
          </p:cNvPr>
          <p:cNvCxnSpPr>
            <a:cxnSpLocks/>
            <a:stCxn id="109" idx="2"/>
          </p:cNvCxnSpPr>
          <p:nvPr/>
        </p:nvCxnSpPr>
        <p:spPr>
          <a:xfrm>
            <a:off x="3598711" y="1305329"/>
            <a:ext cx="871309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1" name="직사각형 300">
            <a:extLst>
              <a:ext uri="{FF2B5EF4-FFF2-40B4-BE49-F238E27FC236}">
                <a16:creationId xmlns:a16="http://schemas.microsoft.com/office/drawing/2014/main" id="{9DB3F244-093C-6A2C-8162-6340B498ACAD}"/>
              </a:ext>
            </a:extLst>
          </p:cNvPr>
          <p:cNvSpPr/>
          <p:nvPr/>
        </p:nvSpPr>
        <p:spPr>
          <a:xfrm>
            <a:off x="2392913" y="2012731"/>
            <a:ext cx="276225" cy="2615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D611C25-4269-C2AE-958C-68A1616A5B9D}"/>
              </a:ext>
            </a:extLst>
          </p:cNvPr>
          <p:cNvSpPr txBox="1"/>
          <p:nvPr/>
        </p:nvSpPr>
        <p:spPr>
          <a:xfrm>
            <a:off x="2349725" y="1795158"/>
            <a:ext cx="3722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>
                <a:latin typeface="+mj-lt"/>
              </a:rPr>
              <a:t>IGN</a:t>
            </a:r>
            <a:endParaRPr lang="ko-KR" altLang="en-US" sz="800" b="1">
              <a:latin typeface="+mj-lt"/>
            </a:endParaRPr>
          </a:p>
        </p:txBody>
      </p:sp>
      <p:grpSp>
        <p:nvGrpSpPr>
          <p:cNvPr id="331" name="그룹 330">
            <a:extLst>
              <a:ext uri="{FF2B5EF4-FFF2-40B4-BE49-F238E27FC236}">
                <a16:creationId xmlns:a16="http://schemas.microsoft.com/office/drawing/2014/main" id="{B88C1989-6164-A39C-C099-0AD8EE4FB585}"/>
              </a:ext>
            </a:extLst>
          </p:cNvPr>
          <p:cNvGrpSpPr/>
          <p:nvPr/>
        </p:nvGrpSpPr>
        <p:grpSpPr>
          <a:xfrm>
            <a:off x="121534" y="5279408"/>
            <a:ext cx="2096150" cy="1392702"/>
            <a:chOff x="-23053" y="5209104"/>
            <a:chExt cx="2096150" cy="1392702"/>
          </a:xfrm>
        </p:grpSpPr>
        <p:grpSp>
          <p:nvGrpSpPr>
            <p:cNvPr id="304" name="그룹 303">
              <a:extLst>
                <a:ext uri="{FF2B5EF4-FFF2-40B4-BE49-F238E27FC236}">
                  <a16:creationId xmlns:a16="http://schemas.microsoft.com/office/drawing/2014/main" id="{152926BC-6417-6D80-63A6-E0C0CA3217F8}"/>
                </a:ext>
              </a:extLst>
            </p:cNvPr>
            <p:cNvGrpSpPr/>
            <p:nvPr/>
          </p:nvGrpSpPr>
          <p:grpSpPr>
            <a:xfrm>
              <a:off x="23469" y="5209104"/>
              <a:ext cx="2043856" cy="348883"/>
              <a:chOff x="904235" y="2792711"/>
              <a:chExt cx="2043856" cy="348883"/>
            </a:xfrm>
          </p:grpSpPr>
          <p:pic>
            <p:nvPicPr>
              <p:cNvPr id="305" name="그림 304">
                <a:extLst>
                  <a:ext uri="{FF2B5EF4-FFF2-40B4-BE49-F238E27FC236}">
                    <a16:creationId xmlns:a16="http://schemas.microsoft.com/office/drawing/2014/main" id="{E5C41507-1524-860E-E4EE-4FF47AFE8A99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38789" t="34972" r="56421" b="56197"/>
              <a:stretch/>
            </p:blipFill>
            <p:spPr>
              <a:xfrm>
                <a:off x="1903035" y="2947596"/>
                <a:ext cx="450028" cy="168621"/>
              </a:xfrm>
              <a:prstGeom prst="rect">
                <a:avLst/>
              </a:prstGeom>
            </p:spPr>
          </p:pic>
          <p:sp>
            <p:nvSpPr>
              <p:cNvPr id="306" name="직사각형 305">
                <a:extLst>
                  <a:ext uri="{FF2B5EF4-FFF2-40B4-BE49-F238E27FC236}">
                    <a16:creationId xmlns:a16="http://schemas.microsoft.com/office/drawing/2014/main" id="{21688484-5BC8-C05E-02E9-AA4DF0E0315D}"/>
                  </a:ext>
                </a:extLst>
              </p:cNvPr>
              <p:cNvSpPr/>
              <p:nvPr/>
            </p:nvSpPr>
            <p:spPr>
              <a:xfrm>
                <a:off x="1389753" y="2931401"/>
                <a:ext cx="448875" cy="169729"/>
              </a:xfrm>
              <a:prstGeom prst="rect">
                <a:avLst/>
              </a:prstGeom>
              <a:ln w="63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600" b="1" dirty="0">
                    <a:latin typeface="+mj-lt"/>
                    <a:cs typeface="Times New Roman" panose="02020603050405020304" pitchFamily="18" charset="0"/>
                  </a:rPr>
                  <a:t>ON/OFF</a:t>
                </a:r>
                <a:endParaRPr lang="ko-KR" altLang="en-US" sz="600" b="1" dirty="0">
                  <a:solidFill>
                    <a:schemeClr val="dk1"/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2DB53D30-3257-945F-F1AE-9DB9C01A08FB}"/>
                  </a:ext>
                </a:extLst>
              </p:cNvPr>
              <p:cNvSpPr txBox="1"/>
              <p:nvPr/>
            </p:nvSpPr>
            <p:spPr>
              <a:xfrm>
                <a:off x="904235" y="2922219"/>
                <a:ext cx="453576" cy="219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LTS 1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0" name="직사각형 309">
                <a:extLst>
                  <a:ext uri="{FF2B5EF4-FFF2-40B4-BE49-F238E27FC236}">
                    <a16:creationId xmlns:a16="http://schemas.microsoft.com/office/drawing/2014/main" id="{C65A287D-134E-56DF-AFEA-C4F7FFAF2CA6}"/>
                  </a:ext>
                </a:extLst>
              </p:cNvPr>
              <p:cNvSpPr/>
              <p:nvPr/>
            </p:nvSpPr>
            <p:spPr>
              <a:xfrm>
                <a:off x="2424537" y="2940223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AFA6DD55-502C-502C-B57C-F0BD87567EF2}"/>
                  </a:ext>
                </a:extLst>
              </p:cNvPr>
              <p:cNvSpPr txBox="1"/>
              <p:nvPr/>
            </p:nvSpPr>
            <p:spPr>
              <a:xfrm>
                <a:off x="2349850" y="2792711"/>
                <a:ext cx="598241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   [</a:t>
                </a:r>
                <a:r>
                  <a:rPr lang="ko-KR" altLang="en-US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1DD5948E-A260-725C-F2C0-A777B9F933AC}"/>
                </a:ext>
              </a:extLst>
            </p:cNvPr>
            <p:cNvGrpSpPr/>
            <p:nvPr/>
          </p:nvGrpSpPr>
          <p:grpSpPr>
            <a:xfrm>
              <a:off x="29241" y="5557373"/>
              <a:ext cx="2043856" cy="348883"/>
              <a:chOff x="904235" y="2792711"/>
              <a:chExt cx="2043856" cy="348883"/>
            </a:xfrm>
          </p:grpSpPr>
          <p:pic>
            <p:nvPicPr>
              <p:cNvPr id="314" name="그림 313">
                <a:extLst>
                  <a:ext uri="{FF2B5EF4-FFF2-40B4-BE49-F238E27FC236}">
                    <a16:creationId xmlns:a16="http://schemas.microsoft.com/office/drawing/2014/main" id="{FED16E65-13D4-5531-7A30-0859EDA045DB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38789" t="34972" r="56421" b="56197"/>
              <a:stretch/>
            </p:blipFill>
            <p:spPr>
              <a:xfrm>
                <a:off x="1903035" y="2947596"/>
                <a:ext cx="450028" cy="168621"/>
              </a:xfrm>
              <a:prstGeom prst="rect">
                <a:avLst/>
              </a:prstGeom>
            </p:spPr>
          </p:pic>
          <p:sp>
            <p:nvSpPr>
              <p:cNvPr id="315" name="직사각형 314">
                <a:extLst>
                  <a:ext uri="{FF2B5EF4-FFF2-40B4-BE49-F238E27FC236}">
                    <a16:creationId xmlns:a16="http://schemas.microsoft.com/office/drawing/2014/main" id="{2DB82FED-8331-7186-FE2E-5A83B9C0084C}"/>
                  </a:ext>
                </a:extLst>
              </p:cNvPr>
              <p:cNvSpPr/>
              <p:nvPr/>
            </p:nvSpPr>
            <p:spPr>
              <a:xfrm>
                <a:off x="1389753" y="2931401"/>
                <a:ext cx="448875" cy="169729"/>
              </a:xfrm>
              <a:prstGeom prst="rect">
                <a:avLst/>
              </a:prstGeom>
              <a:ln w="63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600" b="1" dirty="0">
                    <a:latin typeface="+mj-lt"/>
                    <a:cs typeface="Times New Roman" panose="02020603050405020304" pitchFamily="18" charset="0"/>
                  </a:rPr>
                  <a:t>ON/OFF</a:t>
                </a:r>
                <a:endParaRPr lang="ko-KR" altLang="en-US" sz="600" b="1" dirty="0">
                  <a:solidFill>
                    <a:schemeClr val="dk1"/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46790AAD-D60F-53B8-E602-9320B7E7E85E}"/>
                  </a:ext>
                </a:extLst>
              </p:cNvPr>
              <p:cNvSpPr txBox="1"/>
              <p:nvPr/>
            </p:nvSpPr>
            <p:spPr>
              <a:xfrm>
                <a:off x="904235" y="2922219"/>
                <a:ext cx="453576" cy="219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LTS 2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7" name="직사각형 316">
                <a:extLst>
                  <a:ext uri="{FF2B5EF4-FFF2-40B4-BE49-F238E27FC236}">
                    <a16:creationId xmlns:a16="http://schemas.microsoft.com/office/drawing/2014/main" id="{8A456C7A-BFE7-431E-9823-DEA1CE1F2F18}"/>
                  </a:ext>
                </a:extLst>
              </p:cNvPr>
              <p:cNvSpPr/>
              <p:nvPr/>
            </p:nvSpPr>
            <p:spPr>
              <a:xfrm>
                <a:off x="2424537" y="2940223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D0464519-6E5F-13B1-AE0C-6F51AB8EADF4}"/>
                  </a:ext>
                </a:extLst>
              </p:cNvPr>
              <p:cNvSpPr txBox="1"/>
              <p:nvPr/>
            </p:nvSpPr>
            <p:spPr>
              <a:xfrm>
                <a:off x="2349850" y="2792711"/>
                <a:ext cx="598241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   [</a:t>
                </a:r>
                <a:r>
                  <a:rPr lang="ko-KR" altLang="en-US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19" name="그룹 318">
              <a:extLst>
                <a:ext uri="{FF2B5EF4-FFF2-40B4-BE49-F238E27FC236}">
                  <a16:creationId xmlns:a16="http://schemas.microsoft.com/office/drawing/2014/main" id="{E557340C-6EA8-73F8-F47E-D7EBA7EB792E}"/>
                </a:ext>
              </a:extLst>
            </p:cNvPr>
            <p:cNvGrpSpPr/>
            <p:nvPr/>
          </p:nvGrpSpPr>
          <p:grpSpPr>
            <a:xfrm>
              <a:off x="-23052" y="5906256"/>
              <a:ext cx="2096149" cy="344952"/>
              <a:chOff x="851942" y="2792711"/>
              <a:chExt cx="2096149" cy="344952"/>
            </a:xfrm>
          </p:grpSpPr>
          <p:pic>
            <p:nvPicPr>
              <p:cNvPr id="320" name="그림 319">
                <a:extLst>
                  <a:ext uri="{FF2B5EF4-FFF2-40B4-BE49-F238E27FC236}">
                    <a16:creationId xmlns:a16="http://schemas.microsoft.com/office/drawing/2014/main" id="{9A0CD5B5-286E-25DC-7D0A-C416A656FC1F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38789" t="34972" r="56421" b="56197"/>
              <a:stretch/>
            </p:blipFill>
            <p:spPr>
              <a:xfrm>
                <a:off x="1903035" y="2947596"/>
                <a:ext cx="450028" cy="168621"/>
              </a:xfrm>
              <a:prstGeom prst="rect">
                <a:avLst/>
              </a:prstGeom>
            </p:spPr>
          </p:pic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CEC71E08-1B20-562F-7E1B-81B54E4C7B2C}"/>
                  </a:ext>
                </a:extLst>
              </p:cNvPr>
              <p:cNvSpPr/>
              <p:nvPr/>
            </p:nvSpPr>
            <p:spPr>
              <a:xfrm>
                <a:off x="1389753" y="2931401"/>
                <a:ext cx="448875" cy="169729"/>
              </a:xfrm>
              <a:prstGeom prst="rect">
                <a:avLst/>
              </a:prstGeom>
              <a:ln w="63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600" b="1" dirty="0">
                    <a:latin typeface="+mj-lt"/>
                    <a:cs typeface="Times New Roman" panose="02020603050405020304" pitchFamily="18" charset="0"/>
                  </a:rPr>
                  <a:t>ON/OFF</a:t>
                </a:r>
                <a:endParaRPr lang="ko-KR" altLang="en-US" sz="600" b="1" dirty="0">
                  <a:solidFill>
                    <a:schemeClr val="dk1"/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7C0BE545-EE46-F2ED-AF7D-67396A58D86B}"/>
                  </a:ext>
                </a:extLst>
              </p:cNvPr>
              <p:cNvSpPr txBox="1"/>
              <p:nvPr/>
            </p:nvSpPr>
            <p:spPr>
              <a:xfrm>
                <a:off x="851942" y="2922219"/>
                <a:ext cx="55816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PROX 1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A38B2748-5481-CA2A-375A-8F4F789C912E}"/>
                  </a:ext>
                </a:extLst>
              </p:cNvPr>
              <p:cNvSpPr/>
              <p:nvPr/>
            </p:nvSpPr>
            <p:spPr>
              <a:xfrm>
                <a:off x="2424537" y="2940223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D9E5A023-27F0-8B51-B01D-46184FFB0E22}"/>
                  </a:ext>
                </a:extLst>
              </p:cNvPr>
              <p:cNvSpPr txBox="1"/>
              <p:nvPr/>
            </p:nvSpPr>
            <p:spPr>
              <a:xfrm>
                <a:off x="2349850" y="2792711"/>
                <a:ext cx="598241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   [</a:t>
                </a:r>
                <a:r>
                  <a:rPr lang="ko-KR" altLang="en-US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25" name="그룹 324">
              <a:extLst>
                <a:ext uri="{FF2B5EF4-FFF2-40B4-BE49-F238E27FC236}">
                  <a16:creationId xmlns:a16="http://schemas.microsoft.com/office/drawing/2014/main" id="{9C069C8C-9392-983E-A893-D1CD674AF700}"/>
                </a:ext>
              </a:extLst>
            </p:cNvPr>
            <p:cNvGrpSpPr/>
            <p:nvPr/>
          </p:nvGrpSpPr>
          <p:grpSpPr>
            <a:xfrm>
              <a:off x="-23053" y="6256854"/>
              <a:ext cx="2096150" cy="344952"/>
              <a:chOff x="851941" y="2792711"/>
              <a:chExt cx="2096150" cy="344952"/>
            </a:xfrm>
          </p:grpSpPr>
          <p:pic>
            <p:nvPicPr>
              <p:cNvPr id="326" name="그림 325">
                <a:extLst>
                  <a:ext uri="{FF2B5EF4-FFF2-40B4-BE49-F238E27FC236}">
                    <a16:creationId xmlns:a16="http://schemas.microsoft.com/office/drawing/2014/main" id="{0AA57DED-02A7-ED14-2807-5B290DA2D1DB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38789" t="34972" r="56421" b="56197"/>
              <a:stretch/>
            </p:blipFill>
            <p:spPr>
              <a:xfrm>
                <a:off x="1903035" y="2947596"/>
                <a:ext cx="450028" cy="168621"/>
              </a:xfrm>
              <a:prstGeom prst="rect">
                <a:avLst/>
              </a:prstGeom>
            </p:spPr>
          </p:pic>
          <p:sp>
            <p:nvSpPr>
              <p:cNvPr id="327" name="직사각형 326">
                <a:extLst>
                  <a:ext uri="{FF2B5EF4-FFF2-40B4-BE49-F238E27FC236}">
                    <a16:creationId xmlns:a16="http://schemas.microsoft.com/office/drawing/2014/main" id="{4218FA42-2F26-1C5D-7476-66A0DD86B8AD}"/>
                  </a:ext>
                </a:extLst>
              </p:cNvPr>
              <p:cNvSpPr/>
              <p:nvPr/>
            </p:nvSpPr>
            <p:spPr>
              <a:xfrm>
                <a:off x="1389753" y="2931401"/>
                <a:ext cx="448875" cy="169729"/>
              </a:xfrm>
              <a:prstGeom prst="rect">
                <a:avLst/>
              </a:prstGeom>
              <a:ln w="63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600" b="1" dirty="0">
                    <a:latin typeface="+mj-lt"/>
                    <a:cs typeface="Times New Roman" panose="02020603050405020304" pitchFamily="18" charset="0"/>
                  </a:rPr>
                  <a:t>ON/OFF</a:t>
                </a:r>
                <a:endParaRPr lang="ko-KR" altLang="en-US" sz="600" b="1" dirty="0">
                  <a:solidFill>
                    <a:schemeClr val="dk1"/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55E41858-AA18-7FC0-1281-2A85962B0D9B}"/>
                  </a:ext>
                </a:extLst>
              </p:cNvPr>
              <p:cNvSpPr txBox="1"/>
              <p:nvPr/>
            </p:nvSpPr>
            <p:spPr>
              <a:xfrm>
                <a:off x="851941" y="2922219"/>
                <a:ext cx="55816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PROX 2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9" name="직사각형 328">
                <a:extLst>
                  <a:ext uri="{FF2B5EF4-FFF2-40B4-BE49-F238E27FC236}">
                    <a16:creationId xmlns:a16="http://schemas.microsoft.com/office/drawing/2014/main" id="{A8B69E72-E910-54ED-05B5-A6EB0A138CBB}"/>
                  </a:ext>
                </a:extLst>
              </p:cNvPr>
              <p:cNvSpPr/>
              <p:nvPr/>
            </p:nvSpPr>
            <p:spPr>
              <a:xfrm>
                <a:off x="2424537" y="2940223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093DF71E-0824-3773-B059-3ADDC61C9617}"/>
                  </a:ext>
                </a:extLst>
              </p:cNvPr>
              <p:cNvSpPr txBox="1"/>
              <p:nvPr/>
            </p:nvSpPr>
            <p:spPr>
              <a:xfrm>
                <a:off x="2349850" y="2792711"/>
                <a:ext cx="598241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   [</a:t>
                </a:r>
                <a:r>
                  <a:rPr lang="ko-KR" altLang="en-US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33" name="TextBox 332">
            <a:extLst>
              <a:ext uri="{FF2B5EF4-FFF2-40B4-BE49-F238E27FC236}">
                <a16:creationId xmlns:a16="http://schemas.microsoft.com/office/drawing/2014/main" id="{CC8CFA88-1D99-DD4E-0FCF-B4FF6D57D7BB}"/>
              </a:ext>
            </a:extLst>
          </p:cNvPr>
          <p:cNvSpPr txBox="1"/>
          <p:nvPr/>
        </p:nvSpPr>
        <p:spPr>
          <a:xfrm>
            <a:off x="144315" y="5017432"/>
            <a:ext cx="7577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+mj-lt"/>
                <a:cs typeface="Times New Roman" panose="02020603050405020304" pitchFamily="18" charset="0"/>
              </a:rPr>
              <a:t>Heater</a:t>
            </a:r>
            <a:endParaRPr lang="ko-KR" altLang="en-US" sz="1400" b="1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342" name="직선 연결선 341">
            <a:extLst>
              <a:ext uri="{FF2B5EF4-FFF2-40B4-BE49-F238E27FC236}">
                <a16:creationId xmlns:a16="http://schemas.microsoft.com/office/drawing/2014/main" id="{32D9F9D8-D907-DB66-9331-F9697B585552}"/>
              </a:ext>
            </a:extLst>
          </p:cNvPr>
          <p:cNvCxnSpPr>
            <a:cxnSpLocks/>
          </p:cNvCxnSpPr>
          <p:nvPr/>
        </p:nvCxnSpPr>
        <p:spPr>
          <a:xfrm>
            <a:off x="5912520" y="1200619"/>
            <a:ext cx="64239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51" name="그림 350">
            <a:extLst>
              <a:ext uri="{FF2B5EF4-FFF2-40B4-BE49-F238E27FC236}">
                <a16:creationId xmlns:a16="http://schemas.microsoft.com/office/drawing/2014/main" id="{9484DFBA-E07F-03E3-424E-71A3AFE59AD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/>
          <a:srcRect l="29075" t="34902" r="65924" b="55922"/>
          <a:stretch/>
        </p:blipFill>
        <p:spPr>
          <a:xfrm>
            <a:off x="2737816" y="2033564"/>
            <a:ext cx="372217" cy="211596"/>
          </a:xfrm>
          <a:prstGeom prst="rect">
            <a:avLst/>
          </a:prstGeom>
        </p:spPr>
      </p:pic>
      <p:cxnSp>
        <p:nvCxnSpPr>
          <p:cNvPr id="415" name="직선 연결선 414">
            <a:extLst>
              <a:ext uri="{FF2B5EF4-FFF2-40B4-BE49-F238E27FC236}">
                <a16:creationId xmlns:a16="http://schemas.microsoft.com/office/drawing/2014/main" id="{394D352C-EB6F-C3AB-9800-3085FFDDC426}"/>
              </a:ext>
            </a:extLst>
          </p:cNvPr>
          <p:cNvCxnSpPr>
            <a:cxnSpLocks/>
          </p:cNvCxnSpPr>
          <p:nvPr/>
        </p:nvCxnSpPr>
        <p:spPr>
          <a:xfrm>
            <a:off x="5478251" y="5018877"/>
            <a:ext cx="253787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7" name="직선 연결선 416">
            <a:extLst>
              <a:ext uri="{FF2B5EF4-FFF2-40B4-BE49-F238E27FC236}">
                <a16:creationId xmlns:a16="http://schemas.microsoft.com/office/drawing/2014/main" id="{BE7C011F-EEFE-EFBB-B1BA-840575F70464}"/>
              </a:ext>
            </a:extLst>
          </p:cNvPr>
          <p:cNvCxnSpPr>
            <a:cxnSpLocks/>
          </p:cNvCxnSpPr>
          <p:nvPr/>
        </p:nvCxnSpPr>
        <p:spPr>
          <a:xfrm flipH="1">
            <a:off x="5732038" y="2331074"/>
            <a:ext cx="10339" cy="2703759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직사각형 457">
            <a:extLst>
              <a:ext uri="{FF2B5EF4-FFF2-40B4-BE49-F238E27FC236}">
                <a16:creationId xmlns:a16="http://schemas.microsoft.com/office/drawing/2014/main" id="{D803AFF2-2474-D79D-0B46-4FCF24F00D62}"/>
              </a:ext>
            </a:extLst>
          </p:cNvPr>
          <p:cNvSpPr/>
          <p:nvPr/>
        </p:nvSpPr>
        <p:spPr>
          <a:xfrm>
            <a:off x="6382289" y="1398835"/>
            <a:ext cx="352233" cy="17884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B417133D-D880-CCA1-EB98-95284C8EA106}"/>
              </a:ext>
            </a:extLst>
          </p:cNvPr>
          <p:cNvSpPr txBox="1"/>
          <p:nvPr/>
        </p:nvSpPr>
        <p:spPr>
          <a:xfrm>
            <a:off x="6524015" y="1565390"/>
            <a:ext cx="7518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ST IN Air  [</a:t>
            </a:r>
            <a:r>
              <a:rPr lang="ko-KR" altLang="en-US" sz="700" b="1">
                <a:latin typeface="+mj-lt"/>
              </a:rPr>
              <a:t>℃</a:t>
            </a:r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523" name="직선 연결선 522">
            <a:extLst>
              <a:ext uri="{FF2B5EF4-FFF2-40B4-BE49-F238E27FC236}">
                <a16:creationId xmlns:a16="http://schemas.microsoft.com/office/drawing/2014/main" id="{19F71CCF-A6FE-7C70-8479-83169CE74A6F}"/>
              </a:ext>
            </a:extLst>
          </p:cNvPr>
          <p:cNvCxnSpPr>
            <a:cxnSpLocks/>
          </p:cNvCxnSpPr>
          <p:nvPr/>
        </p:nvCxnSpPr>
        <p:spPr>
          <a:xfrm>
            <a:off x="8651628" y="2851902"/>
            <a:ext cx="224438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5" name="직선 연결선 524">
            <a:extLst>
              <a:ext uri="{FF2B5EF4-FFF2-40B4-BE49-F238E27FC236}">
                <a16:creationId xmlns:a16="http://schemas.microsoft.com/office/drawing/2014/main" id="{289B3617-EBC8-5B57-7737-D6C059897DB9}"/>
              </a:ext>
            </a:extLst>
          </p:cNvPr>
          <p:cNvCxnSpPr>
            <a:cxnSpLocks/>
          </p:cNvCxnSpPr>
          <p:nvPr/>
        </p:nvCxnSpPr>
        <p:spPr>
          <a:xfrm>
            <a:off x="8704017" y="2033564"/>
            <a:ext cx="172049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3" name="직선 연결선 532">
            <a:extLst>
              <a:ext uri="{FF2B5EF4-FFF2-40B4-BE49-F238E27FC236}">
                <a16:creationId xmlns:a16="http://schemas.microsoft.com/office/drawing/2014/main" id="{2F921EDF-0E03-EBAC-2D67-09C0C3688852}"/>
              </a:ext>
            </a:extLst>
          </p:cNvPr>
          <p:cNvCxnSpPr>
            <a:cxnSpLocks/>
          </p:cNvCxnSpPr>
          <p:nvPr/>
        </p:nvCxnSpPr>
        <p:spPr>
          <a:xfrm>
            <a:off x="7358110" y="3139329"/>
            <a:ext cx="0" cy="153993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직선 연결선 534">
            <a:extLst>
              <a:ext uri="{FF2B5EF4-FFF2-40B4-BE49-F238E27FC236}">
                <a16:creationId xmlns:a16="http://schemas.microsoft.com/office/drawing/2014/main" id="{CF6DA9D8-6479-9BCC-4C13-98F623A97718}"/>
              </a:ext>
            </a:extLst>
          </p:cNvPr>
          <p:cNvCxnSpPr>
            <a:cxnSpLocks/>
          </p:cNvCxnSpPr>
          <p:nvPr/>
        </p:nvCxnSpPr>
        <p:spPr>
          <a:xfrm flipV="1">
            <a:off x="3330246" y="4681649"/>
            <a:ext cx="4027864" cy="361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56" name="그룹 555">
            <a:extLst>
              <a:ext uri="{FF2B5EF4-FFF2-40B4-BE49-F238E27FC236}">
                <a16:creationId xmlns:a16="http://schemas.microsoft.com/office/drawing/2014/main" id="{8E45A1B1-53C6-9191-CC3F-3A07BCEAFB8A}"/>
              </a:ext>
            </a:extLst>
          </p:cNvPr>
          <p:cNvGrpSpPr/>
          <p:nvPr/>
        </p:nvGrpSpPr>
        <p:grpSpPr>
          <a:xfrm>
            <a:off x="3406552" y="4504942"/>
            <a:ext cx="475986" cy="550706"/>
            <a:chOff x="3377406" y="4483629"/>
            <a:chExt cx="475986" cy="550706"/>
          </a:xfrm>
        </p:grpSpPr>
        <p:grpSp>
          <p:nvGrpSpPr>
            <p:cNvPr id="541" name="그룹 540">
              <a:extLst>
                <a:ext uri="{FF2B5EF4-FFF2-40B4-BE49-F238E27FC236}">
                  <a16:creationId xmlns:a16="http://schemas.microsoft.com/office/drawing/2014/main" id="{5AD54533-B31A-2658-1785-9F863897CEAE}"/>
                </a:ext>
              </a:extLst>
            </p:cNvPr>
            <p:cNvGrpSpPr/>
            <p:nvPr/>
          </p:nvGrpSpPr>
          <p:grpSpPr>
            <a:xfrm>
              <a:off x="3410642" y="4483629"/>
              <a:ext cx="416422" cy="550706"/>
              <a:chOff x="1718093" y="3464197"/>
              <a:chExt cx="416422" cy="550706"/>
            </a:xfrm>
          </p:grpSpPr>
          <p:sp>
            <p:nvSpPr>
              <p:cNvPr id="542" name="직사각형 541">
                <a:extLst>
                  <a:ext uri="{FF2B5EF4-FFF2-40B4-BE49-F238E27FC236}">
                    <a16:creationId xmlns:a16="http://schemas.microsoft.com/office/drawing/2014/main" id="{4259F407-0D0A-A9F4-C662-4A49ED35D65C}"/>
                  </a:ext>
                </a:extLst>
              </p:cNvPr>
              <p:cNvSpPr/>
              <p:nvPr/>
            </p:nvSpPr>
            <p:spPr>
              <a:xfrm>
                <a:off x="1718093" y="3477809"/>
                <a:ext cx="416422" cy="53709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543" name="TextBox 542">
                <a:extLst>
                  <a:ext uri="{FF2B5EF4-FFF2-40B4-BE49-F238E27FC236}">
                    <a16:creationId xmlns:a16="http://schemas.microsoft.com/office/drawing/2014/main" id="{B8BEF285-0A75-FABA-4A5C-F8AC93391D00}"/>
                  </a:ext>
                </a:extLst>
              </p:cNvPr>
              <p:cNvSpPr txBox="1"/>
              <p:nvPr/>
            </p:nvSpPr>
            <p:spPr>
              <a:xfrm>
                <a:off x="1768205" y="3464197"/>
                <a:ext cx="30489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BF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544" name="직사각형 543">
                <a:extLst>
                  <a:ext uri="{FF2B5EF4-FFF2-40B4-BE49-F238E27FC236}">
                    <a16:creationId xmlns:a16="http://schemas.microsoft.com/office/drawing/2014/main" id="{2F52BD2D-4EC2-CA15-122E-485BC2BDFDA1}"/>
                  </a:ext>
                </a:extLst>
              </p:cNvPr>
              <p:cNvSpPr/>
              <p:nvPr/>
            </p:nvSpPr>
            <p:spPr>
              <a:xfrm>
                <a:off x="1768718" y="3777756"/>
                <a:ext cx="304892" cy="1741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</p:grp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EC556089-7B44-0965-6B11-87C8ABEE658A}"/>
                </a:ext>
              </a:extLst>
            </p:cNvPr>
            <p:cNvSpPr txBox="1"/>
            <p:nvPr/>
          </p:nvSpPr>
          <p:spPr>
            <a:xfrm>
              <a:off x="3377406" y="4623219"/>
              <a:ext cx="47598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  [</a:t>
              </a:r>
              <a:r>
                <a:rPr lang="ko-KR" altLang="en-US" sz="600" b="1">
                  <a:latin typeface="+mj-lt"/>
                </a:rPr>
                <a:t>℃</a:t>
              </a:r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552" name="직사각형 551">
            <a:extLst>
              <a:ext uri="{FF2B5EF4-FFF2-40B4-BE49-F238E27FC236}">
                <a16:creationId xmlns:a16="http://schemas.microsoft.com/office/drawing/2014/main" id="{F3CB4D32-BFED-47A5-AF25-8C7ADFCB7A70}"/>
              </a:ext>
            </a:extLst>
          </p:cNvPr>
          <p:cNvSpPr/>
          <p:nvPr/>
        </p:nvSpPr>
        <p:spPr>
          <a:xfrm>
            <a:off x="4001039" y="4540912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563" name="직선 연결선 562">
            <a:extLst>
              <a:ext uri="{FF2B5EF4-FFF2-40B4-BE49-F238E27FC236}">
                <a16:creationId xmlns:a16="http://schemas.microsoft.com/office/drawing/2014/main" id="{964ED48D-2BA0-6960-E87A-630A302F1947}"/>
              </a:ext>
            </a:extLst>
          </p:cNvPr>
          <p:cNvCxnSpPr>
            <a:cxnSpLocks/>
          </p:cNvCxnSpPr>
          <p:nvPr/>
        </p:nvCxnSpPr>
        <p:spPr>
          <a:xfrm>
            <a:off x="4861826" y="4245095"/>
            <a:ext cx="27088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6" name="직선 연결선 565">
            <a:extLst>
              <a:ext uri="{FF2B5EF4-FFF2-40B4-BE49-F238E27FC236}">
                <a16:creationId xmlns:a16="http://schemas.microsoft.com/office/drawing/2014/main" id="{88AB3E50-32D2-E4A3-424F-8F6CEB6ACB97}"/>
              </a:ext>
            </a:extLst>
          </p:cNvPr>
          <p:cNvCxnSpPr>
            <a:cxnSpLocks/>
          </p:cNvCxnSpPr>
          <p:nvPr/>
        </p:nvCxnSpPr>
        <p:spPr>
          <a:xfrm>
            <a:off x="6097291" y="2735388"/>
            <a:ext cx="0" cy="15097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1" name="그룹 590">
            <a:extLst>
              <a:ext uri="{FF2B5EF4-FFF2-40B4-BE49-F238E27FC236}">
                <a16:creationId xmlns:a16="http://schemas.microsoft.com/office/drawing/2014/main" id="{255F7DA5-C413-EB2B-86C2-C764AB643222}"/>
              </a:ext>
            </a:extLst>
          </p:cNvPr>
          <p:cNvGrpSpPr/>
          <p:nvPr/>
        </p:nvGrpSpPr>
        <p:grpSpPr>
          <a:xfrm>
            <a:off x="7125266" y="940574"/>
            <a:ext cx="1239999" cy="560250"/>
            <a:chOff x="4457672" y="1491034"/>
            <a:chExt cx="1148556" cy="560250"/>
          </a:xfrm>
        </p:grpSpPr>
        <p:sp>
          <p:nvSpPr>
            <p:cNvPr id="592" name="직사각형 591">
              <a:extLst>
                <a:ext uri="{FF2B5EF4-FFF2-40B4-BE49-F238E27FC236}">
                  <a16:creationId xmlns:a16="http://schemas.microsoft.com/office/drawing/2014/main" id="{052D86C5-B286-E88F-95C9-A96713708EE7}"/>
                </a:ext>
              </a:extLst>
            </p:cNvPr>
            <p:cNvSpPr/>
            <p:nvPr/>
          </p:nvSpPr>
          <p:spPr>
            <a:xfrm>
              <a:off x="4476538" y="1491034"/>
              <a:ext cx="1122467" cy="5602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593" name="TextBox 592">
              <a:extLst>
                <a:ext uri="{FF2B5EF4-FFF2-40B4-BE49-F238E27FC236}">
                  <a16:creationId xmlns:a16="http://schemas.microsoft.com/office/drawing/2014/main" id="{F6199AE9-D28A-15FB-8D61-3C5D7A2D51B2}"/>
                </a:ext>
              </a:extLst>
            </p:cNvPr>
            <p:cNvSpPr txBox="1"/>
            <p:nvPr/>
          </p:nvSpPr>
          <p:spPr>
            <a:xfrm>
              <a:off x="4457672" y="1491034"/>
              <a:ext cx="52442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>
                  <a:latin typeface="+mj-lt"/>
                </a:rPr>
                <a:t>ST – H2</a:t>
              </a:r>
              <a:endParaRPr lang="ko-KR" altLang="en-US" sz="800" b="1">
                <a:latin typeface="+mj-lt"/>
              </a:endParaRPr>
            </a:p>
          </p:txBody>
        </p:sp>
        <p:sp>
          <p:nvSpPr>
            <p:cNvPr id="594" name="직사각형 593">
              <a:extLst>
                <a:ext uri="{FF2B5EF4-FFF2-40B4-BE49-F238E27FC236}">
                  <a16:creationId xmlns:a16="http://schemas.microsoft.com/office/drawing/2014/main" id="{75D1BA38-866D-EA77-3907-CA2179B33EAB}"/>
                </a:ext>
              </a:extLst>
            </p:cNvPr>
            <p:cNvSpPr/>
            <p:nvPr/>
          </p:nvSpPr>
          <p:spPr>
            <a:xfrm>
              <a:off x="4537210" y="1811838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595" name="TextBox 594">
              <a:extLst>
                <a:ext uri="{FF2B5EF4-FFF2-40B4-BE49-F238E27FC236}">
                  <a16:creationId xmlns:a16="http://schemas.microsoft.com/office/drawing/2014/main" id="{4433633E-5D2D-62BC-5730-0EC9941BAA9F}"/>
                </a:ext>
              </a:extLst>
            </p:cNvPr>
            <p:cNvSpPr txBox="1"/>
            <p:nvPr/>
          </p:nvSpPr>
          <p:spPr>
            <a:xfrm>
              <a:off x="4497068" y="1652252"/>
              <a:ext cx="56451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596" name="직사각형 595">
              <a:extLst>
                <a:ext uri="{FF2B5EF4-FFF2-40B4-BE49-F238E27FC236}">
                  <a16:creationId xmlns:a16="http://schemas.microsoft.com/office/drawing/2014/main" id="{9BAE0BA7-8DF5-868E-1402-A4522AC48F1A}"/>
                </a:ext>
              </a:extLst>
            </p:cNvPr>
            <p:cNvSpPr/>
            <p:nvPr/>
          </p:nvSpPr>
          <p:spPr>
            <a:xfrm>
              <a:off x="5081653" y="1811838"/>
              <a:ext cx="448875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597" name="TextBox 596">
              <a:extLst>
                <a:ext uri="{FF2B5EF4-FFF2-40B4-BE49-F238E27FC236}">
                  <a16:creationId xmlns:a16="http://schemas.microsoft.com/office/drawing/2014/main" id="{065D8FFD-52CC-503E-A376-30EB4D1F2208}"/>
                </a:ext>
              </a:extLst>
            </p:cNvPr>
            <p:cNvSpPr txBox="1"/>
            <p:nvPr/>
          </p:nvSpPr>
          <p:spPr>
            <a:xfrm>
              <a:off x="5046165" y="1652252"/>
              <a:ext cx="56006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611" name="TextBox 610">
            <a:extLst>
              <a:ext uri="{FF2B5EF4-FFF2-40B4-BE49-F238E27FC236}">
                <a16:creationId xmlns:a16="http://schemas.microsoft.com/office/drawing/2014/main" id="{07227462-6F26-A882-CBF7-014C2398CED2}"/>
              </a:ext>
            </a:extLst>
          </p:cNvPr>
          <p:cNvSpPr txBox="1"/>
          <p:nvPr/>
        </p:nvSpPr>
        <p:spPr>
          <a:xfrm>
            <a:off x="7279506" y="4655138"/>
            <a:ext cx="632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VENT</a:t>
            </a:r>
            <a:endParaRPr lang="ko-KR" altLang="en-US" sz="8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2" name="TextBox 611">
            <a:extLst>
              <a:ext uri="{FF2B5EF4-FFF2-40B4-BE49-F238E27FC236}">
                <a16:creationId xmlns:a16="http://schemas.microsoft.com/office/drawing/2014/main" id="{00C042CA-563D-F23C-E376-61F1079C632A}"/>
              </a:ext>
            </a:extLst>
          </p:cNvPr>
          <p:cNvSpPr txBox="1"/>
          <p:nvPr/>
        </p:nvSpPr>
        <p:spPr>
          <a:xfrm>
            <a:off x="3847760" y="4758649"/>
            <a:ext cx="632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AOG IN</a:t>
            </a:r>
            <a:endParaRPr lang="ko-KR" altLang="en-US" sz="8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3" name="TextBox 612">
            <a:extLst>
              <a:ext uri="{FF2B5EF4-FFF2-40B4-BE49-F238E27FC236}">
                <a16:creationId xmlns:a16="http://schemas.microsoft.com/office/drawing/2014/main" id="{9303A2AE-8A14-AF00-B5FC-DC7FA5E25AAF}"/>
              </a:ext>
            </a:extLst>
          </p:cNvPr>
          <p:cNvSpPr txBox="1"/>
          <p:nvPr/>
        </p:nvSpPr>
        <p:spPr>
          <a:xfrm>
            <a:off x="3495465" y="2735388"/>
            <a:ext cx="67485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RG COOL P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4" name="직사각형 613">
            <a:extLst>
              <a:ext uri="{FF2B5EF4-FFF2-40B4-BE49-F238E27FC236}">
                <a16:creationId xmlns:a16="http://schemas.microsoft.com/office/drawing/2014/main" id="{0D54E4B4-083B-8B5B-6F90-38604F124E7C}"/>
              </a:ext>
            </a:extLst>
          </p:cNvPr>
          <p:cNvSpPr/>
          <p:nvPr/>
        </p:nvSpPr>
        <p:spPr>
          <a:xfrm>
            <a:off x="5975471" y="3498912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615" name="TextBox 614">
            <a:extLst>
              <a:ext uri="{FF2B5EF4-FFF2-40B4-BE49-F238E27FC236}">
                <a16:creationId xmlns:a16="http://schemas.microsoft.com/office/drawing/2014/main" id="{03EB4C18-C681-DBAF-8BA6-35CF0DA2473E}"/>
              </a:ext>
            </a:extLst>
          </p:cNvPr>
          <p:cNvSpPr txBox="1"/>
          <p:nvPr/>
        </p:nvSpPr>
        <p:spPr>
          <a:xfrm>
            <a:off x="5957782" y="3714285"/>
            <a:ext cx="632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ST IN</a:t>
            </a:r>
            <a:endParaRPr lang="ko-KR" altLang="en-US" sz="8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6" name="직사각형 615">
            <a:extLst>
              <a:ext uri="{FF2B5EF4-FFF2-40B4-BE49-F238E27FC236}">
                <a16:creationId xmlns:a16="http://schemas.microsoft.com/office/drawing/2014/main" id="{B94C9960-14B3-CD9B-AA55-BA36A068A6EE}"/>
              </a:ext>
            </a:extLst>
          </p:cNvPr>
          <p:cNvSpPr/>
          <p:nvPr/>
        </p:nvSpPr>
        <p:spPr>
          <a:xfrm>
            <a:off x="7219997" y="3715754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617" name="TextBox 616">
            <a:extLst>
              <a:ext uri="{FF2B5EF4-FFF2-40B4-BE49-F238E27FC236}">
                <a16:creationId xmlns:a16="http://schemas.microsoft.com/office/drawing/2014/main" id="{3B4C5AB3-87F4-26C1-231C-5A00A848D99B}"/>
              </a:ext>
            </a:extLst>
          </p:cNvPr>
          <p:cNvSpPr txBox="1"/>
          <p:nvPr/>
        </p:nvSpPr>
        <p:spPr>
          <a:xfrm>
            <a:off x="7264699" y="3914191"/>
            <a:ext cx="632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ST OUT</a:t>
            </a:r>
            <a:endParaRPr lang="ko-KR" altLang="en-US" sz="8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8" name="직사각형 617">
            <a:extLst>
              <a:ext uri="{FF2B5EF4-FFF2-40B4-BE49-F238E27FC236}">
                <a16:creationId xmlns:a16="http://schemas.microsoft.com/office/drawing/2014/main" id="{7F07FDD4-EFB7-0801-2E31-1AE19DEBFFC7}"/>
              </a:ext>
            </a:extLst>
          </p:cNvPr>
          <p:cNvSpPr/>
          <p:nvPr/>
        </p:nvSpPr>
        <p:spPr>
          <a:xfrm>
            <a:off x="6867279" y="4126108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619" name="TextBox 618">
            <a:extLst>
              <a:ext uri="{FF2B5EF4-FFF2-40B4-BE49-F238E27FC236}">
                <a16:creationId xmlns:a16="http://schemas.microsoft.com/office/drawing/2014/main" id="{8EE3EC0B-A4C7-77D3-2A6E-1D7948CD2E43}"/>
              </a:ext>
            </a:extLst>
          </p:cNvPr>
          <p:cNvSpPr txBox="1"/>
          <p:nvPr/>
        </p:nvSpPr>
        <p:spPr>
          <a:xfrm>
            <a:off x="6695087" y="4322977"/>
            <a:ext cx="632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BYPASS</a:t>
            </a:r>
            <a:endParaRPr lang="ko-KR" altLang="en-US" sz="800" b="1" dirty="0"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335" name="그룹 334">
            <a:extLst>
              <a:ext uri="{FF2B5EF4-FFF2-40B4-BE49-F238E27FC236}">
                <a16:creationId xmlns:a16="http://schemas.microsoft.com/office/drawing/2014/main" id="{622C8DA9-FB8F-1C27-950B-1D7ADA779036}"/>
              </a:ext>
            </a:extLst>
          </p:cNvPr>
          <p:cNvGrpSpPr/>
          <p:nvPr/>
        </p:nvGrpSpPr>
        <p:grpSpPr>
          <a:xfrm>
            <a:off x="4794987" y="991426"/>
            <a:ext cx="1239999" cy="560250"/>
            <a:chOff x="4457672" y="1491034"/>
            <a:chExt cx="1148556" cy="560250"/>
          </a:xfrm>
        </p:grpSpPr>
        <p:sp>
          <p:nvSpPr>
            <p:cNvPr id="336" name="직사각형 335">
              <a:extLst>
                <a:ext uri="{FF2B5EF4-FFF2-40B4-BE49-F238E27FC236}">
                  <a16:creationId xmlns:a16="http://schemas.microsoft.com/office/drawing/2014/main" id="{BBAFF9A8-FCB0-C24B-B67C-0AA8A86ABBC3}"/>
                </a:ext>
              </a:extLst>
            </p:cNvPr>
            <p:cNvSpPr/>
            <p:nvPr/>
          </p:nvSpPr>
          <p:spPr>
            <a:xfrm>
              <a:off x="4476538" y="1491034"/>
              <a:ext cx="1122467" cy="5602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83987257-369B-224C-979B-D8732FC6490D}"/>
                </a:ext>
              </a:extLst>
            </p:cNvPr>
            <p:cNvSpPr txBox="1"/>
            <p:nvPr/>
          </p:nvSpPr>
          <p:spPr>
            <a:xfrm>
              <a:off x="4457672" y="1491034"/>
              <a:ext cx="46652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>
                  <a:latin typeface="+mj-lt"/>
                </a:rPr>
                <a:t>C - Air</a:t>
              </a:r>
              <a:endParaRPr lang="ko-KR" altLang="en-US" sz="800" b="1">
                <a:latin typeface="+mj-lt"/>
              </a:endParaRPr>
            </a:p>
          </p:txBody>
        </p:sp>
        <p:sp>
          <p:nvSpPr>
            <p:cNvPr id="338" name="직사각형 337">
              <a:extLst>
                <a:ext uri="{FF2B5EF4-FFF2-40B4-BE49-F238E27FC236}">
                  <a16:creationId xmlns:a16="http://schemas.microsoft.com/office/drawing/2014/main" id="{71CF1073-FFE3-51CF-8F45-AC0FEB228F6E}"/>
                </a:ext>
              </a:extLst>
            </p:cNvPr>
            <p:cNvSpPr/>
            <p:nvPr/>
          </p:nvSpPr>
          <p:spPr>
            <a:xfrm>
              <a:off x="4537210" y="1811838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E467CB7B-5CAC-3DAA-D237-49197A4E9844}"/>
                </a:ext>
              </a:extLst>
            </p:cNvPr>
            <p:cNvSpPr txBox="1"/>
            <p:nvPr/>
          </p:nvSpPr>
          <p:spPr>
            <a:xfrm>
              <a:off x="4497068" y="1652252"/>
              <a:ext cx="56451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40" name="직사각형 339">
              <a:extLst>
                <a:ext uri="{FF2B5EF4-FFF2-40B4-BE49-F238E27FC236}">
                  <a16:creationId xmlns:a16="http://schemas.microsoft.com/office/drawing/2014/main" id="{2920BA8A-8E21-A95C-834C-EF70662B00C7}"/>
                </a:ext>
              </a:extLst>
            </p:cNvPr>
            <p:cNvSpPr/>
            <p:nvPr/>
          </p:nvSpPr>
          <p:spPr>
            <a:xfrm>
              <a:off x="5081653" y="1811838"/>
              <a:ext cx="448875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9E1B555D-8A05-CD76-2E85-2C9FA279BE78}"/>
                </a:ext>
              </a:extLst>
            </p:cNvPr>
            <p:cNvSpPr txBox="1"/>
            <p:nvPr/>
          </p:nvSpPr>
          <p:spPr>
            <a:xfrm>
              <a:off x="5046165" y="1652252"/>
              <a:ext cx="56006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56E6D3DE-52C6-271B-476A-5919721FB8E4}"/>
              </a:ext>
            </a:extLst>
          </p:cNvPr>
          <p:cNvGrpSpPr/>
          <p:nvPr/>
        </p:nvGrpSpPr>
        <p:grpSpPr>
          <a:xfrm>
            <a:off x="4155840" y="3425713"/>
            <a:ext cx="761641" cy="1035844"/>
            <a:chOff x="4028383" y="3501406"/>
            <a:chExt cx="973310" cy="1115414"/>
          </a:xfrm>
        </p:grpSpPr>
        <p:grpSp>
          <p:nvGrpSpPr>
            <p:cNvPr id="588" name="그룹 587">
              <a:extLst>
                <a:ext uri="{FF2B5EF4-FFF2-40B4-BE49-F238E27FC236}">
                  <a16:creationId xmlns:a16="http://schemas.microsoft.com/office/drawing/2014/main" id="{AE0DC2DB-EE5A-7B4D-FAED-257ED2D5A437}"/>
                </a:ext>
              </a:extLst>
            </p:cNvPr>
            <p:cNvGrpSpPr/>
            <p:nvPr/>
          </p:nvGrpSpPr>
          <p:grpSpPr>
            <a:xfrm>
              <a:off x="4028383" y="3511913"/>
              <a:ext cx="973310" cy="1104907"/>
              <a:chOff x="4147055" y="3408519"/>
              <a:chExt cx="973310" cy="1104907"/>
            </a:xfrm>
          </p:grpSpPr>
          <p:sp>
            <p:nvSpPr>
              <p:cNvPr id="99" name="사각형: 잘린 위쪽 모서리 98">
                <a:extLst>
                  <a:ext uri="{FF2B5EF4-FFF2-40B4-BE49-F238E27FC236}">
                    <a16:creationId xmlns:a16="http://schemas.microsoft.com/office/drawing/2014/main" id="{569837DF-24C5-582C-A5EC-E1552D079634}"/>
                  </a:ext>
                </a:extLst>
              </p:cNvPr>
              <p:cNvSpPr/>
              <p:nvPr/>
            </p:nvSpPr>
            <p:spPr>
              <a:xfrm>
                <a:off x="4147055" y="3408519"/>
                <a:ext cx="973310" cy="1104907"/>
              </a:xfrm>
              <a:prstGeom prst="snip2Same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grpSp>
            <p:nvGrpSpPr>
              <p:cNvPr id="148" name="그룹 147">
                <a:extLst>
                  <a:ext uri="{FF2B5EF4-FFF2-40B4-BE49-F238E27FC236}">
                    <a16:creationId xmlns:a16="http://schemas.microsoft.com/office/drawing/2014/main" id="{63D50807-6FB0-CA59-3523-C53F77F6C04E}"/>
                  </a:ext>
                </a:extLst>
              </p:cNvPr>
              <p:cNvGrpSpPr/>
              <p:nvPr/>
            </p:nvGrpSpPr>
            <p:grpSpPr>
              <a:xfrm>
                <a:off x="4174638" y="3682400"/>
                <a:ext cx="886466" cy="775996"/>
                <a:chOff x="139527" y="4432696"/>
                <a:chExt cx="886466" cy="775996"/>
              </a:xfrm>
            </p:grpSpPr>
            <p:sp>
              <p:nvSpPr>
                <p:cNvPr id="138" name="직사각형 137">
                  <a:extLst>
                    <a:ext uri="{FF2B5EF4-FFF2-40B4-BE49-F238E27FC236}">
                      <a16:creationId xmlns:a16="http://schemas.microsoft.com/office/drawing/2014/main" id="{7EEC05FD-FFDE-F64E-25D7-9DC226702FF7}"/>
                    </a:ext>
                  </a:extLst>
                </p:cNvPr>
                <p:cNvSpPr/>
                <p:nvPr/>
              </p:nvSpPr>
              <p:spPr>
                <a:xfrm>
                  <a:off x="653581" y="4457061"/>
                  <a:ext cx="372412" cy="143946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49EF8476-92C2-7EF7-8E8D-6DCB830D6588}"/>
                    </a:ext>
                  </a:extLst>
                </p:cNvPr>
                <p:cNvSpPr txBox="1"/>
                <p:nvPr/>
              </p:nvSpPr>
              <p:spPr>
                <a:xfrm>
                  <a:off x="157404" y="4432696"/>
                  <a:ext cx="471603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H [</a:t>
                  </a:r>
                  <a:r>
                    <a:rPr lang="ko-KR" altLang="en-US" sz="8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℃</a:t>
                  </a:r>
                  <a:r>
                    <a:rPr lang="en-US" altLang="ko-KR" sz="8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]</a:t>
                  </a:r>
                  <a:endParaRPr lang="ko-KR" altLang="en-US" sz="8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" name="직사각형 139">
                  <a:extLst>
                    <a:ext uri="{FF2B5EF4-FFF2-40B4-BE49-F238E27FC236}">
                      <a16:creationId xmlns:a16="http://schemas.microsoft.com/office/drawing/2014/main" id="{71D8DE4C-BBE2-A848-DD00-5A68C713CA73}"/>
                    </a:ext>
                  </a:extLst>
                </p:cNvPr>
                <p:cNvSpPr/>
                <p:nvPr/>
              </p:nvSpPr>
              <p:spPr>
                <a:xfrm>
                  <a:off x="653581" y="4740099"/>
                  <a:ext cx="372412" cy="194456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56936DE2-60A7-714E-5383-965406208ACC}"/>
                    </a:ext>
                  </a:extLst>
                </p:cNvPr>
                <p:cNvSpPr txBox="1"/>
                <p:nvPr/>
              </p:nvSpPr>
              <p:spPr>
                <a:xfrm>
                  <a:off x="139527" y="4718784"/>
                  <a:ext cx="492443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M </a:t>
                  </a:r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[</a:t>
                  </a:r>
                  <a:r>
                    <a:rPr lang="ko-KR" altLang="en-US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℃</a:t>
                  </a:r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]</a:t>
                  </a:r>
                  <a:endParaRPr lang="ko-KR" altLang="en-US" sz="8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" name="직사각형 141">
                  <a:extLst>
                    <a:ext uri="{FF2B5EF4-FFF2-40B4-BE49-F238E27FC236}">
                      <a16:creationId xmlns:a16="http://schemas.microsoft.com/office/drawing/2014/main" id="{6DD042D1-7DE9-5F13-A7DD-509E94A2D00E}"/>
                    </a:ext>
                  </a:extLst>
                </p:cNvPr>
                <p:cNvSpPr/>
                <p:nvPr/>
              </p:nvSpPr>
              <p:spPr>
                <a:xfrm>
                  <a:off x="653581" y="5026187"/>
                  <a:ext cx="372412" cy="182505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7F8BFAA3-978B-361F-23E2-603399A7BC84}"/>
                    </a:ext>
                  </a:extLst>
                </p:cNvPr>
                <p:cNvSpPr txBox="1"/>
                <p:nvPr/>
              </p:nvSpPr>
              <p:spPr>
                <a:xfrm>
                  <a:off x="155288" y="4992921"/>
                  <a:ext cx="445955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L </a:t>
                  </a:r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[</a:t>
                  </a:r>
                  <a:r>
                    <a:rPr lang="ko-KR" altLang="en-US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℃</a:t>
                  </a:r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]</a:t>
                  </a:r>
                  <a:endParaRPr lang="ko-KR" altLang="en-US" sz="8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9" name="TextBox 658">
              <a:extLst>
                <a:ext uri="{FF2B5EF4-FFF2-40B4-BE49-F238E27FC236}">
                  <a16:creationId xmlns:a16="http://schemas.microsoft.com/office/drawing/2014/main" id="{78BBE1A4-2109-B28F-5D72-55BB86944995}"/>
                </a:ext>
              </a:extLst>
            </p:cNvPr>
            <p:cNvSpPr txBox="1"/>
            <p:nvPr/>
          </p:nvSpPr>
          <p:spPr>
            <a:xfrm>
              <a:off x="4162763" y="3501406"/>
              <a:ext cx="5142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>
                  <a:latin typeface="+mj-lt"/>
                </a:rPr>
                <a:t>Prox</a:t>
              </a:r>
              <a:endParaRPr lang="ko-KR" altLang="en-US" sz="1200" b="1">
                <a:latin typeface="+mj-lt"/>
              </a:endParaRPr>
            </a:p>
          </p:txBody>
        </p:sp>
      </p:grpSp>
      <p:sp>
        <p:nvSpPr>
          <p:cNvPr id="666" name="TextBox 665">
            <a:extLst>
              <a:ext uri="{FF2B5EF4-FFF2-40B4-BE49-F238E27FC236}">
                <a16:creationId xmlns:a16="http://schemas.microsoft.com/office/drawing/2014/main" id="{5E7444BF-F576-44D6-2065-3ACEDCACEB6B}"/>
              </a:ext>
            </a:extLst>
          </p:cNvPr>
          <p:cNvSpPr txBox="1"/>
          <p:nvPr/>
        </p:nvSpPr>
        <p:spPr>
          <a:xfrm>
            <a:off x="3013871" y="6300067"/>
            <a:ext cx="632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Drain</a:t>
            </a:r>
          </a:p>
        </p:txBody>
      </p:sp>
      <p:sp>
        <p:nvSpPr>
          <p:cNvPr id="674" name="TextBox 673">
            <a:extLst>
              <a:ext uri="{FF2B5EF4-FFF2-40B4-BE49-F238E27FC236}">
                <a16:creationId xmlns:a16="http://schemas.microsoft.com/office/drawing/2014/main" id="{98D4AB12-4C6E-40CA-9FD5-8720DA44E5FD}"/>
              </a:ext>
            </a:extLst>
          </p:cNvPr>
          <p:cNvSpPr txBox="1"/>
          <p:nvPr/>
        </p:nvSpPr>
        <p:spPr>
          <a:xfrm>
            <a:off x="7204126" y="4972836"/>
            <a:ext cx="8338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latin typeface="+mj-lt"/>
                <a:cs typeface="Times New Roman" panose="02020603050405020304" pitchFamily="18" charset="0"/>
              </a:rPr>
              <a:t>DI W Recycle</a:t>
            </a:r>
            <a:endParaRPr lang="ko-KR" altLang="en-US" sz="8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75" name="직사각형 674">
            <a:extLst>
              <a:ext uri="{FF2B5EF4-FFF2-40B4-BE49-F238E27FC236}">
                <a16:creationId xmlns:a16="http://schemas.microsoft.com/office/drawing/2014/main" id="{B3CEBC54-3189-F7E9-2570-C219BB4BC9BC}"/>
              </a:ext>
            </a:extLst>
          </p:cNvPr>
          <p:cNvSpPr/>
          <p:nvPr/>
        </p:nvSpPr>
        <p:spPr>
          <a:xfrm>
            <a:off x="7910553" y="4665036"/>
            <a:ext cx="448875" cy="16972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6" name="TextBox 675">
                <a:extLst>
                  <a:ext uri="{FF2B5EF4-FFF2-40B4-BE49-F238E27FC236}">
                    <a16:creationId xmlns:a16="http://schemas.microsoft.com/office/drawing/2014/main" id="{AED594A9-1EB3-153C-08AE-F277F3D00285}"/>
                  </a:ext>
                </a:extLst>
              </p:cNvPr>
              <p:cNvSpPr txBox="1"/>
              <p:nvPr/>
            </p:nvSpPr>
            <p:spPr>
              <a:xfrm>
                <a:off x="7804745" y="4476775"/>
                <a:ext cx="706155" cy="2024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>
                    <a:latin typeface="+mj-lt"/>
                    <a:cs typeface="Times New Roman" panose="02020603050405020304" pitchFamily="18" charset="0"/>
                  </a:rPr>
                  <a:t>CS </a:t>
                </a:r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700" b="1" i="1">
                            <a:latin typeface="Cambria Math" panose="02040503050406030204" pitchFamily="18" charset="0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700" b="1" i="0">
                            <a:latin typeface="Cambria Math" panose="02040503050406030204" pitchFamily="18" charset="0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m:t>𝛍</m:t>
                        </m:r>
                        <m:r>
                          <a:rPr lang="en-US" altLang="ko-KR" sz="700" b="1" i="0">
                            <a:latin typeface="Cambria Math" panose="02040503050406030204" pitchFamily="18" charset="0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m:t>𝐬</m:t>
                        </m:r>
                        <m:r>
                          <a:rPr lang="en-US" altLang="ko-KR" sz="700" b="1" i="0">
                            <a:latin typeface="Cambria Math" panose="02040503050406030204" pitchFamily="18" charset="0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altLang="ko-KR" sz="700" b="1" i="0">
                            <a:latin typeface="Cambria Math" panose="02040503050406030204" pitchFamily="18" charset="0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m:t>𝐜𝐦</m:t>
                        </m:r>
                      </m:e>
                      <m:sup>
                        <m:r>
                          <a:rPr lang="en-US" altLang="ko-KR" sz="700" b="1" i="0">
                            <a:latin typeface="Cambria Math" panose="02040503050406030204" pitchFamily="18" charset="0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6" name="TextBox 675">
                <a:extLst>
                  <a:ext uri="{FF2B5EF4-FFF2-40B4-BE49-F238E27FC236}">
                    <a16:creationId xmlns:a16="http://schemas.microsoft.com/office/drawing/2014/main" id="{AED594A9-1EB3-153C-08AE-F277F3D00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745" y="4476775"/>
                <a:ext cx="706155" cy="202491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7" name="직선 연결선 676">
            <a:extLst>
              <a:ext uri="{FF2B5EF4-FFF2-40B4-BE49-F238E27FC236}">
                <a16:creationId xmlns:a16="http://schemas.microsoft.com/office/drawing/2014/main" id="{69BCE512-03FA-50FD-BB35-64219DCD07D9}"/>
              </a:ext>
            </a:extLst>
          </p:cNvPr>
          <p:cNvCxnSpPr>
            <a:cxnSpLocks/>
          </p:cNvCxnSpPr>
          <p:nvPr/>
        </p:nvCxnSpPr>
        <p:spPr>
          <a:xfrm>
            <a:off x="5472187" y="5748105"/>
            <a:ext cx="1651050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00" name="그룹 499">
            <a:extLst>
              <a:ext uri="{FF2B5EF4-FFF2-40B4-BE49-F238E27FC236}">
                <a16:creationId xmlns:a16="http://schemas.microsoft.com/office/drawing/2014/main" id="{89CD5733-A16E-E738-EDEA-5C2ADEEF7D4D}"/>
              </a:ext>
            </a:extLst>
          </p:cNvPr>
          <p:cNvGrpSpPr/>
          <p:nvPr/>
        </p:nvGrpSpPr>
        <p:grpSpPr>
          <a:xfrm>
            <a:off x="4778778" y="1778714"/>
            <a:ext cx="1232201" cy="721295"/>
            <a:chOff x="4786927" y="1872102"/>
            <a:chExt cx="1232201" cy="721295"/>
          </a:xfrm>
        </p:grpSpPr>
        <p:sp>
          <p:nvSpPr>
            <p:cNvPr id="494" name="직사각형 493">
              <a:extLst>
                <a:ext uri="{FF2B5EF4-FFF2-40B4-BE49-F238E27FC236}">
                  <a16:creationId xmlns:a16="http://schemas.microsoft.com/office/drawing/2014/main" id="{FEF1361C-963A-2E01-2E12-9C758DB99A19}"/>
                </a:ext>
              </a:extLst>
            </p:cNvPr>
            <p:cNvSpPr/>
            <p:nvPr/>
          </p:nvSpPr>
          <p:spPr>
            <a:xfrm>
              <a:off x="4807295" y="1872102"/>
              <a:ext cx="1211833" cy="72129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495" name="TextBox 494">
              <a:extLst>
                <a:ext uri="{FF2B5EF4-FFF2-40B4-BE49-F238E27FC236}">
                  <a16:creationId xmlns:a16="http://schemas.microsoft.com/office/drawing/2014/main" id="{5326E6C2-2E20-9785-F8FF-96F8232F04B4}"/>
                </a:ext>
              </a:extLst>
            </p:cNvPr>
            <p:cNvSpPr txBox="1"/>
            <p:nvPr/>
          </p:nvSpPr>
          <p:spPr>
            <a:xfrm>
              <a:off x="4786927" y="1872103"/>
              <a:ext cx="8579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>
                  <a:latin typeface="+mj-lt"/>
                </a:rPr>
                <a:t>ST1 - Coolant</a:t>
              </a:r>
              <a:endParaRPr lang="ko-KR" altLang="en-US" sz="800" b="1">
                <a:latin typeface="+mj-lt"/>
              </a:endParaRPr>
            </a:p>
          </p:txBody>
        </p:sp>
        <p:sp>
          <p:nvSpPr>
            <p:cNvPr id="496" name="직사각형 495">
              <a:extLst>
                <a:ext uri="{FF2B5EF4-FFF2-40B4-BE49-F238E27FC236}">
                  <a16:creationId xmlns:a16="http://schemas.microsoft.com/office/drawing/2014/main" id="{7B81E8F4-2C65-F908-A825-8A239D6E2F45}"/>
                </a:ext>
              </a:extLst>
            </p:cNvPr>
            <p:cNvSpPr/>
            <p:nvPr/>
          </p:nvSpPr>
          <p:spPr>
            <a:xfrm>
              <a:off x="4861826" y="2176215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860EAD49-7CA2-5AEA-53E8-F54FC4B10C0F}"/>
                </a:ext>
              </a:extLst>
            </p:cNvPr>
            <p:cNvSpPr txBox="1"/>
            <p:nvPr/>
          </p:nvSpPr>
          <p:spPr>
            <a:xfrm>
              <a:off x="4818489" y="2016629"/>
              <a:ext cx="60946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498" name="직사각형 497">
              <a:extLst>
                <a:ext uri="{FF2B5EF4-FFF2-40B4-BE49-F238E27FC236}">
                  <a16:creationId xmlns:a16="http://schemas.microsoft.com/office/drawing/2014/main" id="{E678AA72-EBA5-8900-ADC2-7B08B4BCF451}"/>
                </a:ext>
              </a:extLst>
            </p:cNvPr>
            <p:cNvSpPr/>
            <p:nvPr/>
          </p:nvSpPr>
          <p:spPr>
            <a:xfrm>
              <a:off x="5449615" y="2176215"/>
              <a:ext cx="484612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68B2B14B-4B61-7FB4-BD35-A2513645E627}"/>
                </a:ext>
              </a:extLst>
            </p:cNvPr>
            <p:cNvSpPr txBox="1"/>
            <p:nvPr/>
          </p:nvSpPr>
          <p:spPr>
            <a:xfrm>
              <a:off x="5411302" y="2016629"/>
              <a:ext cx="60465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680" name="직사각형 679">
              <a:extLst>
                <a:ext uri="{FF2B5EF4-FFF2-40B4-BE49-F238E27FC236}">
                  <a16:creationId xmlns:a16="http://schemas.microsoft.com/office/drawing/2014/main" id="{FE7CA359-55F0-E3C2-2143-F4CD3A4485D5}"/>
                </a:ext>
              </a:extLst>
            </p:cNvPr>
            <p:cNvSpPr/>
            <p:nvPr/>
          </p:nvSpPr>
          <p:spPr>
            <a:xfrm>
              <a:off x="5449615" y="2369063"/>
              <a:ext cx="484612" cy="17773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681" name="TextBox 680">
              <a:extLst>
                <a:ext uri="{FF2B5EF4-FFF2-40B4-BE49-F238E27FC236}">
                  <a16:creationId xmlns:a16="http://schemas.microsoft.com/office/drawing/2014/main" id="{01F1055E-6B2F-3DAE-BC32-4E31B8BCBDA2}"/>
                </a:ext>
              </a:extLst>
            </p:cNvPr>
            <p:cNvSpPr txBox="1"/>
            <p:nvPr/>
          </p:nvSpPr>
          <p:spPr>
            <a:xfrm>
              <a:off x="5024833" y="2360881"/>
              <a:ext cx="48763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 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[kPa]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738F4E63-BD42-2B4D-E6E0-CE7E529255BD}"/>
              </a:ext>
            </a:extLst>
          </p:cNvPr>
          <p:cNvGrpSpPr/>
          <p:nvPr/>
        </p:nvGrpSpPr>
        <p:grpSpPr>
          <a:xfrm>
            <a:off x="4770070" y="2627760"/>
            <a:ext cx="1244197" cy="734793"/>
            <a:chOff x="4771406" y="2694206"/>
            <a:chExt cx="1244197" cy="734793"/>
          </a:xfrm>
        </p:grpSpPr>
        <p:grpSp>
          <p:nvGrpSpPr>
            <p:cNvPr id="503" name="그룹 502">
              <a:extLst>
                <a:ext uri="{FF2B5EF4-FFF2-40B4-BE49-F238E27FC236}">
                  <a16:creationId xmlns:a16="http://schemas.microsoft.com/office/drawing/2014/main" id="{17937902-2D7F-DDF1-7C72-AD9AACC2605D}"/>
                </a:ext>
              </a:extLst>
            </p:cNvPr>
            <p:cNvGrpSpPr/>
            <p:nvPr/>
          </p:nvGrpSpPr>
          <p:grpSpPr>
            <a:xfrm>
              <a:off x="4771406" y="2694206"/>
              <a:ext cx="1244197" cy="734793"/>
              <a:chOff x="4448520" y="1408132"/>
              <a:chExt cx="1152444" cy="734793"/>
            </a:xfrm>
          </p:grpSpPr>
          <p:sp>
            <p:nvSpPr>
              <p:cNvPr id="504" name="직사각형 503">
                <a:extLst>
                  <a:ext uri="{FF2B5EF4-FFF2-40B4-BE49-F238E27FC236}">
                    <a16:creationId xmlns:a16="http://schemas.microsoft.com/office/drawing/2014/main" id="{AB9F42FC-12C2-6AC2-B8AB-7DB3D345F3BB}"/>
                  </a:ext>
                </a:extLst>
              </p:cNvPr>
              <p:cNvSpPr/>
              <p:nvPr/>
            </p:nvSpPr>
            <p:spPr>
              <a:xfrm>
                <a:off x="4478497" y="1408132"/>
                <a:ext cx="1122467" cy="73479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505" name="TextBox 504">
                <a:extLst>
                  <a:ext uri="{FF2B5EF4-FFF2-40B4-BE49-F238E27FC236}">
                    <a16:creationId xmlns:a16="http://schemas.microsoft.com/office/drawing/2014/main" id="{BC7E442E-DCA5-2D9B-7EC3-9D03618FEE14}"/>
                  </a:ext>
                </a:extLst>
              </p:cNvPr>
              <p:cNvSpPr txBox="1"/>
              <p:nvPr/>
            </p:nvSpPr>
            <p:spPr>
              <a:xfrm>
                <a:off x="4448520" y="1412434"/>
                <a:ext cx="79466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ST2 - Coolant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506" name="직사각형 505">
                <a:extLst>
                  <a:ext uri="{FF2B5EF4-FFF2-40B4-BE49-F238E27FC236}">
                    <a16:creationId xmlns:a16="http://schemas.microsoft.com/office/drawing/2014/main" id="{3AC06E11-1526-5170-057E-4D0425C3EEBE}"/>
                  </a:ext>
                </a:extLst>
              </p:cNvPr>
              <p:cNvSpPr/>
              <p:nvPr/>
            </p:nvSpPr>
            <p:spPr>
              <a:xfrm>
                <a:off x="4526516" y="1715832"/>
                <a:ext cx="448875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507" name="TextBox 506">
                <a:extLst>
                  <a:ext uri="{FF2B5EF4-FFF2-40B4-BE49-F238E27FC236}">
                    <a16:creationId xmlns:a16="http://schemas.microsoft.com/office/drawing/2014/main" id="{70CFFAC8-9806-D3B4-7A6A-4DFB25C3FB84}"/>
                  </a:ext>
                </a:extLst>
              </p:cNvPr>
              <p:cNvSpPr txBox="1"/>
              <p:nvPr/>
            </p:nvSpPr>
            <p:spPr>
              <a:xfrm>
                <a:off x="4486374" y="1556246"/>
                <a:ext cx="564517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PV    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[LPM]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8" name="직사각형 507">
                <a:extLst>
                  <a:ext uri="{FF2B5EF4-FFF2-40B4-BE49-F238E27FC236}">
                    <a16:creationId xmlns:a16="http://schemas.microsoft.com/office/drawing/2014/main" id="{3CA6D4D1-E4F7-C4DF-DF81-06A5F5AB6369}"/>
                  </a:ext>
                </a:extLst>
              </p:cNvPr>
              <p:cNvSpPr/>
              <p:nvPr/>
            </p:nvSpPr>
            <p:spPr>
              <a:xfrm>
                <a:off x="5070960" y="1715832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509" name="TextBox 508">
                <a:extLst>
                  <a:ext uri="{FF2B5EF4-FFF2-40B4-BE49-F238E27FC236}">
                    <a16:creationId xmlns:a16="http://schemas.microsoft.com/office/drawing/2014/main" id="{26B9914B-0DF1-AD2C-E19A-6DF70CA0F886}"/>
                  </a:ext>
                </a:extLst>
              </p:cNvPr>
              <p:cNvSpPr txBox="1"/>
              <p:nvPr/>
            </p:nvSpPr>
            <p:spPr>
              <a:xfrm>
                <a:off x="5035471" y="1556246"/>
                <a:ext cx="560063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[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LPM]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82" name="직사각형 681">
              <a:extLst>
                <a:ext uri="{FF2B5EF4-FFF2-40B4-BE49-F238E27FC236}">
                  <a16:creationId xmlns:a16="http://schemas.microsoft.com/office/drawing/2014/main" id="{5BF66062-BB81-F55C-E2DD-7C70064F008C}"/>
                </a:ext>
              </a:extLst>
            </p:cNvPr>
            <p:cNvSpPr/>
            <p:nvPr/>
          </p:nvSpPr>
          <p:spPr>
            <a:xfrm>
              <a:off x="5441453" y="3207692"/>
              <a:ext cx="484612" cy="17773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683" name="TextBox 682">
              <a:extLst>
                <a:ext uri="{FF2B5EF4-FFF2-40B4-BE49-F238E27FC236}">
                  <a16:creationId xmlns:a16="http://schemas.microsoft.com/office/drawing/2014/main" id="{66E56943-9EBA-9361-2AF4-6F77050A0EE5}"/>
                </a:ext>
              </a:extLst>
            </p:cNvPr>
            <p:cNvSpPr txBox="1"/>
            <p:nvPr/>
          </p:nvSpPr>
          <p:spPr>
            <a:xfrm>
              <a:off x="5016135" y="3199733"/>
              <a:ext cx="48763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 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[kPa]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686" name="TextBox 685">
            <a:extLst>
              <a:ext uri="{FF2B5EF4-FFF2-40B4-BE49-F238E27FC236}">
                <a16:creationId xmlns:a16="http://schemas.microsoft.com/office/drawing/2014/main" id="{281C53DA-C442-4E68-B3DA-2CAB1E23D69F}"/>
              </a:ext>
            </a:extLst>
          </p:cNvPr>
          <p:cNvSpPr txBox="1"/>
          <p:nvPr/>
        </p:nvSpPr>
        <p:spPr>
          <a:xfrm>
            <a:off x="5829157" y="5315177"/>
            <a:ext cx="6850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ST2 Re [</a:t>
            </a:r>
            <a:r>
              <a:rPr lang="ko-KR" altLang="en-US" sz="700" b="1">
                <a:latin typeface="+mj-lt"/>
              </a:rPr>
              <a:t>℃</a:t>
            </a:r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700" name="직선 연결선 699">
            <a:extLst>
              <a:ext uri="{FF2B5EF4-FFF2-40B4-BE49-F238E27FC236}">
                <a16:creationId xmlns:a16="http://schemas.microsoft.com/office/drawing/2014/main" id="{5DD0B7CD-FB4E-0CBC-7461-E81D3ACCD83E}"/>
              </a:ext>
            </a:extLst>
          </p:cNvPr>
          <p:cNvCxnSpPr>
            <a:cxnSpLocks/>
          </p:cNvCxnSpPr>
          <p:nvPr/>
        </p:nvCxnSpPr>
        <p:spPr>
          <a:xfrm>
            <a:off x="7136802" y="4852036"/>
            <a:ext cx="0" cy="911472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직선 연결선 706">
            <a:extLst>
              <a:ext uri="{FF2B5EF4-FFF2-40B4-BE49-F238E27FC236}">
                <a16:creationId xmlns:a16="http://schemas.microsoft.com/office/drawing/2014/main" id="{4A452547-E1DA-B0FF-2CAB-4FECD3AE5485}"/>
              </a:ext>
            </a:extLst>
          </p:cNvPr>
          <p:cNvCxnSpPr>
            <a:cxnSpLocks/>
          </p:cNvCxnSpPr>
          <p:nvPr/>
        </p:nvCxnSpPr>
        <p:spPr>
          <a:xfrm>
            <a:off x="6770795" y="2956647"/>
            <a:ext cx="416867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0" name="TextBox 709">
            <a:extLst>
              <a:ext uri="{FF2B5EF4-FFF2-40B4-BE49-F238E27FC236}">
                <a16:creationId xmlns:a16="http://schemas.microsoft.com/office/drawing/2014/main" id="{9FC1CEF5-F6DB-7A4E-8F36-5DECB2EADCE3}"/>
              </a:ext>
            </a:extLst>
          </p:cNvPr>
          <p:cNvSpPr txBox="1"/>
          <p:nvPr/>
        </p:nvSpPr>
        <p:spPr>
          <a:xfrm>
            <a:off x="5829157" y="4968745"/>
            <a:ext cx="6850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ST1 Re [</a:t>
            </a:r>
            <a:r>
              <a:rPr lang="ko-KR" altLang="en-US" sz="700" b="1">
                <a:latin typeface="+mj-lt"/>
              </a:rPr>
              <a:t>℃</a:t>
            </a:r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714" name="직선 연결선 713">
            <a:extLst>
              <a:ext uri="{FF2B5EF4-FFF2-40B4-BE49-F238E27FC236}">
                <a16:creationId xmlns:a16="http://schemas.microsoft.com/office/drawing/2014/main" id="{A4DC4DB2-CBB6-1651-3A91-14913E71747C}"/>
              </a:ext>
            </a:extLst>
          </p:cNvPr>
          <p:cNvCxnSpPr>
            <a:cxnSpLocks/>
          </p:cNvCxnSpPr>
          <p:nvPr/>
        </p:nvCxnSpPr>
        <p:spPr>
          <a:xfrm>
            <a:off x="6517913" y="2230912"/>
            <a:ext cx="5234" cy="2966643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직선 연결선 715">
            <a:extLst>
              <a:ext uri="{FF2B5EF4-FFF2-40B4-BE49-F238E27FC236}">
                <a16:creationId xmlns:a16="http://schemas.microsoft.com/office/drawing/2014/main" id="{0CAEF9F4-EDDE-34E5-F035-5EE053707C97}"/>
              </a:ext>
            </a:extLst>
          </p:cNvPr>
          <p:cNvCxnSpPr>
            <a:cxnSpLocks/>
          </p:cNvCxnSpPr>
          <p:nvPr/>
        </p:nvCxnSpPr>
        <p:spPr>
          <a:xfrm>
            <a:off x="6514207" y="2223511"/>
            <a:ext cx="692101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14" name="그룹 513">
            <a:extLst>
              <a:ext uri="{FF2B5EF4-FFF2-40B4-BE49-F238E27FC236}">
                <a16:creationId xmlns:a16="http://schemas.microsoft.com/office/drawing/2014/main" id="{334B2F56-DDAD-D7F5-76A1-BFC119DCA752}"/>
              </a:ext>
            </a:extLst>
          </p:cNvPr>
          <p:cNvGrpSpPr/>
          <p:nvPr/>
        </p:nvGrpSpPr>
        <p:grpSpPr>
          <a:xfrm>
            <a:off x="7169504" y="1666487"/>
            <a:ext cx="1526345" cy="622717"/>
            <a:chOff x="7169504" y="1666487"/>
            <a:chExt cx="1526345" cy="622717"/>
          </a:xfrm>
        </p:grpSpPr>
        <p:grpSp>
          <p:nvGrpSpPr>
            <p:cNvPr id="697" name="그룹 696">
              <a:extLst>
                <a:ext uri="{FF2B5EF4-FFF2-40B4-BE49-F238E27FC236}">
                  <a16:creationId xmlns:a16="http://schemas.microsoft.com/office/drawing/2014/main" id="{876937D4-3318-4736-F518-663BFC7D71B5}"/>
                </a:ext>
              </a:extLst>
            </p:cNvPr>
            <p:cNvGrpSpPr/>
            <p:nvPr/>
          </p:nvGrpSpPr>
          <p:grpSpPr>
            <a:xfrm>
              <a:off x="7204415" y="1666487"/>
              <a:ext cx="1491434" cy="622717"/>
              <a:chOff x="6974238" y="1714898"/>
              <a:chExt cx="1491434" cy="971542"/>
            </a:xfrm>
          </p:grpSpPr>
          <p:sp>
            <p:nvSpPr>
              <p:cNvPr id="97" name="사각형: 둥근 모서리 96">
                <a:extLst>
                  <a:ext uri="{FF2B5EF4-FFF2-40B4-BE49-F238E27FC236}">
                    <a16:creationId xmlns:a16="http://schemas.microsoft.com/office/drawing/2014/main" id="{6068AD73-B026-6EA6-D51F-9D8940ECF0AD}"/>
                  </a:ext>
                </a:extLst>
              </p:cNvPr>
              <p:cNvSpPr/>
              <p:nvPr/>
            </p:nvSpPr>
            <p:spPr>
              <a:xfrm>
                <a:off x="6974238" y="1714898"/>
                <a:ext cx="1491434" cy="971542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660" name="TextBox 659">
                <a:extLst>
                  <a:ext uri="{FF2B5EF4-FFF2-40B4-BE49-F238E27FC236}">
                    <a16:creationId xmlns:a16="http://schemas.microsoft.com/office/drawing/2014/main" id="{514F5556-1D53-1216-0982-1405DE3EB944}"/>
                  </a:ext>
                </a:extLst>
              </p:cNvPr>
              <p:cNvSpPr txBox="1"/>
              <p:nvPr/>
            </p:nvSpPr>
            <p:spPr>
              <a:xfrm>
                <a:off x="6975064" y="1731168"/>
                <a:ext cx="7141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>
                    <a:latin typeface="+mj-lt"/>
                  </a:rPr>
                  <a:t>Stack 1</a:t>
                </a:r>
                <a:endParaRPr lang="ko-KR" altLang="en-US" sz="1200" b="1">
                  <a:latin typeface="+mj-lt"/>
                </a:endParaRPr>
              </a:p>
            </p:txBody>
          </p:sp>
        </p:grpSp>
        <p:sp>
          <p:nvSpPr>
            <p:cNvPr id="762" name="직사각형 761">
              <a:extLst>
                <a:ext uri="{FF2B5EF4-FFF2-40B4-BE49-F238E27FC236}">
                  <a16:creationId xmlns:a16="http://schemas.microsoft.com/office/drawing/2014/main" id="{658638DD-2C33-6AD9-199E-3831875C535E}"/>
                </a:ext>
              </a:extLst>
            </p:cNvPr>
            <p:cNvSpPr/>
            <p:nvPr/>
          </p:nvSpPr>
          <p:spPr>
            <a:xfrm>
              <a:off x="7998614" y="1998679"/>
              <a:ext cx="484612" cy="17773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763" name="TextBox 762">
              <a:extLst>
                <a:ext uri="{FF2B5EF4-FFF2-40B4-BE49-F238E27FC236}">
                  <a16:creationId xmlns:a16="http://schemas.microsoft.com/office/drawing/2014/main" id="{E11958C3-F06C-9DA3-C20C-57768B8F2906}"/>
                </a:ext>
              </a:extLst>
            </p:cNvPr>
            <p:cNvSpPr txBox="1"/>
            <p:nvPr/>
          </p:nvSpPr>
          <p:spPr>
            <a:xfrm>
              <a:off x="7169504" y="2002261"/>
              <a:ext cx="84991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Anode1 P 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[kPa]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679" name="직사각형 678">
            <a:extLst>
              <a:ext uri="{FF2B5EF4-FFF2-40B4-BE49-F238E27FC236}">
                <a16:creationId xmlns:a16="http://schemas.microsoft.com/office/drawing/2014/main" id="{EEE28ED9-7C77-21C0-D219-0079BD09FF1F}"/>
              </a:ext>
            </a:extLst>
          </p:cNvPr>
          <p:cNvSpPr/>
          <p:nvPr/>
        </p:nvSpPr>
        <p:spPr>
          <a:xfrm>
            <a:off x="6997038" y="4959581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grpSp>
        <p:nvGrpSpPr>
          <p:cNvPr id="786" name="그룹 785">
            <a:extLst>
              <a:ext uri="{FF2B5EF4-FFF2-40B4-BE49-F238E27FC236}">
                <a16:creationId xmlns:a16="http://schemas.microsoft.com/office/drawing/2014/main" id="{DC9FFBC2-E103-7C34-3B48-02355D695667}"/>
              </a:ext>
            </a:extLst>
          </p:cNvPr>
          <p:cNvGrpSpPr/>
          <p:nvPr/>
        </p:nvGrpSpPr>
        <p:grpSpPr>
          <a:xfrm>
            <a:off x="5110931" y="3776049"/>
            <a:ext cx="550703" cy="792704"/>
            <a:chOff x="5297529" y="3808591"/>
            <a:chExt cx="550703" cy="792704"/>
          </a:xfrm>
        </p:grpSpPr>
        <p:grpSp>
          <p:nvGrpSpPr>
            <p:cNvPr id="785" name="그룹 784">
              <a:extLst>
                <a:ext uri="{FF2B5EF4-FFF2-40B4-BE49-F238E27FC236}">
                  <a16:creationId xmlns:a16="http://schemas.microsoft.com/office/drawing/2014/main" id="{5217FAE5-C304-C80B-6466-FCA1C3664DF4}"/>
                </a:ext>
              </a:extLst>
            </p:cNvPr>
            <p:cNvGrpSpPr/>
            <p:nvPr/>
          </p:nvGrpSpPr>
          <p:grpSpPr>
            <a:xfrm>
              <a:off x="5316477" y="3808591"/>
              <a:ext cx="475986" cy="792704"/>
              <a:chOff x="5316477" y="3808591"/>
              <a:chExt cx="475986" cy="792704"/>
            </a:xfrm>
          </p:grpSpPr>
          <p:sp>
            <p:nvSpPr>
              <p:cNvPr id="776" name="직사각형 775">
                <a:extLst>
                  <a:ext uri="{FF2B5EF4-FFF2-40B4-BE49-F238E27FC236}">
                    <a16:creationId xmlns:a16="http://schemas.microsoft.com/office/drawing/2014/main" id="{F14EB2DD-F6BF-CC2D-EEF2-109E8CA0938C}"/>
                  </a:ext>
                </a:extLst>
              </p:cNvPr>
              <p:cNvSpPr/>
              <p:nvPr/>
            </p:nvSpPr>
            <p:spPr>
              <a:xfrm>
                <a:off x="5350226" y="3830300"/>
                <a:ext cx="441896" cy="7709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777" name="TextBox 776">
                <a:extLst>
                  <a:ext uri="{FF2B5EF4-FFF2-40B4-BE49-F238E27FC236}">
                    <a16:creationId xmlns:a16="http://schemas.microsoft.com/office/drawing/2014/main" id="{AFCEB3B3-2B62-824B-95CE-95BD312F8DB9}"/>
                  </a:ext>
                </a:extLst>
              </p:cNvPr>
              <p:cNvSpPr txBox="1"/>
              <p:nvPr/>
            </p:nvSpPr>
            <p:spPr>
              <a:xfrm>
                <a:off x="5392953" y="3808591"/>
                <a:ext cx="32573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RG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778" name="직사각형 777">
                <a:extLst>
                  <a:ext uri="{FF2B5EF4-FFF2-40B4-BE49-F238E27FC236}">
                    <a16:creationId xmlns:a16="http://schemas.microsoft.com/office/drawing/2014/main" id="{956E817F-A114-2BC6-2ED7-2F56CCA29AE4}"/>
                  </a:ext>
                </a:extLst>
              </p:cNvPr>
              <p:cNvSpPr/>
              <p:nvPr/>
            </p:nvSpPr>
            <p:spPr>
              <a:xfrm>
                <a:off x="5407024" y="4133309"/>
                <a:ext cx="304892" cy="12677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775" name="TextBox 774">
                <a:extLst>
                  <a:ext uri="{FF2B5EF4-FFF2-40B4-BE49-F238E27FC236}">
                    <a16:creationId xmlns:a16="http://schemas.microsoft.com/office/drawing/2014/main" id="{BB53321A-655C-6A34-833E-3A8A5BC2CA7E}"/>
                  </a:ext>
                </a:extLst>
              </p:cNvPr>
              <p:cNvSpPr txBox="1"/>
              <p:nvPr/>
            </p:nvSpPr>
            <p:spPr>
              <a:xfrm>
                <a:off x="5316477" y="3970547"/>
                <a:ext cx="47598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TC  [</a:t>
                </a:r>
                <a:r>
                  <a:rPr lang="ko-KR" altLang="en-US" sz="600" b="1">
                    <a:latin typeface="+mj-lt"/>
                  </a:rPr>
                  <a:t>℃</a:t>
                </a:r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1" name="직사각형 780">
                <a:extLst>
                  <a:ext uri="{FF2B5EF4-FFF2-40B4-BE49-F238E27FC236}">
                    <a16:creationId xmlns:a16="http://schemas.microsoft.com/office/drawing/2014/main" id="{F05D940F-1E72-4D72-9D35-CE33AC705D7A}"/>
                  </a:ext>
                </a:extLst>
              </p:cNvPr>
              <p:cNvSpPr/>
              <p:nvPr/>
            </p:nvSpPr>
            <p:spPr>
              <a:xfrm>
                <a:off x="5411594" y="4421310"/>
                <a:ext cx="304892" cy="1339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</p:grpSp>
        <p:sp>
          <p:nvSpPr>
            <p:cNvPr id="782" name="TextBox 781">
              <a:extLst>
                <a:ext uri="{FF2B5EF4-FFF2-40B4-BE49-F238E27FC236}">
                  <a16:creationId xmlns:a16="http://schemas.microsoft.com/office/drawing/2014/main" id="{7806EF1B-421E-196A-4DFA-A032BFB0DA2A}"/>
                </a:ext>
              </a:extLst>
            </p:cNvPr>
            <p:cNvSpPr txBox="1"/>
            <p:nvPr/>
          </p:nvSpPr>
          <p:spPr>
            <a:xfrm>
              <a:off x="5297529" y="4269507"/>
              <a:ext cx="55070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PT 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789" name="직사각형 788">
            <a:extLst>
              <a:ext uri="{FF2B5EF4-FFF2-40B4-BE49-F238E27FC236}">
                <a16:creationId xmlns:a16="http://schemas.microsoft.com/office/drawing/2014/main" id="{4E7BDCF5-1004-1A27-F3F6-FE5CD4CCAFA5}"/>
              </a:ext>
            </a:extLst>
          </p:cNvPr>
          <p:cNvSpPr/>
          <p:nvPr/>
        </p:nvSpPr>
        <p:spPr>
          <a:xfrm>
            <a:off x="8427191" y="4670790"/>
            <a:ext cx="448875" cy="16972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90" name="TextBox 789">
            <a:extLst>
              <a:ext uri="{FF2B5EF4-FFF2-40B4-BE49-F238E27FC236}">
                <a16:creationId xmlns:a16="http://schemas.microsoft.com/office/drawing/2014/main" id="{FC9FE5D7-7B09-016B-F1F2-A779028E2808}"/>
              </a:ext>
            </a:extLst>
          </p:cNvPr>
          <p:cNvSpPr txBox="1"/>
          <p:nvPr/>
        </p:nvSpPr>
        <p:spPr>
          <a:xfrm>
            <a:off x="8384985" y="4494135"/>
            <a:ext cx="5629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Ch T </a:t>
            </a:r>
            <a:r>
              <a:rPr lang="en-US" altLang="ko-KR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[</a:t>
            </a:r>
            <a:r>
              <a:rPr lang="ko-KR" altLang="en-US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℃</a:t>
            </a:r>
            <a:r>
              <a:rPr lang="en-US" altLang="ko-KR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07" name="직사각형 806">
            <a:extLst>
              <a:ext uri="{FF2B5EF4-FFF2-40B4-BE49-F238E27FC236}">
                <a16:creationId xmlns:a16="http://schemas.microsoft.com/office/drawing/2014/main" id="{BF3EAA64-F459-E339-2604-09A9E708D726}"/>
              </a:ext>
            </a:extLst>
          </p:cNvPr>
          <p:cNvSpPr/>
          <p:nvPr/>
        </p:nvSpPr>
        <p:spPr>
          <a:xfrm>
            <a:off x="8583534" y="6486921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811" name="TextBox 810">
            <a:extLst>
              <a:ext uri="{FF2B5EF4-FFF2-40B4-BE49-F238E27FC236}">
                <a16:creationId xmlns:a16="http://schemas.microsoft.com/office/drawing/2014/main" id="{4953B34F-0EF7-E5E7-5BA1-7A899CCDEE39}"/>
              </a:ext>
            </a:extLst>
          </p:cNvPr>
          <p:cNvSpPr txBox="1"/>
          <p:nvPr/>
        </p:nvSpPr>
        <p:spPr>
          <a:xfrm>
            <a:off x="6554912" y="5777591"/>
            <a:ext cx="632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Water IN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445B7053-58B0-2173-A5D9-8923955622FE}"/>
              </a:ext>
            </a:extLst>
          </p:cNvPr>
          <p:cNvGrpSpPr/>
          <p:nvPr/>
        </p:nvGrpSpPr>
        <p:grpSpPr>
          <a:xfrm>
            <a:off x="2661038" y="959445"/>
            <a:ext cx="1239999" cy="560250"/>
            <a:chOff x="4457672" y="1491034"/>
            <a:chExt cx="1148556" cy="560250"/>
          </a:xfrm>
        </p:grpSpPr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FB5BC663-2C88-C597-E0D7-169BE793B97D}"/>
                </a:ext>
              </a:extLst>
            </p:cNvPr>
            <p:cNvSpPr/>
            <p:nvPr/>
          </p:nvSpPr>
          <p:spPr>
            <a:xfrm>
              <a:off x="4476538" y="1491034"/>
              <a:ext cx="1122467" cy="5602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EC46213A-8080-EE8A-FD92-DF18982F0F49}"/>
                </a:ext>
              </a:extLst>
            </p:cNvPr>
            <p:cNvSpPr txBox="1"/>
            <p:nvPr/>
          </p:nvSpPr>
          <p:spPr>
            <a:xfrm>
              <a:off x="4457672" y="1491034"/>
              <a:ext cx="46652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>
                  <a:latin typeface="+mj-lt"/>
                </a:rPr>
                <a:t>P - Air</a:t>
              </a:r>
              <a:endParaRPr lang="ko-KR" altLang="en-US" sz="800" b="1">
                <a:latin typeface="+mj-lt"/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7C29CCB7-3CBE-7226-B657-27E79743F400}"/>
                </a:ext>
              </a:extLst>
            </p:cNvPr>
            <p:cNvSpPr/>
            <p:nvPr/>
          </p:nvSpPr>
          <p:spPr>
            <a:xfrm>
              <a:off x="4537210" y="1811838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53FE8FF2-E131-2C3F-DBC9-6BFA97BD5900}"/>
                </a:ext>
              </a:extLst>
            </p:cNvPr>
            <p:cNvSpPr txBox="1"/>
            <p:nvPr/>
          </p:nvSpPr>
          <p:spPr>
            <a:xfrm>
              <a:off x="4497068" y="1652252"/>
              <a:ext cx="56451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04655FD3-9A6D-A638-A3B9-BCD2B1C5DA2C}"/>
                </a:ext>
              </a:extLst>
            </p:cNvPr>
            <p:cNvSpPr/>
            <p:nvPr/>
          </p:nvSpPr>
          <p:spPr>
            <a:xfrm>
              <a:off x="5081653" y="1811838"/>
              <a:ext cx="448875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B5E1227-7EE1-B234-B7EB-735ADB13890B}"/>
                </a:ext>
              </a:extLst>
            </p:cNvPr>
            <p:cNvSpPr txBox="1"/>
            <p:nvPr/>
          </p:nvSpPr>
          <p:spPr>
            <a:xfrm>
              <a:off x="5046165" y="1652252"/>
              <a:ext cx="56006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50" name="그룹 849">
            <a:extLst>
              <a:ext uri="{FF2B5EF4-FFF2-40B4-BE49-F238E27FC236}">
                <a16:creationId xmlns:a16="http://schemas.microsoft.com/office/drawing/2014/main" id="{F8D6E1C5-0DDA-2C80-01DF-9E7E40633001}"/>
              </a:ext>
            </a:extLst>
          </p:cNvPr>
          <p:cNvGrpSpPr/>
          <p:nvPr/>
        </p:nvGrpSpPr>
        <p:grpSpPr>
          <a:xfrm>
            <a:off x="9048070" y="3374908"/>
            <a:ext cx="562975" cy="820841"/>
            <a:chOff x="5314019" y="3780455"/>
            <a:chExt cx="562975" cy="820841"/>
          </a:xfrm>
        </p:grpSpPr>
        <p:grpSp>
          <p:nvGrpSpPr>
            <p:cNvPr id="851" name="그룹 850">
              <a:extLst>
                <a:ext uri="{FF2B5EF4-FFF2-40B4-BE49-F238E27FC236}">
                  <a16:creationId xmlns:a16="http://schemas.microsoft.com/office/drawing/2014/main" id="{6BCC88A2-BCF2-5E83-D74D-F9DA25014FC7}"/>
                </a:ext>
              </a:extLst>
            </p:cNvPr>
            <p:cNvGrpSpPr/>
            <p:nvPr/>
          </p:nvGrpSpPr>
          <p:grpSpPr>
            <a:xfrm>
              <a:off x="5314019" y="3780455"/>
              <a:ext cx="562975" cy="820841"/>
              <a:chOff x="5314019" y="3780455"/>
              <a:chExt cx="562975" cy="820841"/>
            </a:xfrm>
          </p:grpSpPr>
          <p:sp>
            <p:nvSpPr>
              <p:cNvPr id="853" name="직사각형 852">
                <a:extLst>
                  <a:ext uri="{FF2B5EF4-FFF2-40B4-BE49-F238E27FC236}">
                    <a16:creationId xmlns:a16="http://schemas.microsoft.com/office/drawing/2014/main" id="{DF7DB956-33A2-08AD-7DAD-381975EAAD40}"/>
                  </a:ext>
                </a:extLst>
              </p:cNvPr>
              <p:cNvSpPr/>
              <p:nvPr/>
            </p:nvSpPr>
            <p:spPr>
              <a:xfrm>
                <a:off x="5350225" y="3790734"/>
                <a:ext cx="470267" cy="81056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854" name="TextBox 853">
                <a:extLst>
                  <a:ext uri="{FF2B5EF4-FFF2-40B4-BE49-F238E27FC236}">
                    <a16:creationId xmlns:a16="http://schemas.microsoft.com/office/drawing/2014/main" id="{BF86D0FC-8100-40F9-9E3D-69074F1435C7}"/>
                  </a:ext>
                </a:extLst>
              </p:cNvPr>
              <p:cNvSpPr txBox="1"/>
              <p:nvPr/>
            </p:nvSpPr>
            <p:spPr>
              <a:xfrm>
                <a:off x="5314019" y="3780455"/>
                <a:ext cx="56297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Exhaust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855" name="직사각형 854">
                <a:extLst>
                  <a:ext uri="{FF2B5EF4-FFF2-40B4-BE49-F238E27FC236}">
                    <a16:creationId xmlns:a16="http://schemas.microsoft.com/office/drawing/2014/main" id="{FD3D7814-50F0-B2E5-C4B1-6266FE2D90DF}"/>
                  </a:ext>
                </a:extLst>
              </p:cNvPr>
              <p:cNvSpPr/>
              <p:nvPr/>
            </p:nvSpPr>
            <p:spPr>
              <a:xfrm>
                <a:off x="5427568" y="4138194"/>
                <a:ext cx="304892" cy="12677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856" name="TextBox 855">
                <a:extLst>
                  <a:ext uri="{FF2B5EF4-FFF2-40B4-BE49-F238E27FC236}">
                    <a16:creationId xmlns:a16="http://schemas.microsoft.com/office/drawing/2014/main" id="{E70DE40A-D484-B902-E059-76CA42EE2B35}"/>
                  </a:ext>
                </a:extLst>
              </p:cNvPr>
              <p:cNvSpPr txBox="1"/>
              <p:nvPr/>
            </p:nvSpPr>
            <p:spPr>
              <a:xfrm>
                <a:off x="5337021" y="3975432"/>
                <a:ext cx="47598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TC [</a:t>
                </a:r>
                <a:r>
                  <a:rPr lang="ko-KR" altLang="en-US" sz="600" b="1">
                    <a:latin typeface="+mj-lt"/>
                  </a:rPr>
                  <a:t>℃</a:t>
                </a:r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7" name="직사각형 856">
                <a:extLst>
                  <a:ext uri="{FF2B5EF4-FFF2-40B4-BE49-F238E27FC236}">
                    <a16:creationId xmlns:a16="http://schemas.microsoft.com/office/drawing/2014/main" id="{C8604759-0128-059D-11E3-021BABF1C11E}"/>
                  </a:ext>
                </a:extLst>
              </p:cNvPr>
              <p:cNvSpPr/>
              <p:nvPr/>
            </p:nvSpPr>
            <p:spPr>
              <a:xfrm>
                <a:off x="5432138" y="4426195"/>
                <a:ext cx="304892" cy="1339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</p:grpSp>
        <p:sp>
          <p:nvSpPr>
            <p:cNvPr id="852" name="TextBox 851">
              <a:extLst>
                <a:ext uri="{FF2B5EF4-FFF2-40B4-BE49-F238E27FC236}">
                  <a16:creationId xmlns:a16="http://schemas.microsoft.com/office/drawing/2014/main" id="{82C9AA08-537B-3878-4735-06D1F2F967EA}"/>
                </a:ext>
              </a:extLst>
            </p:cNvPr>
            <p:cNvSpPr txBox="1"/>
            <p:nvPr/>
          </p:nvSpPr>
          <p:spPr>
            <a:xfrm>
              <a:off x="5318073" y="4274392"/>
              <a:ext cx="55070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PT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877" name="TextBox 876">
            <a:extLst>
              <a:ext uri="{FF2B5EF4-FFF2-40B4-BE49-F238E27FC236}">
                <a16:creationId xmlns:a16="http://schemas.microsoft.com/office/drawing/2014/main" id="{7E75DA20-6181-787F-929E-43F551A8F31B}"/>
              </a:ext>
            </a:extLst>
          </p:cNvPr>
          <p:cNvSpPr txBox="1"/>
          <p:nvPr/>
        </p:nvSpPr>
        <p:spPr>
          <a:xfrm>
            <a:off x="8223796" y="5388758"/>
            <a:ext cx="63049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878" name="TextBox 877">
            <a:extLst>
              <a:ext uri="{FF2B5EF4-FFF2-40B4-BE49-F238E27FC236}">
                <a16:creationId xmlns:a16="http://schemas.microsoft.com/office/drawing/2014/main" id="{A3801B3D-2144-1FA0-7840-344D9BB26577}"/>
              </a:ext>
            </a:extLst>
          </p:cNvPr>
          <p:cNvSpPr txBox="1"/>
          <p:nvPr/>
        </p:nvSpPr>
        <p:spPr>
          <a:xfrm>
            <a:off x="8219345" y="5755294"/>
            <a:ext cx="63049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Anode</a:t>
            </a:r>
          </a:p>
        </p:txBody>
      </p:sp>
      <p:sp>
        <p:nvSpPr>
          <p:cNvPr id="879" name="TextBox 878">
            <a:extLst>
              <a:ext uri="{FF2B5EF4-FFF2-40B4-BE49-F238E27FC236}">
                <a16:creationId xmlns:a16="http://schemas.microsoft.com/office/drawing/2014/main" id="{2FC2223A-AC2A-FC3B-B36D-7000DAB05DFD}"/>
              </a:ext>
            </a:extLst>
          </p:cNvPr>
          <p:cNvSpPr txBox="1"/>
          <p:nvPr/>
        </p:nvSpPr>
        <p:spPr>
          <a:xfrm>
            <a:off x="8229616" y="6119138"/>
            <a:ext cx="7189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Stack HEX</a:t>
            </a:r>
            <a:endParaRPr lang="en-US" altLang="ko-KR" sz="800" b="1" dirty="0">
              <a:latin typeface="+mj-lt"/>
              <a:ea typeface="굴림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9" name="직사각형 888">
            <a:extLst>
              <a:ext uri="{FF2B5EF4-FFF2-40B4-BE49-F238E27FC236}">
                <a16:creationId xmlns:a16="http://schemas.microsoft.com/office/drawing/2014/main" id="{5EDB105D-F8CE-442C-9597-965E46D60BCD}"/>
              </a:ext>
            </a:extLst>
          </p:cNvPr>
          <p:cNvSpPr/>
          <p:nvPr/>
        </p:nvSpPr>
        <p:spPr>
          <a:xfrm>
            <a:off x="8859397" y="5537778"/>
            <a:ext cx="448875" cy="16972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90" name="TextBox 889">
            <a:extLst>
              <a:ext uri="{FF2B5EF4-FFF2-40B4-BE49-F238E27FC236}">
                <a16:creationId xmlns:a16="http://schemas.microsoft.com/office/drawing/2014/main" id="{F604F62F-5234-A48D-4147-4DEBB29AFC1C}"/>
              </a:ext>
            </a:extLst>
          </p:cNvPr>
          <p:cNvSpPr txBox="1"/>
          <p:nvPr/>
        </p:nvSpPr>
        <p:spPr>
          <a:xfrm>
            <a:off x="8810902" y="5362165"/>
            <a:ext cx="57740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PV    [</a:t>
            </a:r>
            <a:r>
              <a:rPr lang="ko-KR" altLang="en-US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℃</a:t>
            </a:r>
            <a:r>
              <a:rPr lang="en-US" altLang="ko-KR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91" name="직사각형 890">
            <a:extLst>
              <a:ext uri="{FF2B5EF4-FFF2-40B4-BE49-F238E27FC236}">
                <a16:creationId xmlns:a16="http://schemas.microsoft.com/office/drawing/2014/main" id="{DA94ACBE-6DB8-13B3-E403-0F5F84156417}"/>
              </a:ext>
            </a:extLst>
          </p:cNvPr>
          <p:cNvSpPr/>
          <p:nvPr/>
        </p:nvSpPr>
        <p:spPr>
          <a:xfrm>
            <a:off x="9385761" y="5533047"/>
            <a:ext cx="448875" cy="169729"/>
          </a:xfrm>
          <a:prstGeom prst="rect">
            <a:avLst/>
          </a:prstGeom>
          <a:solidFill>
            <a:srgbClr val="FEDB43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92" name="TextBox 891">
            <a:extLst>
              <a:ext uri="{FF2B5EF4-FFF2-40B4-BE49-F238E27FC236}">
                <a16:creationId xmlns:a16="http://schemas.microsoft.com/office/drawing/2014/main" id="{E274070A-AF09-68E6-F484-470AA8CB55B1}"/>
              </a:ext>
            </a:extLst>
          </p:cNvPr>
          <p:cNvSpPr txBox="1"/>
          <p:nvPr/>
        </p:nvSpPr>
        <p:spPr>
          <a:xfrm>
            <a:off x="9365782" y="5373587"/>
            <a:ext cx="5164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SV    [</a:t>
            </a:r>
            <a:r>
              <a:rPr lang="ko-KR" altLang="en-US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℃</a:t>
            </a:r>
            <a:r>
              <a:rPr lang="en-US" altLang="ko-KR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6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95" name="직사각형 894">
            <a:extLst>
              <a:ext uri="{FF2B5EF4-FFF2-40B4-BE49-F238E27FC236}">
                <a16:creationId xmlns:a16="http://schemas.microsoft.com/office/drawing/2014/main" id="{C9AC6607-AA13-8A42-21FB-CEBBB828D374}"/>
              </a:ext>
            </a:extLst>
          </p:cNvPr>
          <p:cNvSpPr/>
          <p:nvPr/>
        </p:nvSpPr>
        <p:spPr>
          <a:xfrm>
            <a:off x="8872613" y="5885873"/>
            <a:ext cx="448875" cy="16972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96" name="TextBox 895">
            <a:extLst>
              <a:ext uri="{FF2B5EF4-FFF2-40B4-BE49-F238E27FC236}">
                <a16:creationId xmlns:a16="http://schemas.microsoft.com/office/drawing/2014/main" id="{CFAC8228-32FF-25F0-8DE9-4B6D771158A7}"/>
              </a:ext>
            </a:extLst>
          </p:cNvPr>
          <p:cNvSpPr txBox="1"/>
          <p:nvPr/>
        </p:nvSpPr>
        <p:spPr>
          <a:xfrm>
            <a:off x="8819356" y="5722133"/>
            <a:ext cx="57740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PV    [</a:t>
            </a:r>
            <a:r>
              <a:rPr lang="ko-KR" altLang="en-US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℃</a:t>
            </a:r>
            <a:r>
              <a:rPr lang="en-US" altLang="ko-KR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97" name="직사각형 896">
            <a:extLst>
              <a:ext uri="{FF2B5EF4-FFF2-40B4-BE49-F238E27FC236}">
                <a16:creationId xmlns:a16="http://schemas.microsoft.com/office/drawing/2014/main" id="{75C89489-E63A-AADC-CB35-55A4057B0443}"/>
              </a:ext>
            </a:extLst>
          </p:cNvPr>
          <p:cNvSpPr/>
          <p:nvPr/>
        </p:nvSpPr>
        <p:spPr>
          <a:xfrm>
            <a:off x="9399430" y="5885873"/>
            <a:ext cx="448875" cy="169729"/>
          </a:xfrm>
          <a:prstGeom prst="rect">
            <a:avLst/>
          </a:prstGeom>
          <a:solidFill>
            <a:srgbClr val="FEDB43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08" name="직사각형 907">
            <a:extLst>
              <a:ext uri="{FF2B5EF4-FFF2-40B4-BE49-F238E27FC236}">
                <a16:creationId xmlns:a16="http://schemas.microsoft.com/office/drawing/2014/main" id="{A867566D-1F87-FE4C-4359-0676A268D999}"/>
              </a:ext>
            </a:extLst>
          </p:cNvPr>
          <p:cNvSpPr/>
          <p:nvPr/>
        </p:nvSpPr>
        <p:spPr>
          <a:xfrm>
            <a:off x="8864826" y="6228580"/>
            <a:ext cx="448875" cy="16972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09" name="TextBox 908">
            <a:extLst>
              <a:ext uri="{FF2B5EF4-FFF2-40B4-BE49-F238E27FC236}">
                <a16:creationId xmlns:a16="http://schemas.microsoft.com/office/drawing/2014/main" id="{6210398F-5914-F15B-84B4-9DC24A39F645}"/>
              </a:ext>
            </a:extLst>
          </p:cNvPr>
          <p:cNvSpPr txBox="1"/>
          <p:nvPr/>
        </p:nvSpPr>
        <p:spPr>
          <a:xfrm>
            <a:off x="8810902" y="6063128"/>
            <a:ext cx="57740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PV    [</a:t>
            </a:r>
            <a:r>
              <a:rPr lang="ko-KR" altLang="en-US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℃</a:t>
            </a:r>
            <a:r>
              <a:rPr lang="en-US" altLang="ko-KR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910" name="직사각형 909">
            <a:extLst>
              <a:ext uri="{FF2B5EF4-FFF2-40B4-BE49-F238E27FC236}">
                <a16:creationId xmlns:a16="http://schemas.microsoft.com/office/drawing/2014/main" id="{7B84C3DC-CA8A-84C6-A41C-8F56485BD0B2}"/>
              </a:ext>
            </a:extLst>
          </p:cNvPr>
          <p:cNvSpPr/>
          <p:nvPr/>
        </p:nvSpPr>
        <p:spPr>
          <a:xfrm>
            <a:off x="9379737" y="6225708"/>
            <a:ext cx="448875" cy="169729"/>
          </a:xfrm>
          <a:prstGeom prst="rect">
            <a:avLst/>
          </a:prstGeom>
          <a:solidFill>
            <a:srgbClr val="FEDB43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11" name="TextBox 910">
            <a:extLst>
              <a:ext uri="{FF2B5EF4-FFF2-40B4-BE49-F238E27FC236}">
                <a16:creationId xmlns:a16="http://schemas.microsoft.com/office/drawing/2014/main" id="{6EBA3FD2-D6CA-0DF3-E6CF-EC0103BA4A34}"/>
              </a:ext>
            </a:extLst>
          </p:cNvPr>
          <p:cNvSpPr txBox="1"/>
          <p:nvPr/>
        </p:nvSpPr>
        <p:spPr>
          <a:xfrm>
            <a:off x="9353517" y="6071022"/>
            <a:ext cx="5164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SV    </a:t>
            </a:r>
            <a:r>
              <a:rPr lang="en-US" altLang="ko-KR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[</a:t>
            </a:r>
            <a:r>
              <a:rPr lang="ko-KR" altLang="en-US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℃</a:t>
            </a:r>
            <a:r>
              <a:rPr lang="en-US" altLang="ko-KR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600" b="1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513578D3-FB14-327E-24F3-6AAB2DD20238}"/>
              </a:ext>
            </a:extLst>
          </p:cNvPr>
          <p:cNvCxnSpPr>
            <a:cxnSpLocks/>
          </p:cNvCxnSpPr>
          <p:nvPr/>
        </p:nvCxnSpPr>
        <p:spPr>
          <a:xfrm>
            <a:off x="8265252" y="5270938"/>
            <a:ext cx="788776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23E9CBDA-D421-8D24-1083-FB6E2D496C61}"/>
              </a:ext>
            </a:extLst>
          </p:cNvPr>
          <p:cNvCxnSpPr>
            <a:cxnSpLocks/>
          </p:cNvCxnSpPr>
          <p:nvPr/>
        </p:nvCxnSpPr>
        <p:spPr>
          <a:xfrm>
            <a:off x="8265252" y="5274311"/>
            <a:ext cx="0" cy="12382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CCACF7A3-D46E-669C-CD9B-0C7C1F13F65A}"/>
              </a:ext>
            </a:extLst>
          </p:cNvPr>
          <p:cNvGrpSpPr/>
          <p:nvPr/>
        </p:nvGrpSpPr>
        <p:grpSpPr>
          <a:xfrm>
            <a:off x="5863121" y="3964652"/>
            <a:ext cx="485775" cy="580848"/>
            <a:chOff x="3367104" y="4514851"/>
            <a:chExt cx="485775" cy="580848"/>
          </a:xfrm>
        </p:grpSpPr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42237D2B-6D6B-0DF0-170A-1585AF571040}"/>
                </a:ext>
              </a:extLst>
            </p:cNvPr>
            <p:cNvGrpSpPr/>
            <p:nvPr/>
          </p:nvGrpSpPr>
          <p:grpSpPr>
            <a:xfrm>
              <a:off x="3367104" y="4514851"/>
              <a:ext cx="479618" cy="580848"/>
              <a:chOff x="1674555" y="3495419"/>
              <a:chExt cx="479618" cy="580848"/>
            </a:xfrm>
          </p:grpSpPr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DCAF4A72-2320-C2F7-1FC3-D6A1D13F0FE7}"/>
                  </a:ext>
                </a:extLst>
              </p:cNvPr>
              <p:cNvSpPr/>
              <p:nvPr/>
            </p:nvSpPr>
            <p:spPr>
              <a:xfrm>
                <a:off x="1718093" y="3495419"/>
                <a:ext cx="416422" cy="58084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07871468-00DC-09BA-C5CB-89F3D9AF05E3}"/>
                  </a:ext>
                </a:extLst>
              </p:cNvPr>
              <p:cNvSpPr txBox="1"/>
              <p:nvPr/>
            </p:nvSpPr>
            <p:spPr>
              <a:xfrm>
                <a:off x="1674555" y="3502662"/>
                <a:ext cx="47961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ST RG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2EF9E86E-A168-A7BF-50D6-64BC5D7344EF}"/>
                  </a:ext>
                </a:extLst>
              </p:cNvPr>
              <p:cNvSpPr/>
              <p:nvPr/>
            </p:nvSpPr>
            <p:spPr>
              <a:xfrm>
                <a:off x="1768205" y="3864583"/>
                <a:ext cx="304892" cy="1741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EF0F276B-962F-E660-0C1A-1E18284C5CE2}"/>
                </a:ext>
              </a:extLst>
            </p:cNvPr>
            <p:cNvSpPr txBox="1"/>
            <p:nvPr/>
          </p:nvSpPr>
          <p:spPr>
            <a:xfrm>
              <a:off x="3376893" y="4710046"/>
              <a:ext cx="47598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  [</a:t>
              </a:r>
              <a:r>
                <a:rPr lang="ko-KR" altLang="en-US" sz="600" b="1">
                  <a:latin typeface="+mj-lt"/>
                </a:rPr>
                <a:t>℃</a:t>
              </a:r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B849980F-95B4-A550-2086-C5E133F101F5}"/>
              </a:ext>
            </a:extLst>
          </p:cNvPr>
          <p:cNvCxnSpPr>
            <a:cxnSpLocks/>
          </p:cNvCxnSpPr>
          <p:nvPr/>
        </p:nvCxnSpPr>
        <p:spPr>
          <a:xfrm flipH="1">
            <a:off x="5472187" y="5748656"/>
            <a:ext cx="1651050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86C0E51E-1301-751E-3611-9CCB9B6B1E9A}"/>
              </a:ext>
            </a:extLst>
          </p:cNvPr>
          <p:cNvCxnSpPr>
            <a:cxnSpLocks/>
          </p:cNvCxnSpPr>
          <p:nvPr/>
        </p:nvCxnSpPr>
        <p:spPr>
          <a:xfrm flipH="1">
            <a:off x="5472187" y="5213986"/>
            <a:ext cx="1051828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1" name="직사각형 710">
            <a:extLst>
              <a:ext uri="{FF2B5EF4-FFF2-40B4-BE49-F238E27FC236}">
                <a16:creationId xmlns:a16="http://schemas.microsoft.com/office/drawing/2014/main" id="{3CE5EC1A-4497-83D1-2614-3C089C640371}"/>
              </a:ext>
            </a:extLst>
          </p:cNvPr>
          <p:cNvSpPr/>
          <p:nvPr/>
        </p:nvSpPr>
        <p:spPr>
          <a:xfrm>
            <a:off x="5955928" y="5143940"/>
            <a:ext cx="352233" cy="17884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26A9FF2B-A116-51C9-9BCF-01900CDAC862}"/>
              </a:ext>
            </a:extLst>
          </p:cNvPr>
          <p:cNvCxnSpPr/>
          <p:nvPr/>
        </p:nvCxnSpPr>
        <p:spPr>
          <a:xfrm flipH="1">
            <a:off x="5478251" y="5585631"/>
            <a:ext cx="1304176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7" name="직사각형 686">
            <a:extLst>
              <a:ext uri="{FF2B5EF4-FFF2-40B4-BE49-F238E27FC236}">
                <a16:creationId xmlns:a16="http://schemas.microsoft.com/office/drawing/2014/main" id="{93C4BC00-2FB1-1EA2-1497-FD4E4BB93387}"/>
              </a:ext>
            </a:extLst>
          </p:cNvPr>
          <p:cNvSpPr/>
          <p:nvPr/>
        </p:nvSpPr>
        <p:spPr>
          <a:xfrm>
            <a:off x="5955928" y="5484889"/>
            <a:ext cx="352233" cy="17884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183" name="직선 화살표 연결선 182">
            <a:extLst>
              <a:ext uri="{FF2B5EF4-FFF2-40B4-BE49-F238E27FC236}">
                <a16:creationId xmlns:a16="http://schemas.microsoft.com/office/drawing/2014/main" id="{A6959C65-E8DD-4B84-7978-E1154F4B6782}"/>
              </a:ext>
            </a:extLst>
          </p:cNvPr>
          <p:cNvCxnSpPr>
            <a:cxnSpLocks/>
          </p:cNvCxnSpPr>
          <p:nvPr/>
        </p:nvCxnSpPr>
        <p:spPr>
          <a:xfrm>
            <a:off x="6039267" y="2851902"/>
            <a:ext cx="1164859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A0CA5131-23BE-7FE9-98E0-5F02705D0C90}"/>
              </a:ext>
            </a:extLst>
          </p:cNvPr>
          <p:cNvCxnSpPr>
            <a:cxnSpLocks/>
          </p:cNvCxnSpPr>
          <p:nvPr/>
        </p:nvCxnSpPr>
        <p:spPr>
          <a:xfrm>
            <a:off x="6036517" y="2139362"/>
            <a:ext cx="1167609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TextBox 240">
            <a:extLst>
              <a:ext uri="{FF2B5EF4-FFF2-40B4-BE49-F238E27FC236}">
                <a16:creationId xmlns:a16="http://schemas.microsoft.com/office/drawing/2014/main" id="{932AD926-1337-BF33-0E99-16748393E104}"/>
              </a:ext>
            </a:extLst>
          </p:cNvPr>
          <p:cNvSpPr txBox="1"/>
          <p:nvPr/>
        </p:nvSpPr>
        <p:spPr>
          <a:xfrm>
            <a:off x="7815164" y="4137266"/>
            <a:ext cx="375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latin typeface="+mj-lt"/>
                <a:cs typeface="Times New Roman" panose="02020603050405020304" pitchFamily="18" charset="0"/>
              </a:rPr>
              <a:t>Ch</a:t>
            </a:r>
            <a:endParaRPr lang="ko-KR" altLang="en-US" sz="1200" b="1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43" name="직선 화살표 연결선 242">
            <a:extLst>
              <a:ext uri="{FF2B5EF4-FFF2-40B4-BE49-F238E27FC236}">
                <a16:creationId xmlns:a16="http://schemas.microsoft.com/office/drawing/2014/main" id="{9C48E422-8D22-9D5A-50E4-CB45971EE3D6}"/>
              </a:ext>
            </a:extLst>
          </p:cNvPr>
          <p:cNvCxnSpPr>
            <a:cxnSpLocks/>
          </p:cNvCxnSpPr>
          <p:nvPr/>
        </p:nvCxnSpPr>
        <p:spPr>
          <a:xfrm>
            <a:off x="6096000" y="2732416"/>
            <a:ext cx="111370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직선 화살표 연결선 261">
            <a:extLst>
              <a:ext uri="{FF2B5EF4-FFF2-40B4-BE49-F238E27FC236}">
                <a16:creationId xmlns:a16="http://schemas.microsoft.com/office/drawing/2014/main" id="{3268FDBA-48B0-DF33-6804-ED088EADE0A0}"/>
              </a:ext>
            </a:extLst>
          </p:cNvPr>
          <p:cNvCxnSpPr>
            <a:cxnSpLocks/>
          </p:cNvCxnSpPr>
          <p:nvPr/>
        </p:nvCxnSpPr>
        <p:spPr>
          <a:xfrm flipV="1">
            <a:off x="3598709" y="2369063"/>
            <a:ext cx="0" cy="262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직선 화살표 연결선 267">
            <a:extLst>
              <a:ext uri="{FF2B5EF4-FFF2-40B4-BE49-F238E27FC236}">
                <a16:creationId xmlns:a16="http://schemas.microsoft.com/office/drawing/2014/main" id="{2C5CDA4F-BCF8-D2E0-7DCE-AC2151483288}"/>
              </a:ext>
            </a:extLst>
          </p:cNvPr>
          <p:cNvCxnSpPr/>
          <p:nvPr/>
        </p:nvCxnSpPr>
        <p:spPr>
          <a:xfrm>
            <a:off x="801812" y="2649885"/>
            <a:ext cx="14382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E6957228-CC55-0837-3A3D-FCCCFB365437}"/>
              </a:ext>
            </a:extLst>
          </p:cNvPr>
          <p:cNvGrpSpPr/>
          <p:nvPr/>
        </p:nvGrpSpPr>
        <p:grpSpPr>
          <a:xfrm>
            <a:off x="172238" y="2050571"/>
            <a:ext cx="614300" cy="891103"/>
            <a:chOff x="541832" y="3224461"/>
            <a:chExt cx="614300" cy="891103"/>
          </a:xfrm>
        </p:grpSpPr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333BE334-18FD-B30E-1CAD-B5089460554F}"/>
                </a:ext>
              </a:extLst>
            </p:cNvPr>
            <p:cNvSpPr/>
            <p:nvPr/>
          </p:nvSpPr>
          <p:spPr>
            <a:xfrm>
              <a:off x="563992" y="3224461"/>
              <a:ext cx="592140" cy="8911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BF9B0053-1420-4B97-3C77-420EF48ED6C4}"/>
                </a:ext>
              </a:extLst>
            </p:cNvPr>
            <p:cNvSpPr txBox="1"/>
            <p:nvPr/>
          </p:nvSpPr>
          <p:spPr>
            <a:xfrm>
              <a:off x="541832" y="3262364"/>
              <a:ext cx="43954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>
                  <a:latin typeface="+mj-lt"/>
                </a:rPr>
                <a:t>NG P</a:t>
              </a:r>
              <a:endParaRPr lang="ko-KR" altLang="en-US" sz="800" b="1">
                <a:latin typeface="+mj-lt"/>
              </a:endParaRPr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AE555156-6ED8-A409-E39C-B24F66081635}"/>
                </a:ext>
              </a:extLst>
            </p:cNvPr>
            <p:cNvSpPr/>
            <p:nvPr/>
          </p:nvSpPr>
          <p:spPr>
            <a:xfrm>
              <a:off x="606752" y="3564281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FC6BBB1F-262D-02C2-B816-D283223BAB9C}"/>
                </a:ext>
              </a:extLst>
            </p:cNvPr>
            <p:cNvSpPr txBox="1"/>
            <p:nvPr/>
          </p:nvSpPr>
          <p:spPr>
            <a:xfrm>
              <a:off x="591467" y="3404695"/>
              <a:ext cx="5533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8CEF9DF9-958C-66C0-B169-73C164AA77D0}"/>
                </a:ext>
              </a:extLst>
            </p:cNvPr>
            <p:cNvSpPr/>
            <p:nvPr/>
          </p:nvSpPr>
          <p:spPr>
            <a:xfrm>
              <a:off x="606752" y="3878659"/>
              <a:ext cx="484612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9EC5B82A-21E6-DB42-128F-DD7875D8CD56}"/>
                </a:ext>
              </a:extLst>
            </p:cNvPr>
            <p:cNvSpPr txBox="1"/>
            <p:nvPr/>
          </p:nvSpPr>
          <p:spPr>
            <a:xfrm>
              <a:off x="596492" y="3719073"/>
              <a:ext cx="54854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F41F7CC1-9599-5698-E74F-6FCA60FE495C}"/>
              </a:ext>
            </a:extLst>
          </p:cNvPr>
          <p:cNvCxnSpPr>
            <a:cxnSpLocks/>
          </p:cNvCxnSpPr>
          <p:nvPr/>
        </p:nvCxnSpPr>
        <p:spPr>
          <a:xfrm flipV="1">
            <a:off x="288257" y="3536657"/>
            <a:ext cx="1951830" cy="81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직선 화살표 연결선 274">
            <a:extLst>
              <a:ext uri="{FF2B5EF4-FFF2-40B4-BE49-F238E27FC236}">
                <a16:creationId xmlns:a16="http://schemas.microsoft.com/office/drawing/2014/main" id="{E99E6343-F0E1-1B2D-6E45-E963DCF83986}"/>
              </a:ext>
            </a:extLst>
          </p:cNvPr>
          <p:cNvCxnSpPr/>
          <p:nvPr/>
        </p:nvCxnSpPr>
        <p:spPr>
          <a:xfrm flipV="1">
            <a:off x="1032546" y="3548976"/>
            <a:ext cx="0" cy="77400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직선 화살표 연결선 282">
            <a:extLst>
              <a:ext uri="{FF2B5EF4-FFF2-40B4-BE49-F238E27FC236}">
                <a16:creationId xmlns:a16="http://schemas.microsoft.com/office/drawing/2014/main" id="{EA57DE48-CED2-0FF3-6811-1C69761679A5}"/>
              </a:ext>
            </a:extLst>
          </p:cNvPr>
          <p:cNvCxnSpPr>
            <a:cxnSpLocks/>
          </p:cNvCxnSpPr>
          <p:nvPr/>
        </p:nvCxnSpPr>
        <p:spPr>
          <a:xfrm>
            <a:off x="4463945" y="1305329"/>
            <a:ext cx="0" cy="213940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직선 화살표 연결선 293">
            <a:extLst>
              <a:ext uri="{FF2B5EF4-FFF2-40B4-BE49-F238E27FC236}">
                <a16:creationId xmlns:a16="http://schemas.microsoft.com/office/drawing/2014/main" id="{164C5ED0-2142-3C4C-B1DF-AEC7221677BE}"/>
              </a:ext>
            </a:extLst>
          </p:cNvPr>
          <p:cNvCxnSpPr/>
          <p:nvPr/>
        </p:nvCxnSpPr>
        <p:spPr>
          <a:xfrm>
            <a:off x="6554912" y="1948547"/>
            <a:ext cx="640080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직선 화살표 연결선 296">
            <a:extLst>
              <a:ext uri="{FF2B5EF4-FFF2-40B4-BE49-F238E27FC236}">
                <a16:creationId xmlns:a16="http://schemas.microsoft.com/office/drawing/2014/main" id="{9D7359A6-CC08-9F25-A888-1130FBA816BF}"/>
              </a:ext>
            </a:extLst>
          </p:cNvPr>
          <p:cNvCxnSpPr>
            <a:cxnSpLocks/>
          </p:cNvCxnSpPr>
          <p:nvPr/>
        </p:nvCxnSpPr>
        <p:spPr>
          <a:xfrm>
            <a:off x="8876395" y="2033564"/>
            <a:ext cx="4613" cy="210100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EA5B6DCB-5FBE-4463-7A20-0DC08ACECF79}"/>
              </a:ext>
            </a:extLst>
          </p:cNvPr>
          <p:cNvSpPr txBox="1"/>
          <p:nvPr/>
        </p:nvSpPr>
        <p:spPr>
          <a:xfrm>
            <a:off x="8023327" y="3535951"/>
            <a:ext cx="95430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ST OUT Air  [</a:t>
            </a:r>
            <a:r>
              <a:rPr lang="ko-KR" altLang="en-US" sz="700" b="1">
                <a:latin typeface="+mj-lt"/>
              </a:rPr>
              <a:t>℃</a:t>
            </a:r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56" name="직사각형 455">
            <a:extLst>
              <a:ext uri="{FF2B5EF4-FFF2-40B4-BE49-F238E27FC236}">
                <a16:creationId xmlns:a16="http://schemas.microsoft.com/office/drawing/2014/main" id="{14C2DAF2-B6AB-A964-6705-446B92DC3227}"/>
              </a:ext>
            </a:extLst>
          </p:cNvPr>
          <p:cNvSpPr/>
          <p:nvPr/>
        </p:nvSpPr>
        <p:spPr>
          <a:xfrm>
            <a:off x="8597992" y="3719496"/>
            <a:ext cx="352233" cy="1673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299" name="직선 화살표 연결선 298">
            <a:extLst>
              <a:ext uri="{FF2B5EF4-FFF2-40B4-BE49-F238E27FC236}">
                <a16:creationId xmlns:a16="http://schemas.microsoft.com/office/drawing/2014/main" id="{BC2DA9C9-E637-650C-6806-806746BEA923}"/>
              </a:ext>
            </a:extLst>
          </p:cNvPr>
          <p:cNvCxnSpPr>
            <a:cxnSpLocks/>
          </p:cNvCxnSpPr>
          <p:nvPr/>
        </p:nvCxnSpPr>
        <p:spPr>
          <a:xfrm flipV="1">
            <a:off x="3330246" y="4400495"/>
            <a:ext cx="0" cy="317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직선 화살표 연결선 302">
            <a:extLst>
              <a:ext uri="{FF2B5EF4-FFF2-40B4-BE49-F238E27FC236}">
                <a16:creationId xmlns:a16="http://schemas.microsoft.com/office/drawing/2014/main" id="{4A564203-0F00-4C35-ACFD-6031F9E4E1A3}"/>
              </a:ext>
            </a:extLst>
          </p:cNvPr>
          <p:cNvCxnSpPr/>
          <p:nvPr/>
        </p:nvCxnSpPr>
        <p:spPr>
          <a:xfrm>
            <a:off x="7722797" y="4578020"/>
            <a:ext cx="14021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D0682AE5-9713-6038-954A-4FF9D8001882}"/>
              </a:ext>
            </a:extLst>
          </p:cNvPr>
          <p:cNvCxnSpPr>
            <a:cxnSpLocks/>
          </p:cNvCxnSpPr>
          <p:nvPr/>
        </p:nvCxnSpPr>
        <p:spPr>
          <a:xfrm flipV="1">
            <a:off x="2391957" y="4372755"/>
            <a:ext cx="12715" cy="1025381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직선 화살표 연결선 400">
            <a:extLst>
              <a:ext uri="{FF2B5EF4-FFF2-40B4-BE49-F238E27FC236}">
                <a16:creationId xmlns:a16="http://schemas.microsoft.com/office/drawing/2014/main" id="{2B6DC5DA-D0C6-6B46-5074-E82CF5189DC1}"/>
              </a:ext>
            </a:extLst>
          </p:cNvPr>
          <p:cNvCxnSpPr>
            <a:cxnSpLocks/>
          </p:cNvCxnSpPr>
          <p:nvPr/>
        </p:nvCxnSpPr>
        <p:spPr>
          <a:xfrm>
            <a:off x="7015287" y="6078460"/>
            <a:ext cx="261870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직선 화살표 연결선 403">
            <a:extLst>
              <a:ext uri="{FF2B5EF4-FFF2-40B4-BE49-F238E27FC236}">
                <a16:creationId xmlns:a16="http://schemas.microsoft.com/office/drawing/2014/main" id="{A40FB9A2-B570-CD84-F52E-DABE2715AFDF}"/>
              </a:ext>
            </a:extLst>
          </p:cNvPr>
          <p:cNvCxnSpPr>
            <a:cxnSpLocks/>
          </p:cNvCxnSpPr>
          <p:nvPr/>
        </p:nvCxnSpPr>
        <p:spPr>
          <a:xfrm>
            <a:off x="8317335" y="6633550"/>
            <a:ext cx="267407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직선 화살표 연결선 418">
            <a:extLst>
              <a:ext uri="{FF2B5EF4-FFF2-40B4-BE49-F238E27FC236}">
                <a16:creationId xmlns:a16="http://schemas.microsoft.com/office/drawing/2014/main" id="{7B2DA64E-A0BE-F299-BB17-9B4DAE941299}"/>
              </a:ext>
            </a:extLst>
          </p:cNvPr>
          <p:cNvCxnSpPr>
            <a:cxnSpLocks/>
          </p:cNvCxnSpPr>
          <p:nvPr/>
        </p:nvCxnSpPr>
        <p:spPr>
          <a:xfrm>
            <a:off x="8299045" y="5610334"/>
            <a:ext cx="556155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직선 화살표 연결선 422">
            <a:extLst>
              <a:ext uri="{FF2B5EF4-FFF2-40B4-BE49-F238E27FC236}">
                <a16:creationId xmlns:a16="http://schemas.microsoft.com/office/drawing/2014/main" id="{AFC5BAAF-9451-EB1A-6E24-B26CEEFC8CBB}"/>
              </a:ext>
            </a:extLst>
          </p:cNvPr>
          <p:cNvCxnSpPr>
            <a:cxnSpLocks/>
          </p:cNvCxnSpPr>
          <p:nvPr/>
        </p:nvCxnSpPr>
        <p:spPr>
          <a:xfrm>
            <a:off x="8308811" y="5970738"/>
            <a:ext cx="559605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직선 화살표 연결선 423">
            <a:extLst>
              <a:ext uri="{FF2B5EF4-FFF2-40B4-BE49-F238E27FC236}">
                <a16:creationId xmlns:a16="http://schemas.microsoft.com/office/drawing/2014/main" id="{E2C11939-3BC8-4BCE-EE75-CF8AA4EA9F5C}"/>
              </a:ext>
            </a:extLst>
          </p:cNvPr>
          <p:cNvCxnSpPr>
            <a:cxnSpLocks/>
          </p:cNvCxnSpPr>
          <p:nvPr/>
        </p:nvCxnSpPr>
        <p:spPr>
          <a:xfrm>
            <a:off x="8276816" y="6330093"/>
            <a:ext cx="586557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1" name="그룹 470">
            <a:extLst>
              <a:ext uri="{FF2B5EF4-FFF2-40B4-BE49-F238E27FC236}">
                <a16:creationId xmlns:a16="http://schemas.microsoft.com/office/drawing/2014/main" id="{79E35273-9D10-85B1-6C78-B4AD05A3418F}"/>
              </a:ext>
            </a:extLst>
          </p:cNvPr>
          <p:cNvGrpSpPr/>
          <p:nvPr/>
        </p:nvGrpSpPr>
        <p:grpSpPr>
          <a:xfrm>
            <a:off x="1648265" y="3279962"/>
            <a:ext cx="475986" cy="563320"/>
            <a:chOff x="1665298" y="3323215"/>
            <a:chExt cx="475986" cy="563320"/>
          </a:xfrm>
        </p:grpSpPr>
        <p:grpSp>
          <p:nvGrpSpPr>
            <p:cNvPr id="540" name="그룹 539">
              <a:extLst>
                <a:ext uri="{FF2B5EF4-FFF2-40B4-BE49-F238E27FC236}">
                  <a16:creationId xmlns:a16="http://schemas.microsoft.com/office/drawing/2014/main" id="{98DD2BFA-B87B-EF3B-813C-8FE83E600B2B}"/>
                </a:ext>
              </a:extLst>
            </p:cNvPr>
            <p:cNvGrpSpPr/>
            <p:nvPr/>
          </p:nvGrpSpPr>
          <p:grpSpPr>
            <a:xfrm>
              <a:off x="1681815" y="3323215"/>
              <a:ext cx="416422" cy="563320"/>
              <a:chOff x="1718093" y="3546574"/>
              <a:chExt cx="416422" cy="563320"/>
            </a:xfrm>
          </p:grpSpPr>
          <p:sp>
            <p:nvSpPr>
              <p:cNvPr id="233" name="직사각형 232">
                <a:extLst>
                  <a:ext uri="{FF2B5EF4-FFF2-40B4-BE49-F238E27FC236}">
                    <a16:creationId xmlns:a16="http://schemas.microsoft.com/office/drawing/2014/main" id="{D8C56ADC-75EC-00A9-A4CF-620248D85FDA}"/>
                  </a:ext>
                </a:extLst>
              </p:cNvPr>
              <p:cNvSpPr/>
              <p:nvPr/>
            </p:nvSpPr>
            <p:spPr>
              <a:xfrm>
                <a:off x="1718093" y="3546574"/>
                <a:ext cx="416422" cy="5633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C6A05BF1-D797-FEA1-0060-8557B3B9D79E}"/>
                  </a:ext>
                </a:extLst>
              </p:cNvPr>
              <p:cNvSpPr txBox="1"/>
              <p:nvPr/>
            </p:nvSpPr>
            <p:spPr>
              <a:xfrm>
                <a:off x="1771884" y="3552724"/>
                <a:ext cx="30489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BF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237" name="직사각형 236">
                <a:extLst>
                  <a:ext uri="{FF2B5EF4-FFF2-40B4-BE49-F238E27FC236}">
                    <a16:creationId xmlns:a16="http://schemas.microsoft.com/office/drawing/2014/main" id="{7B932FA5-D9EF-86A6-A20D-B7F082B55D9D}"/>
                  </a:ext>
                </a:extLst>
              </p:cNvPr>
              <p:cNvSpPr/>
              <p:nvPr/>
            </p:nvSpPr>
            <p:spPr>
              <a:xfrm>
                <a:off x="1768205" y="3864583"/>
                <a:ext cx="304892" cy="1741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</p:grp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462CF0F1-2B84-BCB1-2D84-C0F6A8B487E8}"/>
                </a:ext>
              </a:extLst>
            </p:cNvPr>
            <p:cNvSpPr txBox="1"/>
            <p:nvPr/>
          </p:nvSpPr>
          <p:spPr>
            <a:xfrm>
              <a:off x="1665298" y="3498287"/>
              <a:ext cx="47598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  [</a:t>
              </a:r>
              <a:r>
                <a:rPr lang="ko-KR" altLang="en-US" sz="600" b="1">
                  <a:latin typeface="+mj-lt"/>
                </a:rPr>
                <a:t>℃</a:t>
              </a:r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C188197F-9B78-8077-0EE0-E27D13DD23C1}"/>
              </a:ext>
            </a:extLst>
          </p:cNvPr>
          <p:cNvCxnSpPr>
            <a:cxnSpLocks/>
            <a:stCxn id="592" idx="2"/>
          </p:cNvCxnSpPr>
          <p:nvPr/>
        </p:nvCxnSpPr>
        <p:spPr>
          <a:xfrm>
            <a:off x="7751551" y="1500824"/>
            <a:ext cx="0" cy="1729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0" name="직사각형 809">
            <a:extLst>
              <a:ext uri="{FF2B5EF4-FFF2-40B4-BE49-F238E27FC236}">
                <a16:creationId xmlns:a16="http://schemas.microsoft.com/office/drawing/2014/main" id="{5E63DC1D-3E56-42AE-56CB-D168E68F8D74}"/>
              </a:ext>
            </a:extLst>
          </p:cNvPr>
          <p:cNvSpPr/>
          <p:nvPr/>
        </p:nvSpPr>
        <p:spPr>
          <a:xfrm>
            <a:off x="6751908" y="5980077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AE07EBB3-42DD-B08C-E24A-2D6D8786CDCB}"/>
              </a:ext>
            </a:extLst>
          </p:cNvPr>
          <p:cNvCxnSpPr>
            <a:cxnSpLocks/>
          </p:cNvCxnSpPr>
          <p:nvPr/>
        </p:nvCxnSpPr>
        <p:spPr>
          <a:xfrm>
            <a:off x="6643688" y="6437384"/>
            <a:ext cx="629575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77A9CCF8-FEFC-2CA2-1EC9-C1D68C0E588D}"/>
              </a:ext>
            </a:extLst>
          </p:cNvPr>
          <p:cNvCxnSpPr>
            <a:cxnSpLocks/>
          </p:cNvCxnSpPr>
          <p:nvPr/>
        </p:nvCxnSpPr>
        <p:spPr>
          <a:xfrm flipH="1">
            <a:off x="6635122" y="6577822"/>
            <a:ext cx="723832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356C0617-4E38-6729-BD32-726E197E9510}"/>
              </a:ext>
            </a:extLst>
          </p:cNvPr>
          <p:cNvSpPr/>
          <p:nvPr/>
        </p:nvSpPr>
        <p:spPr>
          <a:xfrm>
            <a:off x="1049459" y="1267229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id="{B4807903-FC22-07D2-528E-313DCC1C0BA1}"/>
              </a:ext>
            </a:extLst>
          </p:cNvPr>
          <p:cNvCxnSpPr>
            <a:cxnSpLocks/>
            <a:endCxn id="427" idx="0"/>
          </p:cNvCxnSpPr>
          <p:nvPr/>
        </p:nvCxnSpPr>
        <p:spPr>
          <a:xfrm>
            <a:off x="3819587" y="3134096"/>
            <a:ext cx="0" cy="33996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5707C5B2-BFAA-6DD6-2475-1F6E84B15367}"/>
              </a:ext>
            </a:extLst>
          </p:cNvPr>
          <p:cNvSpPr/>
          <p:nvPr/>
        </p:nvSpPr>
        <p:spPr>
          <a:xfrm>
            <a:off x="7441246" y="4454975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5F55B424-9CCE-121A-8313-59CA5A951A56}"/>
              </a:ext>
            </a:extLst>
          </p:cNvPr>
          <p:cNvCxnSpPr>
            <a:cxnSpLocks/>
          </p:cNvCxnSpPr>
          <p:nvPr/>
        </p:nvCxnSpPr>
        <p:spPr>
          <a:xfrm flipV="1">
            <a:off x="7569023" y="4242503"/>
            <a:ext cx="0" cy="2033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E316B70E-CF44-BDCA-4E2A-623EBFA1B4C6}"/>
              </a:ext>
            </a:extLst>
          </p:cNvPr>
          <p:cNvCxnSpPr>
            <a:cxnSpLocks/>
          </p:cNvCxnSpPr>
          <p:nvPr/>
        </p:nvCxnSpPr>
        <p:spPr>
          <a:xfrm flipH="1">
            <a:off x="3454056" y="6182996"/>
            <a:ext cx="692522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99466276-A6B1-1B1C-30AD-D637D0986613}"/>
              </a:ext>
            </a:extLst>
          </p:cNvPr>
          <p:cNvCxnSpPr>
            <a:cxnSpLocks/>
          </p:cNvCxnSpPr>
          <p:nvPr/>
        </p:nvCxnSpPr>
        <p:spPr>
          <a:xfrm>
            <a:off x="4151060" y="5982986"/>
            <a:ext cx="0" cy="204454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7" name="그룹 546">
            <a:extLst>
              <a:ext uri="{FF2B5EF4-FFF2-40B4-BE49-F238E27FC236}">
                <a16:creationId xmlns:a16="http://schemas.microsoft.com/office/drawing/2014/main" id="{C46E0609-7211-D9E3-3E33-EEE1A128ACD4}"/>
              </a:ext>
            </a:extLst>
          </p:cNvPr>
          <p:cNvGrpSpPr/>
          <p:nvPr/>
        </p:nvGrpSpPr>
        <p:grpSpPr>
          <a:xfrm>
            <a:off x="4004036" y="4969214"/>
            <a:ext cx="1539166" cy="1010703"/>
            <a:chOff x="4026880" y="4870731"/>
            <a:chExt cx="1539166" cy="1010703"/>
          </a:xfrm>
        </p:grpSpPr>
        <p:sp>
          <p:nvSpPr>
            <p:cNvPr id="266" name="직사각형 265">
              <a:extLst>
                <a:ext uri="{FF2B5EF4-FFF2-40B4-BE49-F238E27FC236}">
                  <a16:creationId xmlns:a16="http://schemas.microsoft.com/office/drawing/2014/main" id="{26947971-5E76-CF5C-FB47-B226C5B95393}"/>
                </a:ext>
              </a:extLst>
            </p:cNvPr>
            <p:cNvSpPr/>
            <p:nvPr/>
          </p:nvSpPr>
          <p:spPr>
            <a:xfrm>
              <a:off x="4026880" y="4870731"/>
              <a:ext cx="1469045" cy="1010703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FDFA5601-0028-C58E-288D-02AE016FDB07}"/>
                </a:ext>
              </a:extLst>
            </p:cNvPr>
            <p:cNvSpPr txBox="1"/>
            <p:nvPr/>
          </p:nvSpPr>
          <p:spPr>
            <a:xfrm>
              <a:off x="4034571" y="4923900"/>
              <a:ext cx="7392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b="1">
                  <a:latin typeface="+mj-lt"/>
                  <a:cs typeface="Times New Roman" panose="02020603050405020304" pitchFamily="18" charset="0"/>
                </a:rPr>
                <a:t>DI Tank</a:t>
              </a:r>
              <a:endParaRPr lang="ko-KR" altLang="en-US" sz="12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70" name="직사각형 269">
              <a:extLst>
                <a:ext uri="{FF2B5EF4-FFF2-40B4-BE49-F238E27FC236}">
                  <a16:creationId xmlns:a16="http://schemas.microsoft.com/office/drawing/2014/main" id="{9D744199-91B5-AEEF-954A-85DC094D79C9}"/>
                </a:ext>
              </a:extLst>
            </p:cNvPr>
            <p:cNvSpPr/>
            <p:nvPr/>
          </p:nvSpPr>
          <p:spPr>
            <a:xfrm>
              <a:off x="4856574" y="5085015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68CE049C-2CAE-25B1-EB99-BBC35D833C12}"/>
                </a:ext>
              </a:extLst>
            </p:cNvPr>
            <p:cNvSpPr txBox="1"/>
            <p:nvPr/>
          </p:nvSpPr>
          <p:spPr>
            <a:xfrm>
              <a:off x="4664837" y="4908360"/>
              <a:ext cx="90120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Tank </a:t>
              </a:r>
              <a:r>
                <a:rPr lang="en-US" altLang="ko-KR" sz="7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Temp. 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</a:t>
              </a:r>
              <a:r>
                <a:rPr lang="ko-KR" altLang="en-US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77" name="직사각형 276">
              <a:extLst>
                <a:ext uri="{FF2B5EF4-FFF2-40B4-BE49-F238E27FC236}">
                  <a16:creationId xmlns:a16="http://schemas.microsoft.com/office/drawing/2014/main" id="{4259835D-D2F5-E700-9653-C81F35265453}"/>
                </a:ext>
              </a:extLst>
            </p:cNvPr>
            <p:cNvSpPr/>
            <p:nvPr/>
          </p:nvSpPr>
          <p:spPr>
            <a:xfrm>
              <a:off x="4141495" y="5607946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  <a:latin typeface="+mj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8" name="TextBox 277">
                  <a:extLst>
                    <a:ext uri="{FF2B5EF4-FFF2-40B4-BE49-F238E27FC236}">
                      <a16:creationId xmlns:a16="http://schemas.microsoft.com/office/drawing/2014/main" id="{5CABDAE8-63A6-63A8-B3C6-27705FB2BE51}"/>
                    </a:ext>
                  </a:extLst>
                </p:cNvPr>
                <p:cNvSpPr txBox="1"/>
                <p:nvPr/>
              </p:nvSpPr>
              <p:spPr>
                <a:xfrm>
                  <a:off x="4063755" y="5425381"/>
                  <a:ext cx="691728" cy="2024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7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PV [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700" b="1" i="1" smtClean="0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ko-KR" altLang="en-US" sz="700" b="1" i="1" smtClean="0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𝝁</m:t>
                          </m:r>
                          <m:r>
                            <m:rPr>
                              <m:sty m:val="p"/>
                            </m:rPr>
                            <a:rPr lang="en-US" altLang="ko-KR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s</m:t>
                          </m:r>
                          <m:r>
                            <a:rPr lang="en-US" altLang="ko-KR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US" altLang="ko-KR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cm</m:t>
                          </m:r>
                        </m:e>
                        <m:sup>
                          <m:r>
                            <a:rPr lang="en-US" altLang="ko-KR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altLang="ko-KR" sz="7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]</a:t>
                  </a:r>
                  <a:endParaRPr lang="ko-KR" altLang="en-US" sz="7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8" name="TextBox 277">
                  <a:extLst>
                    <a:ext uri="{FF2B5EF4-FFF2-40B4-BE49-F238E27FC236}">
                      <a16:creationId xmlns:a16="http://schemas.microsoft.com/office/drawing/2014/main" id="{5CABDAE8-63A6-63A8-B3C6-27705FB2BE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3755" y="5425381"/>
                  <a:ext cx="691728" cy="202491"/>
                </a:xfrm>
                <a:prstGeom prst="rect">
                  <a:avLst/>
                </a:prstGeom>
                <a:blipFill>
                  <a:blip r:embed="rId5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9" name="직사각형 278">
              <a:extLst>
                <a:ext uri="{FF2B5EF4-FFF2-40B4-BE49-F238E27FC236}">
                  <a16:creationId xmlns:a16="http://schemas.microsoft.com/office/drawing/2014/main" id="{60802D34-93E4-7CB7-C26C-6BD0833F77EE}"/>
                </a:ext>
              </a:extLst>
            </p:cNvPr>
            <p:cNvSpPr/>
            <p:nvPr/>
          </p:nvSpPr>
          <p:spPr>
            <a:xfrm>
              <a:off x="4788391" y="5607946"/>
              <a:ext cx="448875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  <a:latin typeface="+mj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0" name="TextBox 279">
                  <a:extLst>
                    <a:ext uri="{FF2B5EF4-FFF2-40B4-BE49-F238E27FC236}">
                      <a16:creationId xmlns:a16="http://schemas.microsoft.com/office/drawing/2014/main" id="{6FFA6829-DB7A-9435-D0F2-13766BB0D3D8}"/>
                    </a:ext>
                  </a:extLst>
                </p:cNvPr>
                <p:cNvSpPr txBox="1"/>
                <p:nvPr/>
              </p:nvSpPr>
              <p:spPr>
                <a:xfrm>
                  <a:off x="4683186" y="5425990"/>
                  <a:ext cx="720583" cy="2024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700" b="1" dirty="0">
                      <a:latin typeface="+mj-lt"/>
                      <a:cs typeface="Times New Roman" panose="02020603050405020304" pitchFamily="18" charset="0"/>
                    </a:rPr>
                    <a:t>SV </a:t>
                  </a:r>
                  <a:r>
                    <a:rPr lang="en-US" altLang="ko-KR" sz="7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 [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ko-KR" altLang="en-US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𝝁</m:t>
                          </m:r>
                          <m:r>
                            <m:rPr>
                              <m:sty m:val="p"/>
                            </m:rPr>
                            <a:rPr lang="en-US" altLang="ko-KR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s</m:t>
                          </m:r>
                          <m:r>
                            <a:rPr lang="en-US" altLang="ko-KR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US" altLang="ko-KR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cm</m:t>
                          </m:r>
                        </m:e>
                        <m:sup>
                          <m:r>
                            <a:rPr lang="en-US" altLang="ko-KR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altLang="ko-KR" sz="7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]</a:t>
                  </a:r>
                  <a:endParaRPr lang="ko-KR" altLang="en-US" sz="7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0" name="TextBox 279">
                  <a:extLst>
                    <a:ext uri="{FF2B5EF4-FFF2-40B4-BE49-F238E27FC236}">
                      <a16:creationId xmlns:a16="http://schemas.microsoft.com/office/drawing/2014/main" id="{6FFA6829-DB7A-9435-D0F2-13766BB0D3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3186" y="5425990"/>
                  <a:ext cx="720583" cy="202491"/>
                </a:xfrm>
                <a:prstGeom prst="rect">
                  <a:avLst/>
                </a:prstGeom>
                <a:blipFill>
                  <a:blip r:embed="rId6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9C1097A8-DD83-9E36-5191-61A0A73CD9CF}"/>
                </a:ext>
              </a:extLst>
            </p:cNvPr>
            <p:cNvSpPr txBox="1"/>
            <p:nvPr/>
          </p:nvSpPr>
          <p:spPr>
            <a:xfrm>
              <a:off x="4030091" y="5259913"/>
              <a:ext cx="9792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latin typeface="+mj-lt"/>
                </a:rPr>
                <a:t>DI Conductivity</a:t>
              </a:r>
              <a:endParaRPr lang="ko-KR" altLang="en-US" sz="800" b="1" dirty="0">
                <a:latin typeface="+mj-lt"/>
              </a:endParaRPr>
            </a:p>
          </p:txBody>
        </p:sp>
      </p:grpSp>
      <p:sp>
        <p:nvSpPr>
          <p:cNvPr id="665" name="직사각형 664">
            <a:extLst>
              <a:ext uri="{FF2B5EF4-FFF2-40B4-BE49-F238E27FC236}">
                <a16:creationId xmlns:a16="http://schemas.microsoft.com/office/drawing/2014/main" id="{22A7F0E2-98F7-CDEA-730B-732D80749117}"/>
              </a:ext>
            </a:extLst>
          </p:cNvPr>
          <p:cNvSpPr/>
          <p:nvPr/>
        </p:nvSpPr>
        <p:spPr>
          <a:xfrm>
            <a:off x="3177418" y="6085766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84755AD8-5D5C-D437-8F77-D60B6E02FD31}"/>
              </a:ext>
            </a:extLst>
          </p:cNvPr>
          <p:cNvGrpSpPr/>
          <p:nvPr/>
        </p:nvGrpSpPr>
        <p:grpSpPr>
          <a:xfrm>
            <a:off x="2547593" y="5180905"/>
            <a:ext cx="1243246" cy="744057"/>
            <a:chOff x="4772358" y="2684942"/>
            <a:chExt cx="1243246" cy="744057"/>
          </a:xfrm>
        </p:grpSpPr>
        <p:grpSp>
          <p:nvGrpSpPr>
            <p:cNvPr id="202" name="그룹 201">
              <a:extLst>
                <a:ext uri="{FF2B5EF4-FFF2-40B4-BE49-F238E27FC236}">
                  <a16:creationId xmlns:a16="http://schemas.microsoft.com/office/drawing/2014/main" id="{151D0B82-67DA-FFDC-D456-0F1B080EEAAF}"/>
                </a:ext>
              </a:extLst>
            </p:cNvPr>
            <p:cNvGrpSpPr/>
            <p:nvPr/>
          </p:nvGrpSpPr>
          <p:grpSpPr>
            <a:xfrm>
              <a:off x="4772358" y="2684942"/>
              <a:ext cx="1243246" cy="744057"/>
              <a:chOff x="4449401" y="1398868"/>
              <a:chExt cx="1151563" cy="744057"/>
            </a:xfrm>
          </p:grpSpPr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F925EBFC-C53A-D59C-ED5D-DB976F627EBD}"/>
                  </a:ext>
                </a:extLst>
              </p:cNvPr>
              <p:cNvSpPr/>
              <p:nvPr/>
            </p:nvSpPr>
            <p:spPr>
              <a:xfrm>
                <a:off x="4478497" y="1408132"/>
                <a:ext cx="1122467" cy="73479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345FBC08-CA9C-C81C-B359-CBB7B6321440}"/>
                  </a:ext>
                </a:extLst>
              </p:cNvPr>
              <p:cNvSpPr txBox="1"/>
              <p:nvPr/>
            </p:nvSpPr>
            <p:spPr>
              <a:xfrm>
                <a:off x="4449401" y="1398868"/>
                <a:ext cx="45167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Ref W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234" name="직사각형 233">
                <a:extLst>
                  <a:ext uri="{FF2B5EF4-FFF2-40B4-BE49-F238E27FC236}">
                    <a16:creationId xmlns:a16="http://schemas.microsoft.com/office/drawing/2014/main" id="{8352DAD3-4766-4487-E030-7B02110291EA}"/>
                  </a:ext>
                </a:extLst>
              </p:cNvPr>
              <p:cNvSpPr/>
              <p:nvPr/>
            </p:nvSpPr>
            <p:spPr>
              <a:xfrm>
                <a:off x="4526516" y="1715832"/>
                <a:ext cx="448875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0B96BAFA-478D-659A-4207-206A0667A820}"/>
                  </a:ext>
                </a:extLst>
              </p:cNvPr>
              <p:cNvSpPr txBox="1"/>
              <p:nvPr/>
            </p:nvSpPr>
            <p:spPr>
              <a:xfrm>
                <a:off x="4486374" y="1556246"/>
                <a:ext cx="564517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PV    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[LPM]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35DDC33C-07D0-95C7-9138-D4E01D9CB7D0}"/>
                  </a:ext>
                </a:extLst>
              </p:cNvPr>
              <p:cNvSpPr/>
              <p:nvPr/>
            </p:nvSpPr>
            <p:spPr>
              <a:xfrm>
                <a:off x="5070960" y="1715832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11D1CA26-7356-1361-D350-D3D0793D177A}"/>
                  </a:ext>
                </a:extLst>
              </p:cNvPr>
              <p:cNvSpPr txBox="1"/>
              <p:nvPr/>
            </p:nvSpPr>
            <p:spPr>
              <a:xfrm>
                <a:off x="5035471" y="1556246"/>
                <a:ext cx="560063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[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LPM]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6795F0DB-29EA-81F4-113F-C5F6FF35D48B}"/>
                </a:ext>
              </a:extLst>
            </p:cNvPr>
            <p:cNvSpPr/>
            <p:nvPr/>
          </p:nvSpPr>
          <p:spPr>
            <a:xfrm>
              <a:off x="5441453" y="3207692"/>
              <a:ext cx="484612" cy="17773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294FE545-2714-6FD0-E4D4-3276D365D84D}"/>
                </a:ext>
              </a:extLst>
            </p:cNvPr>
            <p:cNvSpPr txBox="1"/>
            <p:nvPr/>
          </p:nvSpPr>
          <p:spPr>
            <a:xfrm>
              <a:off x="5016135" y="3199733"/>
              <a:ext cx="48763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 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[kPa]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245" name="TextBox 244">
            <a:extLst>
              <a:ext uri="{FF2B5EF4-FFF2-40B4-BE49-F238E27FC236}">
                <a16:creationId xmlns:a16="http://schemas.microsoft.com/office/drawing/2014/main" id="{11D59B39-609F-2F60-2A25-F4C0A25FF297}"/>
              </a:ext>
            </a:extLst>
          </p:cNvPr>
          <p:cNvSpPr txBox="1"/>
          <p:nvPr/>
        </p:nvSpPr>
        <p:spPr>
          <a:xfrm>
            <a:off x="6466516" y="2505573"/>
            <a:ext cx="6850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ST1 Out [</a:t>
            </a:r>
            <a:r>
              <a:rPr lang="ko-KR" altLang="en-US" sz="700" b="1">
                <a:latin typeface="+mj-lt"/>
              </a:rPr>
              <a:t>℃</a:t>
            </a:r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286F1757-1D02-C61F-B9D5-FE90CCAF3D24}"/>
              </a:ext>
            </a:extLst>
          </p:cNvPr>
          <p:cNvSpPr/>
          <p:nvPr/>
        </p:nvSpPr>
        <p:spPr>
          <a:xfrm>
            <a:off x="6338090" y="2341134"/>
            <a:ext cx="352233" cy="17884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F9A36B38-381A-3D43-64AC-E25E9679AA03}"/>
              </a:ext>
            </a:extLst>
          </p:cNvPr>
          <p:cNvSpPr/>
          <p:nvPr/>
        </p:nvSpPr>
        <p:spPr>
          <a:xfrm>
            <a:off x="6630501" y="3241720"/>
            <a:ext cx="352233" cy="17884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490A8381-EC46-3444-96AA-BE0131644BC7}"/>
              </a:ext>
            </a:extLst>
          </p:cNvPr>
          <p:cNvGrpSpPr/>
          <p:nvPr/>
        </p:nvGrpSpPr>
        <p:grpSpPr>
          <a:xfrm>
            <a:off x="8904863" y="4548946"/>
            <a:ext cx="703823" cy="788197"/>
            <a:chOff x="5240673" y="3809287"/>
            <a:chExt cx="703823" cy="788197"/>
          </a:xfrm>
        </p:grpSpPr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BC1E4918-B81D-ACAC-51C4-176DE3B44F36}"/>
                </a:ext>
              </a:extLst>
            </p:cNvPr>
            <p:cNvGrpSpPr/>
            <p:nvPr/>
          </p:nvGrpSpPr>
          <p:grpSpPr>
            <a:xfrm>
              <a:off x="5344761" y="3809287"/>
              <a:ext cx="521297" cy="788197"/>
              <a:chOff x="5344761" y="3809287"/>
              <a:chExt cx="521297" cy="788197"/>
            </a:xfrm>
          </p:grpSpPr>
          <p:sp>
            <p:nvSpPr>
              <p:cNvPr id="276" name="직사각형 275">
                <a:extLst>
                  <a:ext uri="{FF2B5EF4-FFF2-40B4-BE49-F238E27FC236}">
                    <a16:creationId xmlns:a16="http://schemas.microsoft.com/office/drawing/2014/main" id="{3551BE5B-44DD-33FC-67AA-8844C40A4253}"/>
                  </a:ext>
                </a:extLst>
              </p:cNvPr>
              <p:cNvSpPr/>
              <p:nvPr/>
            </p:nvSpPr>
            <p:spPr>
              <a:xfrm>
                <a:off x="5361934" y="3826489"/>
                <a:ext cx="491655" cy="7709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DB65779C-53C7-4837-EF29-4501A8B033FA}"/>
                  </a:ext>
                </a:extLst>
              </p:cNvPr>
              <p:cNvSpPr txBox="1"/>
              <p:nvPr/>
            </p:nvSpPr>
            <p:spPr>
              <a:xfrm>
                <a:off x="5344761" y="3809287"/>
                <a:ext cx="52129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C-Flow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287" name="직사각형 286">
                <a:extLst>
                  <a:ext uri="{FF2B5EF4-FFF2-40B4-BE49-F238E27FC236}">
                    <a16:creationId xmlns:a16="http://schemas.microsoft.com/office/drawing/2014/main" id="{334FE6C8-5CA6-FFF8-44F6-66857026C566}"/>
                  </a:ext>
                </a:extLst>
              </p:cNvPr>
              <p:cNvSpPr/>
              <p:nvPr/>
            </p:nvSpPr>
            <p:spPr>
              <a:xfrm>
                <a:off x="5445825" y="4132469"/>
                <a:ext cx="304892" cy="12677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BE2420E4-E7C0-03E8-AAA3-478FAE989D94}"/>
                  </a:ext>
                </a:extLst>
              </p:cNvPr>
              <p:cNvSpPr txBox="1"/>
              <p:nvPr/>
            </p:nvSpPr>
            <p:spPr>
              <a:xfrm>
                <a:off x="5355278" y="3969707"/>
                <a:ext cx="47598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TC  [</a:t>
                </a:r>
                <a:r>
                  <a:rPr lang="ko-KR" altLang="en-US" sz="600" b="1">
                    <a:latin typeface="+mj-lt"/>
                  </a:rPr>
                  <a:t>℃</a:t>
                </a:r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9" name="직사각형 288">
                <a:extLst>
                  <a:ext uri="{FF2B5EF4-FFF2-40B4-BE49-F238E27FC236}">
                    <a16:creationId xmlns:a16="http://schemas.microsoft.com/office/drawing/2014/main" id="{3054F3C9-2051-872A-1170-3CE63B2B5321}"/>
                  </a:ext>
                </a:extLst>
              </p:cNvPr>
              <p:cNvSpPr/>
              <p:nvPr/>
            </p:nvSpPr>
            <p:spPr>
              <a:xfrm>
                <a:off x="5450395" y="4420470"/>
                <a:ext cx="304892" cy="1339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</p:grp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19578293-98AA-35AF-F5DD-C49A0C5591F9}"/>
                </a:ext>
              </a:extLst>
            </p:cNvPr>
            <p:cNvSpPr txBox="1"/>
            <p:nvPr/>
          </p:nvSpPr>
          <p:spPr>
            <a:xfrm>
              <a:off x="5240673" y="4266435"/>
              <a:ext cx="703823" cy="184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  FM 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5" name="그룹 344">
            <a:extLst>
              <a:ext uri="{FF2B5EF4-FFF2-40B4-BE49-F238E27FC236}">
                <a16:creationId xmlns:a16="http://schemas.microsoft.com/office/drawing/2014/main" id="{4894A9B5-951A-6E21-EAE4-EFF8ACCE1070}"/>
              </a:ext>
            </a:extLst>
          </p:cNvPr>
          <p:cNvGrpSpPr/>
          <p:nvPr/>
        </p:nvGrpSpPr>
        <p:grpSpPr>
          <a:xfrm>
            <a:off x="1586334" y="2271358"/>
            <a:ext cx="550703" cy="810562"/>
            <a:chOff x="3426516" y="2663500"/>
            <a:chExt cx="550703" cy="810562"/>
          </a:xfrm>
        </p:grpSpPr>
        <p:grpSp>
          <p:nvGrpSpPr>
            <p:cNvPr id="293" name="그룹 292">
              <a:extLst>
                <a:ext uri="{FF2B5EF4-FFF2-40B4-BE49-F238E27FC236}">
                  <a16:creationId xmlns:a16="http://schemas.microsoft.com/office/drawing/2014/main" id="{A578DADC-DA60-7E34-0344-8076F316291E}"/>
                </a:ext>
              </a:extLst>
            </p:cNvPr>
            <p:cNvGrpSpPr/>
            <p:nvPr/>
          </p:nvGrpSpPr>
          <p:grpSpPr>
            <a:xfrm>
              <a:off x="3426516" y="2663500"/>
              <a:ext cx="550703" cy="810562"/>
              <a:chOff x="5317592" y="3790734"/>
              <a:chExt cx="550703" cy="810562"/>
            </a:xfrm>
          </p:grpSpPr>
          <p:grpSp>
            <p:nvGrpSpPr>
              <p:cNvPr id="296" name="그룹 295">
                <a:extLst>
                  <a:ext uri="{FF2B5EF4-FFF2-40B4-BE49-F238E27FC236}">
                    <a16:creationId xmlns:a16="http://schemas.microsoft.com/office/drawing/2014/main" id="{FF67FE1B-410F-CEB3-A585-3C8CE07B0572}"/>
                  </a:ext>
                </a:extLst>
              </p:cNvPr>
              <p:cNvGrpSpPr/>
              <p:nvPr/>
            </p:nvGrpSpPr>
            <p:grpSpPr>
              <a:xfrm>
                <a:off x="5334419" y="3790734"/>
                <a:ext cx="526106" cy="810562"/>
                <a:chOff x="5334419" y="3790734"/>
                <a:chExt cx="526106" cy="810562"/>
              </a:xfrm>
            </p:grpSpPr>
            <p:sp>
              <p:nvSpPr>
                <p:cNvPr id="300" name="직사각형 299">
                  <a:extLst>
                    <a:ext uri="{FF2B5EF4-FFF2-40B4-BE49-F238E27FC236}">
                      <a16:creationId xmlns:a16="http://schemas.microsoft.com/office/drawing/2014/main" id="{7B934373-F45A-1F70-BBB0-BD60DD5A66A0}"/>
                    </a:ext>
                  </a:extLst>
                </p:cNvPr>
                <p:cNvSpPr/>
                <p:nvPr/>
              </p:nvSpPr>
              <p:spPr>
                <a:xfrm>
                  <a:off x="5350225" y="3790734"/>
                  <a:ext cx="470267" cy="810562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308" name="TextBox 307">
                  <a:extLst>
                    <a:ext uri="{FF2B5EF4-FFF2-40B4-BE49-F238E27FC236}">
                      <a16:creationId xmlns:a16="http://schemas.microsoft.com/office/drawing/2014/main" id="{9A9F96DD-7CF1-EF4E-3B53-20FA59036989}"/>
                    </a:ext>
                  </a:extLst>
                </p:cNvPr>
                <p:cNvSpPr txBox="1"/>
                <p:nvPr/>
              </p:nvSpPr>
              <p:spPr>
                <a:xfrm>
                  <a:off x="5334419" y="3800247"/>
                  <a:ext cx="526106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700" b="1">
                      <a:latin typeface="+mj-lt"/>
                    </a:rPr>
                    <a:t>PNG BV</a:t>
                  </a:r>
                  <a:endParaRPr lang="ko-KR" altLang="en-US" sz="700" b="1">
                    <a:latin typeface="+mj-lt"/>
                  </a:endParaRPr>
                </a:p>
              </p:txBody>
            </p:sp>
            <p:sp>
              <p:nvSpPr>
                <p:cNvPr id="343" name="직사각형 342">
                  <a:extLst>
                    <a:ext uri="{FF2B5EF4-FFF2-40B4-BE49-F238E27FC236}">
                      <a16:creationId xmlns:a16="http://schemas.microsoft.com/office/drawing/2014/main" id="{0BDA8709-1060-1068-AF65-030A9A9C03C9}"/>
                    </a:ext>
                  </a:extLst>
                </p:cNvPr>
                <p:cNvSpPr/>
                <p:nvPr/>
              </p:nvSpPr>
              <p:spPr>
                <a:xfrm>
                  <a:off x="5431657" y="4399671"/>
                  <a:ext cx="304892" cy="1339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</p:grpSp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E7A477A9-60A0-3402-546F-CFDEF273B4F0}"/>
                  </a:ext>
                </a:extLst>
              </p:cNvPr>
              <p:cNvSpPr txBox="1"/>
              <p:nvPr/>
            </p:nvSpPr>
            <p:spPr>
              <a:xfrm>
                <a:off x="5317592" y="4247868"/>
                <a:ext cx="55070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PT [kPa]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DD896DD1-36D1-F685-3BEB-9F199CCA9994}"/>
                </a:ext>
              </a:extLst>
            </p:cNvPr>
            <p:cNvSpPr/>
            <p:nvPr/>
          </p:nvSpPr>
          <p:spPr>
            <a:xfrm>
              <a:off x="3544485" y="2863234"/>
              <a:ext cx="276225" cy="23797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</p:grpSp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DD3694E3-81E1-07B4-5A41-CEA685624B42}"/>
              </a:ext>
            </a:extLst>
          </p:cNvPr>
          <p:cNvGrpSpPr/>
          <p:nvPr/>
        </p:nvGrpSpPr>
        <p:grpSpPr>
          <a:xfrm>
            <a:off x="1097713" y="3222021"/>
            <a:ext cx="550703" cy="810562"/>
            <a:chOff x="3426516" y="2663500"/>
            <a:chExt cx="550703" cy="810562"/>
          </a:xfrm>
        </p:grpSpPr>
        <p:grpSp>
          <p:nvGrpSpPr>
            <p:cNvPr id="357" name="그룹 356">
              <a:extLst>
                <a:ext uri="{FF2B5EF4-FFF2-40B4-BE49-F238E27FC236}">
                  <a16:creationId xmlns:a16="http://schemas.microsoft.com/office/drawing/2014/main" id="{43470B07-D6CE-F12B-C141-A943D22CFEE1}"/>
                </a:ext>
              </a:extLst>
            </p:cNvPr>
            <p:cNvGrpSpPr/>
            <p:nvPr/>
          </p:nvGrpSpPr>
          <p:grpSpPr>
            <a:xfrm>
              <a:off x="3426516" y="2663500"/>
              <a:ext cx="550703" cy="810562"/>
              <a:chOff x="5317592" y="3790734"/>
              <a:chExt cx="550703" cy="810562"/>
            </a:xfrm>
          </p:grpSpPr>
          <p:grpSp>
            <p:nvGrpSpPr>
              <p:cNvPr id="371" name="그룹 370">
                <a:extLst>
                  <a:ext uri="{FF2B5EF4-FFF2-40B4-BE49-F238E27FC236}">
                    <a16:creationId xmlns:a16="http://schemas.microsoft.com/office/drawing/2014/main" id="{B6BA73B3-C81D-233A-DD0C-8C275EB062E5}"/>
                  </a:ext>
                </a:extLst>
              </p:cNvPr>
              <p:cNvGrpSpPr/>
              <p:nvPr/>
            </p:nvGrpSpPr>
            <p:grpSpPr>
              <a:xfrm>
                <a:off x="5333128" y="3790734"/>
                <a:ext cx="529312" cy="810562"/>
                <a:chOff x="5333128" y="3790734"/>
                <a:chExt cx="529312" cy="810562"/>
              </a:xfrm>
            </p:grpSpPr>
            <p:sp>
              <p:nvSpPr>
                <p:cNvPr id="403" name="직사각형 402">
                  <a:extLst>
                    <a:ext uri="{FF2B5EF4-FFF2-40B4-BE49-F238E27FC236}">
                      <a16:creationId xmlns:a16="http://schemas.microsoft.com/office/drawing/2014/main" id="{3CD5B080-C2D9-4411-8297-1E838BFFC0D8}"/>
                    </a:ext>
                  </a:extLst>
                </p:cNvPr>
                <p:cNvSpPr/>
                <p:nvPr/>
              </p:nvSpPr>
              <p:spPr>
                <a:xfrm>
                  <a:off x="5350225" y="3790734"/>
                  <a:ext cx="470267" cy="810562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405" name="TextBox 404">
                  <a:extLst>
                    <a:ext uri="{FF2B5EF4-FFF2-40B4-BE49-F238E27FC236}">
                      <a16:creationId xmlns:a16="http://schemas.microsoft.com/office/drawing/2014/main" id="{30C00E55-EF75-4481-0E18-AC72F3D52DAD}"/>
                    </a:ext>
                  </a:extLst>
                </p:cNvPr>
                <p:cNvSpPr txBox="1"/>
                <p:nvPr/>
              </p:nvSpPr>
              <p:spPr>
                <a:xfrm>
                  <a:off x="5333128" y="3797658"/>
                  <a:ext cx="529312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700" b="1">
                      <a:latin typeface="+mj-lt"/>
                    </a:rPr>
                    <a:t>BNG BV</a:t>
                  </a:r>
                  <a:endParaRPr lang="ko-KR" altLang="en-US" sz="700" b="1">
                    <a:latin typeface="+mj-lt"/>
                  </a:endParaRPr>
                </a:p>
              </p:txBody>
            </p:sp>
            <p:sp>
              <p:nvSpPr>
                <p:cNvPr id="406" name="직사각형 405">
                  <a:extLst>
                    <a:ext uri="{FF2B5EF4-FFF2-40B4-BE49-F238E27FC236}">
                      <a16:creationId xmlns:a16="http://schemas.microsoft.com/office/drawing/2014/main" id="{CCCF6685-7BCE-8B61-9496-8193A722EA29}"/>
                    </a:ext>
                  </a:extLst>
                </p:cNvPr>
                <p:cNvSpPr/>
                <p:nvPr/>
              </p:nvSpPr>
              <p:spPr>
                <a:xfrm>
                  <a:off x="5431657" y="4399671"/>
                  <a:ext cx="304892" cy="1339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</p:grpSp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AFDDCCF5-0BAA-ED1A-2105-DDAECBDA1B2C}"/>
                  </a:ext>
                </a:extLst>
              </p:cNvPr>
              <p:cNvSpPr txBox="1"/>
              <p:nvPr/>
            </p:nvSpPr>
            <p:spPr>
              <a:xfrm>
                <a:off x="5317592" y="4247868"/>
                <a:ext cx="55070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PT [kPa]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58" name="직사각형 357">
              <a:extLst>
                <a:ext uri="{FF2B5EF4-FFF2-40B4-BE49-F238E27FC236}">
                  <a16:creationId xmlns:a16="http://schemas.microsoft.com/office/drawing/2014/main" id="{6DB3F654-18B5-4AC5-CE45-62FFE48CF8C4}"/>
                </a:ext>
              </a:extLst>
            </p:cNvPr>
            <p:cNvSpPr/>
            <p:nvPr/>
          </p:nvSpPr>
          <p:spPr>
            <a:xfrm>
              <a:off x="3544485" y="2863234"/>
              <a:ext cx="276225" cy="23797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</p:grpSp>
      <p:grpSp>
        <p:nvGrpSpPr>
          <p:cNvPr id="420" name="그룹 419">
            <a:extLst>
              <a:ext uri="{FF2B5EF4-FFF2-40B4-BE49-F238E27FC236}">
                <a16:creationId xmlns:a16="http://schemas.microsoft.com/office/drawing/2014/main" id="{2FB190A8-BD8C-110E-2316-C0661FA7FD8E}"/>
              </a:ext>
            </a:extLst>
          </p:cNvPr>
          <p:cNvGrpSpPr/>
          <p:nvPr/>
        </p:nvGrpSpPr>
        <p:grpSpPr>
          <a:xfrm>
            <a:off x="334050" y="3174136"/>
            <a:ext cx="617246" cy="891103"/>
            <a:chOff x="334050" y="3174136"/>
            <a:chExt cx="617246" cy="891103"/>
          </a:xfrm>
        </p:grpSpPr>
        <p:grpSp>
          <p:nvGrpSpPr>
            <p:cNvPr id="211" name="그룹 210">
              <a:extLst>
                <a:ext uri="{FF2B5EF4-FFF2-40B4-BE49-F238E27FC236}">
                  <a16:creationId xmlns:a16="http://schemas.microsoft.com/office/drawing/2014/main" id="{1D5A6E53-CC43-A7C6-53DF-AEC2F293111C}"/>
                </a:ext>
              </a:extLst>
            </p:cNvPr>
            <p:cNvGrpSpPr/>
            <p:nvPr/>
          </p:nvGrpSpPr>
          <p:grpSpPr>
            <a:xfrm>
              <a:off x="334050" y="3174136"/>
              <a:ext cx="617246" cy="891103"/>
              <a:chOff x="542221" y="3224461"/>
              <a:chExt cx="617246" cy="891103"/>
            </a:xfrm>
          </p:grpSpPr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08B455D9-5E8D-F294-3B69-F9F4A57133C7}"/>
                  </a:ext>
                </a:extLst>
              </p:cNvPr>
              <p:cNvSpPr/>
              <p:nvPr/>
            </p:nvSpPr>
            <p:spPr>
              <a:xfrm>
                <a:off x="563992" y="3224461"/>
                <a:ext cx="592140" cy="8911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1576BDF4-14A1-3FB5-346C-0B9F8C375A36}"/>
                  </a:ext>
                </a:extLst>
              </p:cNvPr>
              <p:cNvSpPr txBox="1"/>
              <p:nvPr/>
            </p:nvSpPr>
            <p:spPr>
              <a:xfrm>
                <a:off x="542221" y="3231708"/>
                <a:ext cx="40588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BNG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49C8E98A-1BA9-0CD3-5923-E707F9B5928C}"/>
                  </a:ext>
                </a:extLst>
              </p:cNvPr>
              <p:cNvSpPr/>
              <p:nvPr/>
            </p:nvSpPr>
            <p:spPr>
              <a:xfrm>
                <a:off x="606752" y="3564281"/>
                <a:ext cx="484612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A8EE0614-28B9-0835-9EC8-AD9947CE6096}"/>
                  </a:ext>
                </a:extLst>
              </p:cNvPr>
              <p:cNvSpPr txBox="1"/>
              <p:nvPr/>
            </p:nvSpPr>
            <p:spPr>
              <a:xfrm>
                <a:off x="577040" y="3404695"/>
                <a:ext cx="58221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PV   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[LPM]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3F9DB4C1-4284-3E19-81A6-0F6795E72A8A}"/>
                  </a:ext>
                </a:extLst>
              </p:cNvPr>
              <p:cNvSpPr/>
              <p:nvPr/>
            </p:nvSpPr>
            <p:spPr>
              <a:xfrm>
                <a:off x="606752" y="3878659"/>
                <a:ext cx="484612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63EC419E-617E-BD1D-3BF7-B96352514586}"/>
                  </a:ext>
                </a:extLst>
              </p:cNvPr>
              <p:cNvSpPr txBox="1"/>
              <p:nvPr/>
            </p:nvSpPr>
            <p:spPr>
              <a:xfrm>
                <a:off x="582065" y="3719073"/>
                <a:ext cx="57740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[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LPM]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352" name="그림 351">
              <a:extLst>
                <a:ext uri="{FF2B5EF4-FFF2-40B4-BE49-F238E27FC236}">
                  <a16:creationId xmlns:a16="http://schemas.microsoft.com/office/drawing/2014/main" id="{53E3F81A-4A1F-2B07-6A26-D52C88794092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/>
            <a:srcRect l="29075" t="34902" r="65924" b="55922"/>
            <a:stretch/>
          </p:blipFill>
          <p:spPr>
            <a:xfrm>
              <a:off x="729323" y="3192925"/>
              <a:ext cx="148780" cy="157234"/>
            </a:xfrm>
            <a:prstGeom prst="rect">
              <a:avLst/>
            </a:prstGeom>
          </p:spPr>
        </p:pic>
      </p:grpSp>
      <p:grpSp>
        <p:nvGrpSpPr>
          <p:cNvPr id="418" name="그룹 417">
            <a:extLst>
              <a:ext uri="{FF2B5EF4-FFF2-40B4-BE49-F238E27FC236}">
                <a16:creationId xmlns:a16="http://schemas.microsoft.com/office/drawing/2014/main" id="{40F8195A-D7D6-F513-3E8B-62E334821536}"/>
              </a:ext>
            </a:extLst>
          </p:cNvPr>
          <p:cNvGrpSpPr/>
          <p:nvPr/>
        </p:nvGrpSpPr>
        <p:grpSpPr>
          <a:xfrm>
            <a:off x="869591" y="2185942"/>
            <a:ext cx="630553" cy="891103"/>
            <a:chOff x="692771" y="2201295"/>
            <a:chExt cx="630553" cy="891103"/>
          </a:xfrm>
        </p:grpSpPr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C6CD5C7F-60BF-AE46-0615-0C0E987A62AA}"/>
                </a:ext>
              </a:extLst>
            </p:cNvPr>
            <p:cNvGrpSpPr/>
            <p:nvPr/>
          </p:nvGrpSpPr>
          <p:grpSpPr>
            <a:xfrm>
              <a:off x="692771" y="2201295"/>
              <a:ext cx="630553" cy="891103"/>
              <a:chOff x="528914" y="3224461"/>
              <a:chExt cx="630553" cy="891103"/>
            </a:xfrm>
          </p:grpSpPr>
          <p:sp>
            <p:nvSpPr>
              <p:cNvPr id="213" name="직사각형 212">
                <a:extLst>
                  <a:ext uri="{FF2B5EF4-FFF2-40B4-BE49-F238E27FC236}">
                    <a16:creationId xmlns:a16="http://schemas.microsoft.com/office/drawing/2014/main" id="{F1AB350A-15B6-DE2F-A175-65E0B931A784}"/>
                  </a:ext>
                </a:extLst>
              </p:cNvPr>
              <p:cNvSpPr/>
              <p:nvPr/>
            </p:nvSpPr>
            <p:spPr>
              <a:xfrm>
                <a:off x="563992" y="3224461"/>
                <a:ext cx="592140" cy="8911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877E36ED-3CCB-1E95-3E66-557080621A6B}"/>
                  </a:ext>
                </a:extLst>
              </p:cNvPr>
              <p:cNvSpPr txBox="1"/>
              <p:nvPr/>
            </p:nvSpPr>
            <p:spPr>
              <a:xfrm>
                <a:off x="528914" y="3239079"/>
                <a:ext cx="40267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PNG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215" name="직사각형 214">
                <a:extLst>
                  <a:ext uri="{FF2B5EF4-FFF2-40B4-BE49-F238E27FC236}">
                    <a16:creationId xmlns:a16="http://schemas.microsoft.com/office/drawing/2014/main" id="{0E5E08EB-1C15-FF13-3BB9-7114BD42003B}"/>
                  </a:ext>
                </a:extLst>
              </p:cNvPr>
              <p:cNvSpPr/>
              <p:nvPr/>
            </p:nvSpPr>
            <p:spPr>
              <a:xfrm>
                <a:off x="606752" y="3564281"/>
                <a:ext cx="484612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436DD6B9-7E86-9092-CC47-DB3288589F17}"/>
                  </a:ext>
                </a:extLst>
              </p:cNvPr>
              <p:cNvSpPr txBox="1"/>
              <p:nvPr/>
            </p:nvSpPr>
            <p:spPr>
              <a:xfrm>
                <a:off x="577040" y="3404695"/>
                <a:ext cx="58221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PV   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[LPM]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7" name="직사각형 216">
                <a:extLst>
                  <a:ext uri="{FF2B5EF4-FFF2-40B4-BE49-F238E27FC236}">
                    <a16:creationId xmlns:a16="http://schemas.microsoft.com/office/drawing/2014/main" id="{4344117F-D300-E2FD-1A11-D007EBA7D5B4}"/>
                  </a:ext>
                </a:extLst>
              </p:cNvPr>
              <p:cNvSpPr/>
              <p:nvPr/>
            </p:nvSpPr>
            <p:spPr>
              <a:xfrm>
                <a:off x="606752" y="3878659"/>
                <a:ext cx="484612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42257A3E-A141-6F5C-1506-ECF864FFCEB2}"/>
                  </a:ext>
                </a:extLst>
              </p:cNvPr>
              <p:cNvSpPr txBox="1"/>
              <p:nvPr/>
            </p:nvSpPr>
            <p:spPr>
              <a:xfrm>
                <a:off x="582065" y="3719073"/>
                <a:ext cx="57740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[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LPM]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353" name="그림 352">
              <a:extLst>
                <a:ext uri="{FF2B5EF4-FFF2-40B4-BE49-F238E27FC236}">
                  <a16:creationId xmlns:a16="http://schemas.microsoft.com/office/drawing/2014/main" id="{716BBAD1-7AB2-A39D-F604-2E8FFE9A9ACC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/>
            <a:srcRect l="29075" t="34902" r="65924" b="55922"/>
            <a:stretch/>
          </p:blipFill>
          <p:spPr>
            <a:xfrm>
              <a:off x="1096619" y="2245580"/>
              <a:ext cx="148780" cy="157234"/>
            </a:xfrm>
            <a:prstGeom prst="rect">
              <a:avLst/>
            </a:prstGeom>
          </p:spPr>
        </p:pic>
      </p:grpSp>
      <p:grpSp>
        <p:nvGrpSpPr>
          <p:cNvPr id="421" name="그룹 420">
            <a:extLst>
              <a:ext uri="{FF2B5EF4-FFF2-40B4-BE49-F238E27FC236}">
                <a16:creationId xmlns:a16="http://schemas.microsoft.com/office/drawing/2014/main" id="{8410F8B0-2BA3-70E2-CDCD-D241411C6AA6}"/>
              </a:ext>
            </a:extLst>
          </p:cNvPr>
          <p:cNvGrpSpPr/>
          <p:nvPr/>
        </p:nvGrpSpPr>
        <p:grpSpPr>
          <a:xfrm>
            <a:off x="3575298" y="3474062"/>
            <a:ext cx="475986" cy="545727"/>
            <a:chOff x="3374564" y="4549973"/>
            <a:chExt cx="475986" cy="545727"/>
          </a:xfrm>
        </p:grpSpPr>
        <p:grpSp>
          <p:nvGrpSpPr>
            <p:cNvPr id="422" name="그룹 421">
              <a:extLst>
                <a:ext uri="{FF2B5EF4-FFF2-40B4-BE49-F238E27FC236}">
                  <a16:creationId xmlns:a16="http://schemas.microsoft.com/office/drawing/2014/main" id="{C5E732CE-A817-AE14-5D54-7643CA4446EF}"/>
                </a:ext>
              </a:extLst>
            </p:cNvPr>
            <p:cNvGrpSpPr/>
            <p:nvPr/>
          </p:nvGrpSpPr>
          <p:grpSpPr>
            <a:xfrm>
              <a:off x="3375604" y="4549973"/>
              <a:ext cx="451460" cy="545727"/>
              <a:chOff x="1683055" y="3530541"/>
              <a:chExt cx="451460" cy="545727"/>
            </a:xfrm>
          </p:grpSpPr>
          <p:sp>
            <p:nvSpPr>
              <p:cNvPr id="427" name="직사각형 426">
                <a:extLst>
                  <a:ext uri="{FF2B5EF4-FFF2-40B4-BE49-F238E27FC236}">
                    <a16:creationId xmlns:a16="http://schemas.microsoft.com/office/drawing/2014/main" id="{61031A50-6693-C085-F416-86257281621B}"/>
                  </a:ext>
                </a:extLst>
              </p:cNvPr>
              <p:cNvSpPr/>
              <p:nvPr/>
            </p:nvSpPr>
            <p:spPr>
              <a:xfrm>
                <a:off x="1718093" y="3530542"/>
                <a:ext cx="416422" cy="54572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66AB1427-3B44-C4FA-85DC-CC485B1FA2A3}"/>
                  </a:ext>
                </a:extLst>
              </p:cNvPr>
              <p:cNvSpPr txBox="1"/>
              <p:nvPr/>
            </p:nvSpPr>
            <p:spPr>
              <a:xfrm>
                <a:off x="1683055" y="3530541"/>
                <a:ext cx="39946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  RG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429" name="직사각형 428">
                <a:extLst>
                  <a:ext uri="{FF2B5EF4-FFF2-40B4-BE49-F238E27FC236}">
                    <a16:creationId xmlns:a16="http://schemas.microsoft.com/office/drawing/2014/main" id="{19020525-D9E1-F5D9-A510-3693BBB520F0}"/>
                  </a:ext>
                </a:extLst>
              </p:cNvPr>
              <p:cNvSpPr/>
              <p:nvPr/>
            </p:nvSpPr>
            <p:spPr>
              <a:xfrm>
                <a:off x="1768205" y="3864583"/>
                <a:ext cx="304892" cy="1741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</p:grpSp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id="{10628D44-FF6F-9390-462D-B78B6C0D0340}"/>
                </a:ext>
              </a:extLst>
            </p:cNvPr>
            <p:cNvSpPr txBox="1"/>
            <p:nvPr/>
          </p:nvSpPr>
          <p:spPr>
            <a:xfrm>
              <a:off x="3374564" y="4738545"/>
              <a:ext cx="47598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  [</a:t>
              </a:r>
              <a:r>
                <a:rPr lang="ko-KR" altLang="en-US" sz="600" b="1">
                  <a:latin typeface="+mj-lt"/>
                </a:rPr>
                <a:t>℃</a:t>
              </a:r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11B54C7B-D208-8714-024D-BA669E7E39FD}"/>
              </a:ext>
            </a:extLst>
          </p:cNvPr>
          <p:cNvSpPr/>
          <p:nvPr/>
        </p:nvSpPr>
        <p:spPr>
          <a:xfrm>
            <a:off x="3680118" y="2906729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grpSp>
        <p:nvGrpSpPr>
          <p:cNvPr id="449" name="그룹 448">
            <a:extLst>
              <a:ext uri="{FF2B5EF4-FFF2-40B4-BE49-F238E27FC236}">
                <a16:creationId xmlns:a16="http://schemas.microsoft.com/office/drawing/2014/main" id="{E5D731DF-8A70-723C-1208-557FFCF5C99D}"/>
              </a:ext>
            </a:extLst>
          </p:cNvPr>
          <p:cNvGrpSpPr/>
          <p:nvPr/>
        </p:nvGrpSpPr>
        <p:grpSpPr>
          <a:xfrm>
            <a:off x="3395995" y="1759848"/>
            <a:ext cx="475986" cy="610434"/>
            <a:chOff x="3380823" y="4485265"/>
            <a:chExt cx="475986" cy="610434"/>
          </a:xfrm>
        </p:grpSpPr>
        <p:grpSp>
          <p:nvGrpSpPr>
            <p:cNvPr id="450" name="그룹 449">
              <a:extLst>
                <a:ext uri="{FF2B5EF4-FFF2-40B4-BE49-F238E27FC236}">
                  <a16:creationId xmlns:a16="http://schemas.microsoft.com/office/drawing/2014/main" id="{DAEDFE2B-25E6-C9DA-9CC5-7EE390355F91}"/>
                </a:ext>
              </a:extLst>
            </p:cNvPr>
            <p:cNvGrpSpPr/>
            <p:nvPr/>
          </p:nvGrpSpPr>
          <p:grpSpPr>
            <a:xfrm>
              <a:off x="3410642" y="4485265"/>
              <a:ext cx="416422" cy="610434"/>
              <a:chOff x="1718093" y="3465833"/>
              <a:chExt cx="416422" cy="610434"/>
            </a:xfrm>
          </p:grpSpPr>
          <p:sp>
            <p:nvSpPr>
              <p:cNvPr id="452" name="직사각형 451">
                <a:extLst>
                  <a:ext uri="{FF2B5EF4-FFF2-40B4-BE49-F238E27FC236}">
                    <a16:creationId xmlns:a16="http://schemas.microsoft.com/office/drawing/2014/main" id="{0367F3E5-938A-238E-BFC3-4C74F6FD6914}"/>
                  </a:ext>
                </a:extLst>
              </p:cNvPr>
              <p:cNvSpPr/>
              <p:nvPr/>
            </p:nvSpPr>
            <p:spPr>
              <a:xfrm>
                <a:off x="1718093" y="3477808"/>
                <a:ext cx="416422" cy="59845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E550438E-2C9C-91C9-5F57-8D3E452F104D}"/>
                  </a:ext>
                </a:extLst>
              </p:cNvPr>
              <p:cNvSpPr txBox="1"/>
              <p:nvPr/>
            </p:nvSpPr>
            <p:spPr>
              <a:xfrm>
                <a:off x="1771400" y="3465833"/>
                <a:ext cx="31290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EG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454" name="직사각형 453">
                <a:extLst>
                  <a:ext uri="{FF2B5EF4-FFF2-40B4-BE49-F238E27FC236}">
                    <a16:creationId xmlns:a16="http://schemas.microsoft.com/office/drawing/2014/main" id="{8F87F577-21E5-1AEA-A194-A2A7CF9ED32F}"/>
                  </a:ext>
                </a:extLst>
              </p:cNvPr>
              <p:cNvSpPr/>
              <p:nvPr/>
            </p:nvSpPr>
            <p:spPr>
              <a:xfrm>
                <a:off x="1772135" y="3855479"/>
                <a:ext cx="304892" cy="1741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</p:grp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6A523E7F-C924-6816-E3A5-43E3FFC1B28C}"/>
                </a:ext>
              </a:extLst>
            </p:cNvPr>
            <p:cNvSpPr txBox="1"/>
            <p:nvPr/>
          </p:nvSpPr>
          <p:spPr>
            <a:xfrm>
              <a:off x="3380823" y="4700942"/>
              <a:ext cx="47598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  [</a:t>
              </a:r>
              <a:r>
                <a:rPr lang="ko-KR" altLang="en-US" sz="600" b="1">
                  <a:latin typeface="+mj-lt"/>
                </a:rPr>
                <a:t>℃</a:t>
              </a:r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62" name="직선 연결선 461">
            <a:extLst>
              <a:ext uri="{FF2B5EF4-FFF2-40B4-BE49-F238E27FC236}">
                <a16:creationId xmlns:a16="http://schemas.microsoft.com/office/drawing/2014/main" id="{1A1A7AB7-E0C2-1E92-9E03-A8E1762C9A18}"/>
              </a:ext>
            </a:extLst>
          </p:cNvPr>
          <p:cNvCxnSpPr>
            <a:cxnSpLocks/>
          </p:cNvCxnSpPr>
          <p:nvPr/>
        </p:nvCxnSpPr>
        <p:spPr>
          <a:xfrm>
            <a:off x="8943199" y="4379942"/>
            <a:ext cx="36314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4" name="직선 화살표 연결선 463">
            <a:extLst>
              <a:ext uri="{FF2B5EF4-FFF2-40B4-BE49-F238E27FC236}">
                <a16:creationId xmlns:a16="http://schemas.microsoft.com/office/drawing/2014/main" id="{44FF164B-AE1A-9AD1-5486-E36816D9C4F7}"/>
              </a:ext>
            </a:extLst>
          </p:cNvPr>
          <p:cNvCxnSpPr>
            <a:cxnSpLocks/>
          </p:cNvCxnSpPr>
          <p:nvPr/>
        </p:nvCxnSpPr>
        <p:spPr>
          <a:xfrm flipV="1">
            <a:off x="9295136" y="4231332"/>
            <a:ext cx="0" cy="1415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6" name="그룹 465">
            <a:extLst>
              <a:ext uri="{FF2B5EF4-FFF2-40B4-BE49-F238E27FC236}">
                <a16:creationId xmlns:a16="http://schemas.microsoft.com/office/drawing/2014/main" id="{9D8B2101-06EC-8285-BBEC-030CADB0DF48}"/>
              </a:ext>
            </a:extLst>
          </p:cNvPr>
          <p:cNvGrpSpPr/>
          <p:nvPr/>
        </p:nvGrpSpPr>
        <p:grpSpPr>
          <a:xfrm>
            <a:off x="2240087" y="2369187"/>
            <a:ext cx="1238737" cy="2019297"/>
            <a:chOff x="2240087" y="2369187"/>
            <a:chExt cx="1238737" cy="2019297"/>
          </a:xfrm>
        </p:grpSpPr>
        <p:sp>
          <p:nvSpPr>
            <p:cNvPr id="95" name="사각형: 잘린 한쪽 모서리 94">
              <a:extLst>
                <a:ext uri="{FF2B5EF4-FFF2-40B4-BE49-F238E27FC236}">
                  <a16:creationId xmlns:a16="http://schemas.microsoft.com/office/drawing/2014/main" id="{71F86DC3-F112-869E-CD6A-95F293BF97CF}"/>
                </a:ext>
              </a:extLst>
            </p:cNvPr>
            <p:cNvSpPr/>
            <p:nvPr/>
          </p:nvSpPr>
          <p:spPr>
            <a:xfrm>
              <a:off x="2240087" y="2369187"/>
              <a:ext cx="1238737" cy="2019297"/>
            </a:xfrm>
            <a:prstGeom prst="snip1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grpSp>
          <p:nvGrpSpPr>
            <p:cNvPr id="844" name="그룹 843">
              <a:extLst>
                <a:ext uri="{FF2B5EF4-FFF2-40B4-BE49-F238E27FC236}">
                  <a16:creationId xmlns:a16="http://schemas.microsoft.com/office/drawing/2014/main" id="{7BEB209A-A0D2-7C8D-D77B-A29F1864F11C}"/>
                </a:ext>
              </a:extLst>
            </p:cNvPr>
            <p:cNvGrpSpPr/>
            <p:nvPr/>
          </p:nvGrpSpPr>
          <p:grpSpPr>
            <a:xfrm>
              <a:off x="2265657" y="2384665"/>
              <a:ext cx="1112773" cy="1951050"/>
              <a:chOff x="2263945" y="2434829"/>
              <a:chExt cx="1112773" cy="1951050"/>
            </a:xfrm>
          </p:grpSpPr>
          <p:grpSp>
            <p:nvGrpSpPr>
              <p:cNvPr id="165" name="그룹 164">
                <a:extLst>
                  <a:ext uri="{FF2B5EF4-FFF2-40B4-BE49-F238E27FC236}">
                    <a16:creationId xmlns:a16="http://schemas.microsoft.com/office/drawing/2014/main" id="{791273BD-24BA-B4EC-3990-445F1B971A84}"/>
                  </a:ext>
                </a:extLst>
              </p:cNvPr>
              <p:cNvGrpSpPr/>
              <p:nvPr/>
            </p:nvGrpSpPr>
            <p:grpSpPr>
              <a:xfrm>
                <a:off x="2263945" y="2721113"/>
                <a:ext cx="1112773" cy="1664766"/>
                <a:chOff x="152714" y="2631677"/>
                <a:chExt cx="1112773" cy="1664766"/>
              </a:xfrm>
            </p:grpSpPr>
            <p:grpSp>
              <p:nvGrpSpPr>
                <p:cNvPr id="152" name="그룹 151">
                  <a:extLst>
                    <a:ext uri="{FF2B5EF4-FFF2-40B4-BE49-F238E27FC236}">
                      <a16:creationId xmlns:a16="http://schemas.microsoft.com/office/drawing/2014/main" id="{6471FC3C-F191-F27F-6D14-6FDB817DCC8A}"/>
                    </a:ext>
                  </a:extLst>
                </p:cNvPr>
                <p:cNvGrpSpPr/>
                <p:nvPr/>
              </p:nvGrpSpPr>
              <p:grpSpPr>
                <a:xfrm>
                  <a:off x="152714" y="2631677"/>
                  <a:ext cx="1112773" cy="1664766"/>
                  <a:chOff x="152714" y="2631677"/>
                  <a:chExt cx="1112773" cy="1664766"/>
                </a:xfrm>
              </p:grpSpPr>
              <p:sp>
                <p:nvSpPr>
                  <p:cNvPr id="126" name="직사각형 125">
                    <a:extLst>
                      <a:ext uri="{FF2B5EF4-FFF2-40B4-BE49-F238E27FC236}">
                        <a16:creationId xmlns:a16="http://schemas.microsoft.com/office/drawing/2014/main" id="{34C85173-4876-CDF7-5A34-E911DC533132}"/>
                      </a:ext>
                    </a:extLst>
                  </p:cNvPr>
                  <p:cNvSpPr/>
                  <p:nvPr/>
                </p:nvSpPr>
                <p:spPr>
                  <a:xfrm>
                    <a:off x="816612" y="2663889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+mj-lt"/>
                    </a:endParaRPr>
                  </a:p>
                </p:txBody>
              </p:sp>
              <p:sp>
                <p:nvSpPr>
                  <p:cNvPr id="127" name="TextBox 126">
                    <a:extLst>
                      <a:ext uri="{FF2B5EF4-FFF2-40B4-BE49-F238E27FC236}">
                        <a16:creationId xmlns:a16="http://schemas.microsoft.com/office/drawing/2014/main" id="{B2C97BC6-37D3-ECF4-63EE-4DCFFA6E10C0}"/>
                      </a:ext>
                    </a:extLst>
                  </p:cNvPr>
                  <p:cNvSpPr txBox="1"/>
                  <p:nvPr/>
                </p:nvSpPr>
                <p:spPr>
                  <a:xfrm>
                    <a:off x="152714" y="2631677"/>
                    <a:ext cx="577402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 BN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8" name="직사각형 127">
                    <a:extLst>
                      <a:ext uri="{FF2B5EF4-FFF2-40B4-BE49-F238E27FC236}">
                        <a16:creationId xmlns:a16="http://schemas.microsoft.com/office/drawing/2014/main" id="{9E6F361C-C4D6-731F-EA32-2F444DF58B40}"/>
                      </a:ext>
                    </a:extLst>
                  </p:cNvPr>
                  <p:cNvSpPr/>
                  <p:nvPr/>
                </p:nvSpPr>
                <p:spPr>
                  <a:xfrm>
                    <a:off x="816612" y="2938026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+mj-lt"/>
                    </a:endParaRPr>
                  </a:p>
                </p:txBody>
              </p:sp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033BCCD1-F53B-F421-1608-9FF8C10B38E2}"/>
                      </a:ext>
                    </a:extLst>
                  </p:cNvPr>
                  <p:cNvSpPr txBox="1"/>
                  <p:nvPr/>
                </p:nvSpPr>
                <p:spPr>
                  <a:xfrm>
                    <a:off x="163025" y="2915169"/>
                    <a:ext cx="614271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SR 1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0" name="직사각형 129">
                    <a:extLst>
                      <a:ext uri="{FF2B5EF4-FFF2-40B4-BE49-F238E27FC236}">
                        <a16:creationId xmlns:a16="http://schemas.microsoft.com/office/drawing/2014/main" id="{664E86DC-3923-D81A-8608-A487DE89DCB3}"/>
                      </a:ext>
                    </a:extLst>
                  </p:cNvPr>
                  <p:cNvSpPr/>
                  <p:nvPr/>
                </p:nvSpPr>
                <p:spPr>
                  <a:xfrm>
                    <a:off x="816612" y="3224114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+mj-lt"/>
                    </a:endParaRPr>
                  </a:p>
                </p:txBody>
              </p:sp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D6537587-8386-2CFE-E644-055C0319B067}"/>
                      </a:ext>
                    </a:extLst>
                  </p:cNvPr>
                  <p:cNvSpPr txBox="1"/>
                  <p:nvPr/>
                </p:nvSpPr>
                <p:spPr>
                  <a:xfrm>
                    <a:off x="163025" y="3200077"/>
                    <a:ext cx="614272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SR 2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3" name="TextBox 132">
                    <a:extLst>
                      <a:ext uri="{FF2B5EF4-FFF2-40B4-BE49-F238E27FC236}">
                        <a16:creationId xmlns:a16="http://schemas.microsoft.com/office/drawing/2014/main" id="{AC211493-ED84-F591-C7F2-EB806C4D344F}"/>
                      </a:ext>
                    </a:extLst>
                  </p:cNvPr>
                  <p:cNvSpPr txBox="1"/>
                  <p:nvPr/>
                </p:nvSpPr>
                <p:spPr>
                  <a:xfrm>
                    <a:off x="163025" y="3490201"/>
                    <a:ext cx="614272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SR 3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4" name="직사각형 133">
                    <a:extLst>
                      <a:ext uri="{FF2B5EF4-FFF2-40B4-BE49-F238E27FC236}">
                        <a16:creationId xmlns:a16="http://schemas.microsoft.com/office/drawing/2014/main" id="{A07C8EAA-DE7A-58F1-4573-0589E101A9E8}"/>
                      </a:ext>
                    </a:extLst>
                  </p:cNvPr>
                  <p:cNvSpPr/>
                  <p:nvPr/>
                </p:nvSpPr>
                <p:spPr>
                  <a:xfrm>
                    <a:off x="816612" y="3818382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+mj-lt"/>
                    </a:endParaRPr>
                  </a:p>
                </p:txBody>
              </p:sp>
              <p:sp>
                <p:nvSpPr>
                  <p:cNvPr id="135" name="TextBox 134">
                    <a:extLst>
                      <a:ext uri="{FF2B5EF4-FFF2-40B4-BE49-F238E27FC236}">
                        <a16:creationId xmlns:a16="http://schemas.microsoft.com/office/drawing/2014/main" id="{C74D2314-A310-E16D-198E-4FE22ACFC744}"/>
                      </a:ext>
                    </a:extLst>
                  </p:cNvPr>
                  <p:cNvSpPr txBox="1"/>
                  <p:nvPr/>
                </p:nvSpPr>
                <p:spPr>
                  <a:xfrm>
                    <a:off x="157415" y="3785489"/>
                    <a:ext cx="625492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SH 1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6" name="직사각형 135">
                    <a:extLst>
                      <a:ext uri="{FF2B5EF4-FFF2-40B4-BE49-F238E27FC236}">
                        <a16:creationId xmlns:a16="http://schemas.microsoft.com/office/drawing/2014/main" id="{72F2E222-228D-9819-AD32-D776CD563820}"/>
                      </a:ext>
                    </a:extLst>
                  </p:cNvPr>
                  <p:cNvSpPr/>
                  <p:nvPr/>
                </p:nvSpPr>
                <p:spPr>
                  <a:xfrm>
                    <a:off x="816612" y="4110519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+mj-lt"/>
                    </a:endParaRPr>
                  </a:p>
                </p:txBody>
              </p:sp>
              <p:sp>
                <p:nvSpPr>
                  <p:cNvPr id="137" name="TextBox 136">
                    <a:extLst>
                      <a:ext uri="{FF2B5EF4-FFF2-40B4-BE49-F238E27FC236}">
                        <a16:creationId xmlns:a16="http://schemas.microsoft.com/office/drawing/2014/main" id="{7B20062A-9425-8F96-2BFA-0DA778F4CD96}"/>
                      </a:ext>
                    </a:extLst>
                  </p:cNvPr>
                  <p:cNvSpPr txBox="1"/>
                  <p:nvPr/>
                </p:nvSpPr>
                <p:spPr>
                  <a:xfrm>
                    <a:off x="157415" y="4080999"/>
                    <a:ext cx="625492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SH 2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08BFD29E-5907-45A2-6E4B-C5F8B7F6F3C3}"/>
                    </a:ext>
                  </a:extLst>
                </p:cNvPr>
                <p:cNvSpPr/>
                <p:nvPr/>
              </p:nvSpPr>
              <p:spPr>
                <a:xfrm>
                  <a:off x="816612" y="3537561"/>
                  <a:ext cx="448875" cy="16972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j-lt"/>
                  </a:endParaRPr>
                </a:p>
              </p:txBody>
            </p:sp>
          </p:grpSp>
          <p:sp>
            <p:nvSpPr>
              <p:cNvPr id="658" name="TextBox 657">
                <a:extLst>
                  <a:ext uri="{FF2B5EF4-FFF2-40B4-BE49-F238E27FC236}">
                    <a16:creationId xmlns:a16="http://schemas.microsoft.com/office/drawing/2014/main" id="{28102506-BF30-C053-4760-8798D83BCD43}"/>
                  </a:ext>
                </a:extLst>
              </p:cNvPr>
              <p:cNvSpPr txBox="1"/>
              <p:nvPr/>
            </p:nvSpPr>
            <p:spPr>
              <a:xfrm>
                <a:off x="2403443" y="2434829"/>
                <a:ext cx="8685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>
                    <a:latin typeface="+mj-lt"/>
                  </a:rPr>
                  <a:t>Reformer</a:t>
                </a:r>
                <a:endParaRPr lang="ko-KR" altLang="en-US" sz="1200" b="1">
                  <a:latin typeface="+mj-lt"/>
                </a:endParaRPr>
              </a:p>
            </p:txBody>
          </p:sp>
        </p:grpSp>
      </p:grpSp>
      <p:grpSp>
        <p:nvGrpSpPr>
          <p:cNvPr id="515" name="그룹 514">
            <a:extLst>
              <a:ext uri="{FF2B5EF4-FFF2-40B4-BE49-F238E27FC236}">
                <a16:creationId xmlns:a16="http://schemas.microsoft.com/office/drawing/2014/main" id="{4B85FA16-903A-270C-AD0D-90750DECA9F4}"/>
              </a:ext>
            </a:extLst>
          </p:cNvPr>
          <p:cNvGrpSpPr/>
          <p:nvPr/>
        </p:nvGrpSpPr>
        <p:grpSpPr>
          <a:xfrm>
            <a:off x="7157582" y="2514517"/>
            <a:ext cx="1526345" cy="622717"/>
            <a:chOff x="7169504" y="1666487"/>
            <a:chExt cx="1526345" cy="622717"/>
          </a:xfrm>
        </p:grpSpPr>
        <p:grpSp>
          <p:nvGrpSpPr>
            <p:cNvPr id="516" name="그룹 515">
              <a:extLst>
                <a:ext uri="{FF2B5EF4-FFF2-40B4-BE49-F238E27FC236}">
                  <a16:creationId xmlns:a16="http://schemas.microsoft.com/office/drawing/2014/main" id="{1E7D9A91-2757-944D-F3D7-9FB481E53242}"/>
                </a:ext>
              </a:extLst>
            </p:cNvPr>
            <p:cNvGrpSpPr/>
            <p:nvPr/>
          </p:nvGrpSpPr>
          <p:grpSpPr>
            <a:xfrm>
              <a:off x="7204415" y="1666487"/>
              <a:ext cx="1491434" cy="622717"/>
              <a:chOff x="6974238" y="1714898"/>
              <a:chExt cx="1491434" cy="971542"/>
            </a:xfrm>
          </p:grpSpPr>
          <p:sp>
            <p:nvSpPr>
              <p:cNvPr id="519" name="사각형: 둥근 모서리 518">
                <a:extLst>
                  <a:ext uri="{FF2B5EF4-FFF2-40B4-BE49-F238E27FC236}">
                    <a16:creationId xmlns:a16="http://schemas.microsoft.com/office/drawing/2014/main" id="{43FFAD80-DBB7-9A37-BCFF-0479FE8B5DB6}"/>
                  </a:ext>
                </a:extLst>
              </p:cNvPr>
              <p:cNvSpPr/>
              <p:nvPr/>
            </p:nvSpPr>
            <p:spPr>
              <a:xfrm>
                <a:off x="6974238" y="1714898"/>
                <a:ext cx="1491434" cy="971542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520" name="TextBox 519">
                <a:extLst>
                  <a:ext uri="{FF2B5EF4-FFF2-40B4-BE49-F238E27FC236}">
                    <a16:creationId xmlns:a16="http://schemas.microsoft.com/office/drawing/2014/main" id="{B9479ABB-7134-8489-4CC1-4AB813197724}"/>
                  </a:ext>
                </a:extLst>
              </p:cNvPr>
              <p:cNvSpPr txBox="1"/>
              <p:nvPr/>
            </p:nvSpPr>
            <p:spPr>
              <a:xfrm>
                <a:off x="6975064" y="1731167"/>
                <a:ext cx="714170" cy="4321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>
                    <a:latin typeface="+mj-lt"/>
                  </a:rPr>
                  <a:t>Stack 2</a:t>
                </a:r>
                <a:endParaRPr lang="ko-KR" altLang="en-US" sz="1200" b="1">
                  <a:latin typeface="+mj-lt"/>
                </a:endParaRPr>
              </a:p>
            </p:txBody>
          </p:sp>
        </p:grpSp>
        <p:sp>
          <p:nvSpPr>
            <p:cNvPr id="517" name="직사각형 516">
              <a:extLst>
                <a:ext uri="{FF2B5EF4-FFF2-40B4-BE49-F238E27FC236}">
                  <a16:creationId xmlns:a16="http://schemas.microsoft.com/office/drawing/2014/main" id="{9801DC35-8899-5F27-6AA3-341595664B05}"/>
                </a:ext>
              </a:extLst>
            </p:cNvPr>
            <p:cNvSpPr/>
            <p:nvPr/>
          </p:nvSpPr>
          <p:spPr>
            <a:xfrm>
              <a:off x="7998614" y="1998679"/>
              <a:ext cx="484612" cy="17773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27BB557A-BD2E-5EA3-ACE0-0FFA8BD15508}"/>
                </a:ext>
              </a:extLst>
            </p:cNvPr>
            <p:cNvSpPr txBox="1"/>
            <p:nvPr/>
          </p:nvSpPr>
          <p:spPr>
            <a:xfrm>
              <a:off x="7169504" y="2002261"/>
              <a:ext cx="84991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Anode2 P 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[kPa]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537" name="TextBox 536">
            <a:extLst>
              <a:ext uri="{FF2B5EF4-FFF2-40B4-BE49-F238E27FC236}">
                <a16:creationId xmlns:a16="http://schemas.microsoft.com/office/drawing/2014/main" id="{FA0ED586-D265-4F9F-72E0-EEB194C51604}"/>
              </a:ext>
            </a:extLst>
          </p:cNvPr>
          <p:cNvSpPr txBox="1"/>
          <p:nvPr/>
        </p:nvSpPr>
        <p:spPr>
          <a:xfrm>
            <a:off x="6734522" y="3414576"/>
            <a:ext cx="6850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ST2 Out [</a:t>
            </a:r>
            <a:r>
              <a:rPr lang="ko-KR" altLang="en-US" sz="700" b="1">
                <a:latin typeface="+mj-lt"/>
              </a:rPr>
              <a:t>℃</a:t>
            </a:r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053A66E-3EBD-26BC-A9AB-B6303B8EF20A}"/>
              </a:ext>
            </a:extLst>
          </p:cNvPr>
          <p:cNvGrpSpPr/>
          <p:nvPr/>
        </p:nvGrpSpPr>
        <p:grpSpPr>
          <a:xfrm>
            <a:off x="7271044" y="5303933"/>
            <a:ext cx="1126449" cy="1440387"/>
            <a:chOff x="7321371" y="5412332"/>
            <a:chExt cx="1126449" cy="1440387"/>
          </a:xfrm>
        </p:grpSpPr>
        <p:grpSp>
          <p:nvGrpSpPr>
            <p:cNvPr id="886" name="그룹 885">
              <a:extLst>
                <a:ext uri="{FF2B5EF4-FFF2-40B4-BE49-F238E27FC236}">
                  <a16:creationId xmlns:a16="http://schemas.microsoft.com/office/drawing/2014/main" id="{BE9EA483-BA9B-E992-0F16-F04CC66B999B}"/>
                </a:ext>
              </a:extLst>
            </p:cNvPr>
            <p:cNvGrpSpPr/>
            <p:nvPr/>
          </p:nvGrpSpPr>
          <p:grpSpPr>
            <a:xfrm>
              <a:off x="7321371" y="5412332"/>
              <a:ext cx="1042616" cy="1440387"/>
              <a:chOff x="7511678" y="5400878"/>
              <a:chExt cx="1042616" cy="1527551"/>
            </a:xfrm>
          </p:grpSpPr>
          <p:grpSp>
            <p:nvGrpSpPr>
              <p:cNvPr id="797" name="그룹 796">
                <a:extLst>
                  <a:ext uri="{FF2B5EF4-FFF2-40B4-BE49-F238E27FC236}">
                    <a16:creationId xmlns:a16="http://schemas.microsoft.com/office/drawing/2014/main" id="{A4C0DF43-F646-2BE3-3CB8-425845337CA6}"/>
                  </a:ext>
                </a:extLst>
              </p:cNvPr>
              <p:cNvGrpSpPr/>
              <p:nvPr/>
            </p:nvGrpSpPr>
            <p:grpSpPr>
              <a:xfrm>
                <a:off x="7521077" y="5400878"/>
                <a:ext cx="1033217" cy="1527551"/>
                <a:chOff x="7801186" y="5432099"/>
                <a:chExt cx="1033217" cy="1527551"/>
              </a:xfrm>
            </p:grpSpPr>
            <p:sp>
              <p:nvSpPr>
                <p:cNvPr id="795" name="사각형: 잘린 위쪽 모서리 794">
                  <a:extLst>
                    <a:ext uri="{FF2B5EF4-FFF2-40B4-BE49-F238E27FC236}">
                      <a16:creationId xmlns:a16="http://schemas.microsoft.com/office/drawing/2014/main" id="{C8928767-7E62-7012-FA73-CC2C8278A058}"/>
                    </a:ext>
                  </a:extLst>
                </p:cNvPr>
                <p:cNvSpPr/>
                <p:nvPr/>
              </p:nvSpPr>
              <p:spPr>
                <a:xfrm>
                  <a:off x="7801186" y="5432099"/>
                  <a:ext cx="1033217" cy="1527551"/>
                </a:xfrm>
                <a:prstGeom prst="snip2Same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796" name="TextBox 795">
                  <a:extLst>
                    <a:ext uri="{FF2B5EF4-FFF2-40B4-BE49-F238E27FC236}">
                      <a16:creationId xmlns:a16="http://schemas.microsoft.com/office/drawing/2014/main" id="{4CD8907D-A30F-D30B-5A10-C6255FB83525}"/>
                    </a:ext>
                  </a:extLst>
                </p:cNvPr>
                <p:cNvSpPr txBox="1"/>
                <p:nvPr/>
              </p:nvSpPr>
              <p:spPr>
                <a:xfrm>
                  <a:off x="7969805" y="5436359"/>
                  <a:ext cx="657552" cy="2937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b="1">
                      <a:latin typeface="+mj-lt"/>
                    </a:rPr>
                    <a:t>H W T</a:t>
                  </a:r>
                  <a:endParaRPr lang="ko-KR" altLang="en-US" sz="1200" b="1">
                    <a:latin typeface="+mj-lt"/>
                  </a:endParaRPr>
                </a:p>
              </p:txBody>
            </p:sp>
          </p:grpSp>
          <p:sp>
            <p:nvSpPr>
              <p:cNvPr id="881" name="TextBox 880">
                <a:extLst>
                  <a:ext uri="{FF2B5EF4-FFF2-40B4-BE49-F238E27FC236}">
                    <a16:creationId xmlns:a16="http://schemas.microsoft.com/office/drawing/2014/main" id="{A1707FA8-F887-063D-EEB8-69F32EEF5473}"/>
                  </a:ext>
                </a:extLst>
              </p:cNvPr>
              <p:cNvSpPr txBox="1"/>
              <p:nvPr/>
            </p:nvSpPr>
            <p:spPr>
              <a:xfrm>
                <a:off x="7511678" y="5664344"/>
                <a:ext cx="654345" cy="212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High T [</a:t>
                </a:r>
                <a:r>
                  <a:rPr lang="ko-KR" altLang="en-US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3" name="TextBox 882">
                <a:extLst>
                  <a:ext uri="{FF2B5EF4-FFF2-40B4-BE49-F238E27FC236}">
                    <a16:creationId xmlns:a16="http://schemas.microsoft.com/office/drawing/2014/main" id="{6021C3DB-77BF-0A7B-2B12-7EF1D0D42173}"/>
                  </a:ext>
                </a:extLst>
              </p:cNvPr>
              <p:cNvSpPr txBox="1"/>
              <p:nvPr/>
            </p:nvSpPr>
            <p:spPr>
              <a:xfrm>
                <a:off x="7519813" y="6455965"/>
                <a:ext cx="625491" cy="212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Low </a:t>
                </a:r>
                <a:r>
                  <a:rPr lang="en-US" altLang="ko-KR" sz="7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T [</a:t>
                </a:r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2" name="직사각형 881">
                <a:extLst>
                  <a:ext uri="{FF2B5EF4-FFF2-40B4-BE49-F238E27FC236}">
                    <a16:creationId xmlns:a16="http://schemas.microsoft.com/office/drawing/2014/main" id="{4DAF93BE-C7BB-F59B-A8B0-1C9FFB4AF0F7}"/>
                  </a:ext>
                </a:extLst>
              </p:cNvPr>
              <p:cNvSpPr/>
              <p:nvPr/>
            </p:nvSpPr>
            <p:spPr>
              <a:xfrm>
                <a:off x="7586765" y="6627000"/>
                <a:ext cx="448875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880" name="직사각형 879">
                <a:extLst>
                  <a:ext uri="{FF2B5EF4-FFF2-40B4-BE49-F238E27FC236}">
                    <a16:creationId xmlns:a16="http://schemas.microsoft.com/office/drawing/2014/main" id="{470A5ADA-B076-90C9-89A6-D020911D0369}"/>
                  </a:ext>
                </a:extLst>
              </p:cNvPr>
              <p:cNvSpPr/>
              <p:nvPr/>
            </p:nvSpPr>
            <p:spPr>
              <a:xfrm>
                <a:off x="7587426" y="5862656"/>
                <a:ext cx="448875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pic>
          <p:nvPicPr>
            <p:cNvPr id="236" name="그림 235">
              <a:extLst>
                <a:ext uri="{FF2B5EF4-FFF2-40B4-BE49-F238E27FC236}">
                  <a16:creationId xmlns:a16="http://schemas.microsoft.com/office/drawing/2014/main" id="{E8EF874B-12D9-AB18-2829-E41C85D48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backgroundMark x1="93930" y1="41137" x2="93930" y2="41137"/>
                          <a14:backgroundMark x1="78914" y1="19398" x2="88498" y2="54181"/>
                          <a14:backgroundMark x1="25879" y1="12375" x2="7029" y2="30100"/>
                          <a14:backgroundMark x1="7029" y1="30100" x2="7668" y2="58528"/>
                          <a14:backgroundMark x1="7668" y1="58528" x2="13738" y2="78595"/>
                          <a14:backgroundMark x1="13738" y1="78595" x2="32907" y2="97659"/>
                          <a14:backgroundMark x1="32907" y1="97659" x2="49521" y2="98328"/>
                          <a14:backgroundMark x1="49521" y1="98328" x2="76038" y2="94314"/>
                          <a14:backgroundMark x1="76038" y1="94314" x2="84665" y2="75585"/>
                          <a14:backgroundMark x1="84665" y1="75585" x2="83387" y2="41137"/>
                          <a14:backgroundMark x1="83387" y1="41137" x2="74760" y2="14716"/>
                          <a14:backgroundMark x1="74760" y1="14716" x2="52077" y2="4013"/>
                          <a14:backgroundMark x1="52077" y1="4013" x2="25879" y2="12375"/>
                          <a14:backgroundMark x1="25879" y1="12375" x2="21406" y2="1605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491412" y="5881783"/>
              <a:ext cx="956408" cy="722546"/>
            </a:xfrm>
            <a:prstGeom prst="rect">
              <a:avLst/>
            </a:prstGeom>
          </p:spPr>
        </p:pic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1AB35DCC-6830-F136-11EE-C275D24569E5}"/>
              </a:ext>
            </a:extLst>
          </p:cNvPr>
          <p:cNvGrpSpPr/>
          <p:nvPr/>
        </p:nvGrpSpPr>
        <p:grpSpPr>
          <a:xfrm>
            <a:off x="4390512" y="6180380"/>
            <a:ext cx="2192457" cy="538225"/>
            <a:chOff x="4289858" y="6106584"/>
            <a:chExt cx="2192457" cy="538225"/>
          </a:xfrm>
        </p:grpSpPr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24B4C477-A3A6-7BCD-13C8-0B8BD95EC58E}"/>
                </a:ext>
              </a:extLst>
            </p:cNvPr>
            <p:cNvGrpSpPr/>
            <p:nvPr/>
          </p:nvGrpSpPr>
          <p:grpSpPr>
            <a:xfrm>
              <a:off x="4289858" y="6106584"/>
              <a:ext cx="860782" cy="536706"/>
              <a:chOff x="3141383" y="6124245"/>
              <a:chExt cx="860782" cy="536706"/>
            </a:xfrm>
          </p:grpSpPr>
          <p:grpSp>
            <p:nvGrpSpPr>
              <p:cNvPr id="240" name="그룹 239">
                <a:extLst>
                  <a:ext uri="{FF2B5EF4-FFF2-40B4-BE49-F238E27FC236}">
                    <a16:creationId xmlns:a16="http://schemas.microsoft.com/office/drawing/2014/main" id="{A9FF858E-4B07-0AA6-16F1-DCA300972713}"/>
                  </a:ext>
                </a:extLst>
              </p:cNvPr>
              <p:cNvGrpSpPr/>
              <p:nvPr/>
            </p:nvGrpSpPr>
            <p:grpSpPr>
              <a:xfrm>
                <a:off x="3238170" y="6294018"/>
                <a:ext cx="763995" cy="366933"/>
                <a:chOff x="3230068" y="6163839"/>
                <a:chExt cx="763995" cy="366933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BBB0940-01EB-B593-CA6C-5ED0BBABA7BE}"/>
                    </a:ext>
                  </a:extLst>
                </p:cNvPr>
                <p:cNvSpPr txBox="1"/>
                <p:nvPr/>
              </p:nvSpPr>
              <p:spPr>
                <a:xfrm>
                  <a:off x="3230068" y="6163839"/>
                  <a:ext cx="763995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ko-KR"/>
                  </a:defPPr>
                  <a:lvl1pPr algn="ctr">
                    <a:defRPr sz="800" b="1"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</a:lstStyle>
                <a:p>
                  <a:r>
                    <a:rPr lang="en-US" altLang="ko-KR">
                      <a:latin typeface="+mj-lt"/>
                      <a:ea typeface="굴림" panose="020B0600000101010101" pitchFamily="50" charset="-127"/>
                    </a:rPr>
                    <a:t>IN T [</a:t>
                  </a:r>
                  <a:r>
                    <a:rPr lang="ko-KR" altLang="en-US">
                      <a:latin typeface="+mj-lt"/>
                      <a:ea typeface="굴림" panose="020B0600000101010101" pitchFamily="50" charset="-127"/>
                    </a:rPr>
                    <a:t>℃</a:t>
                  </a:r>
                  <a:r>
                    <a:rPr lang="en-US" altLang="ko-KR">
                      <a:latin typeface="+mj-lt"/>
                      <a:ea typeface="굴림" panose="020B0600000101010101" pitchFamily="50" charset="-127"/>
                    </a:rPr>
                    <a:t>]</a:t>
                  </a:r>
                  <a:endParaRPr lang="ko-KR" altLang="en-US" dirty="0">
                    <a:latin typeface="+mj-lt"/>
                  </a:endParaRPr>
                </a:p>
              </p:txBody>
            </p:sp>
            <p:sp>
              <p:nvSpPr>
                <p:cNvPr id="188" name="직사각형 187">
                  <a:extLst>
                    <a:ext uri="{FF2B5EF4-FFF2-40B4-BE49-F238E27FC236}">
                      <a16:creationId xmlns:a16="http://schemas.microsoft.com/office/drawing/2014/main" id="{1025E1BD-FD50-0DB2-FAF5-19E4B3E56133}"/>
                    </a:ext>
                  </a:extLst>
                </p:cNvPr>
                <p:cNvSpPr/>
                <p:nvPr/>
              </p:nvSpPr>
              <p:spPr>
                <a:xfrm>
                  <a:off x="3389519" y="6361043"/>
                  <a:ext cx="448875" cy="16972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p:grp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FC83D5-80FA-916E-512F-0043693D4316}"/>
                  </a:ext>
                </a:extLst>
              </p:cNvPr>
              <p:cNvSpPr txBox="1"/>
              <p:nvPr/>
            </p:nvSpPr>
            <p:spPr>
              <a:xfrm>
                <a:off x="3141383" y="6124245"/>
                <a:ext cx="4876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200" b="1">
                    <a:latin typeface="+mj-lt"/>
                    <a:cs typeface="Times New Roman" panose="02020603050405020304" pitchFamily="18" charset="0"/>
                  </a:rPr>
                  <a:t>EHR</a:t>
                </a:r>
                <a:endParaRPr lang="ko-KR" altLang="en-US" sz="12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61BC431-F7E6-DB03-8A66-F1F78CE52DD8}"/>
                </a:ext>
              </a:extLst>
            </p:cNvPr>
            <p:cNvSpPr txBox="1"/>
            <p:nvPr/>
          </p:nvSpPr>
          <p:spPr>
            <a:xfrm>
              <a:off x="5036667" y="6277876"/>
              <a:ext cx="76399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ko-KR">
                  <a:latin typeface="+mj-lt"/>
                  <a:ea typeface="굴림" panose="020B0600000101010101" pitchFamily="50" charset="-127"/>
                </a:rPr>
                <a:t>OUT T [</a:t>
              </a:r>
              <a:r>
                <a:rPr lang="ko-KR" altLang="en-US">
                  <a:latin typeface="+mj-lt"/>
                  <a:ea typeface="굴림" panose="020B0600000101010101" pitchFamily="50" charset="-127"/>
                </a:rPr>
                <a:t>℃</a:t>
              </a:r>
              <a:r>
                <a:rPr lang="en-US" altLang="ko-KR">
                  <a:latin typeface="+mj-lt"/>
                  <a:ea typeface="굴림" panose="020B0600000101010101" pitchFamily="50" charset="-127"/>
                </a:rPr>
                <a:t>]</a:t>
              </a:r>
              <a:endParaRPr lang="ko-KR" altLang="en-US" dirty="0">
                <a:latin typeface="+mj-lt"/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5ECE8B0B-54C4-09D8-EDBD-7755DC0F68EA}"/>
                </a:ext>
              </a:extLst>
            </p:cNvPr>
            <p:cNvSpPr/>
            <p:nvPr/>
          </p:nvSpPr>
          <p:spPr>
            <a:xfrm>
              <a:off x="5177921" y="6475080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00D6847-DF59-1266-F094-D69C5EC5054E}"/>
                </a:ext>
              </a:extLst>
            </p:cNvPr>
            <p:cNvSpPr txBox="1"/>
            <p:nvPr/>
          </p:nvSpPr>
          <p:spPr>
            <a:xfrm>
              <a:off x="5718320" y="6281321"/>
              <a:ext cx="76399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ko-KR">
                  <a:latin typeface="+mj-lt"/>
                  <a:ea typeface="굴림" panose="020B0600000101010101" pitchFamily="50" charset="-127"/>
                </a:rPr>
                <a:t>Flow [LPM]</a:t>
              </a:r>
              <a:endParaRPr lang="ko-KR" altLang="en-US" dirty="0">
                <a:latin typeface="+mj-lt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D3A8E033-AB28-DD7C-0F31-760E49F7C38A}"/>
                </a:ext>
              </a:extLst>
            </p:cNvPr>
            <p:cNvSpPr/>
            <p:nvPr/>
          </p:nvSpPr>
          <p:spPr>
            <a:xfrm>
              <a:off x="5883444" y="6472195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6787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06C23-39DB-D849-EEF5-5CA72B572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직사각형 469">
            <a:extLst>
              <a:ext uri="{FF2B5EF4-FFF2-40B4-BE49-F238E27FC236}">
                <a16:creationId xmlns:a16="http://schemas.microsoft.com/office/drawing/2014/main" id="{804EABB1-0F8C-3DED-FEE7-8FD66F72EBB0}"/>
              </a:ext>
            </a:extLst>
          </p:cNvPr>
          <p:cNvSpPr/>
          <p:nvPr/>
        </p:nvSpPr>
        <p:spPr>
          <a:xfrm>
            <a:off x="-12000" y="-4252"/>
            <a:ext cx="12192000" cy="6862252"/>
          </a:xfrm>
          <a:prstGeom prst="rect">
            <a:avLst/>
          </a:prstGeom>
          <a:solidFill>
            <a:srgbClr val="D5DB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b="1"/>
          </a:p>
        </p:txBody>
      </p:sp>
      <p:sp>
        <p:nvSpPr>
          <p:cNvPr id="559" name="사각형: 잘린 위쪽 모서리 558">
            <a:extLst>
              <a:ext uri="{FF2B5EF4-FFF2-40B4-BE49-F238E27FC236}">
                <a16:creationId xmlns:a16="http://schemas.microsoft.com/office/drawing/2014/main" id="{5EF6A5CF-DDE7-A240-EF5D-B7FB2D8349DF}"/>
              </a:ext>
            </a:extLst>
          </p:cNvPr>
          <p:cNvSpPr/>
          <p:nvPr/>
        </p:nvSpPr>
        <p:spPr>
          <a:xfrm>
            <a:off x="4315553" y="6199091"/>
            <a:ext cx="2313268" cy="595391"/>
          </a:xfrm>
          <a:prstGeom prst="snip2Same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62FCD4FA-0E55-EDD4-D9A5-84628FBD4082}"/>
              </a:ext>
            </a:extLst>
          </p:cNvPr>
          <p:cNvGrpSpPr/>
          <p:nvPr/>
        </p:nvGrpSpPr>
        <p:grpSpPr>
          <a:xfrm>
            <a:off x="222562" y="222383"/>
            <a:ext cx="2518017" cy="414253"/>
            <a:chOff x="2548156" y="212752"/>
            <a:chExt cx="2518017" cy="414253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54314F40-CAD7-1DCF-738B-56A6CBB0B443}"/>
                </a:ext>
              </a:extLst>
            </p:cNvPr>
            <p:cNvGrpSpPr/>
            <p:nvPr/>
          </p:nvGrpSpPr>
          <p:grpSpPr>
            <a:xfrm>
              <a:off x="2548156" y="212752"/>
              <a:ext cx="2518017" cy="414253"/>
              <a:chOff x="2548156" y="212752"/>
              <a:chExt cx="2518017" cy="414253"/>
            </a:xfrm>
          </p:grpSpPr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6C89B210-A784-37D9-F0A0-6C2F4ED79E4F}"/>
                  </a:ext>
                </a:extLst>
              </p:cNvPr>
              <p:cNvSpPr/>
              <p:nvPr/>
            </p:nvSpPr>
            <p:spPr>
              <a:xfrm>
                <a:off x="2548156" y="238560"/>
                <a:ext cx="594093" cy="366568"/>
              </a:xfrm>
              <a:prstGeom prst="rect">
                <a:avLst/>
              </a:prstGeom>
              <a:solidFill>
                <a:srgbClr val="496CB6"/>
              </a:solidFill>
              <a:ln>
                <a:solidFill>
                  <a:schemeClr val="dk1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bg1">
                        <a:lumMod val="9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Connect</a:t>
                </a:r>
                <a:endParaRPr lang="ko-KR" altLang="en-US" sz="800" b="1" dirty="0">
                  <a:solidFill>
                    <a:schemeClr val="bg1">
                      <a:lumMod val="95000"/>
                    </a:schemeClr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250FD904-61A6-9CA4-37EB-866962C494AE}"/>
                  </a:ext>
                </a:extLst>
              </p:cNvPr>
              <p:cNvSpPr/>
              <p:nvPr/>
            </p:nvSpPr>
            <p:spPr>
              <a:xfrm>
                <a:off x="3424158" y="235609"/>
                <a:ext cx="448875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latin typeface="+mj-lt"/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F18DAEF-2FE8-F571-AB89-607E97937C22}"/>
                  </a:ext>
                </a:extLst>
              </p:cNvPr>
              <p:cNvSpPr/>
              <p:nvPr/>
            </p:nvSpPr>
            <p:spPr>
              <a:xfrm>
                <a:off x="3431553" y="437702"/>
                <a:ext cx="448875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>
                  <a:latin typeface="+mj-lt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A4B068-CAF8-10BB-B215-2FE958C64A1D}"/>
                  </a:ext>
                </a:extLst>
              </p:cNvPr>
              <p:cNvSpPr txBox="1"/>
              <p:nvPr/>
            </p:nvSpPr>
            <p:spPr>
              <a:xfrm>
                <a:off x="3168569" y="212752"/>
                <a:ext cx="196180" cy="21544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cs typeface="Times New Roman" panose="02020603050405020304" pitchFamily="18" charset="0"/>
                  </a:rPr>
                  <a:t>Rx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1D9B6C-9293-0196-5C7A-8DB8B8D094FE}"/>
                  </a:ext>
                </a:extLst>
              </p:cNvPr>
              <p:cNvSpPr txBox="1"/>
              <p:nvPr/>
            </p:nvSpPr>
            <p:spPr>
              <a:xfrm>
                <a:off x="3172605" y="411561"/>
                <a:ext cx="186517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Tx</a:t>
                </a:r>
                <a:endParaRPr lang="en-US" altLang="ko-KR" sz="800" b="1" dirty="0" err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38D86292-B04C-7368-AD6E-28410EBFC2E1}"/>
                  </a:ext>
                </a:extLst>
              </p:cNvPr>
              <p:cNvSpPr/>
              <p:nvPr/>
            </p:nvSpPr>
            <p:spPr>
              <a:xfrm>
                <a:off x="4512567" y="238560"/>
                <a:ext cx="553606" cy="366568"/>
              </a:xfrm>
              <a:prstGeom prst="rect">
                <a:avLst/>
              </a:prstGeom>
              <a:solidFill>
                <a:srgbClr val="496CB6"/>
              </a:solidFill>
              <a:ln>
                <a:solidFill>
                  <a:schemeClr val="dk1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bg1">
                        <a:lumMod val="95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Reset</a:t>
                </a:r>
                <a:endParaRPr lang="ko-KR" altLang="en-US" sz="1000" b="1" dirty="0">
                  <a:solidFill>
                    <a:schemeClr val="bg1">
                      <a:lumMod val="95000"/>
                    </a:schemeClr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AB88AF3D-C2D7-D051-1750-38C1EE2C3156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38789" t="34972" r="56421" b="56197"/>
              <a:stretch/>
            </p:blipFill>
            <p:spPr>
              <a:xfrm>
                <a:off x="3971882" y="438810"/>
                <a:ext cx="450028" cy="168621"/>
              </a:xfrm>
              <a:prstGeom prst="rect">
                <a:avLst/>
              </a:prstGeom>
            </p:spPr>
          </p:pic>
        </p:grp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79AA370-A412-4AF4-E31C-856425C40CC6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/>
            <a:srcRect l="29075" t="34902" r="65924" b="55922"/>
            <a:stretch/>
          </p:blipFill>
          <p:spPr>
            <a:xfrm>
              <a:off x="3972676" y="236256"/>
              <a:ext cx="450028" cy="168621"/>
            </a:xfrm>
            <a:prstGeom prst="rect">
              <a:avLst/>
            </a:prstGeom>
          </p:spPr>
        </p:pic>
      </p:grpSp>
      <p:grpSp>
        <p:nvGrpSpPr>
          <p:cNvPr id="826" name="그룹 825">
            <a:extLst>
              <a:ext uri="{FF2B5EF4-FFF2-40B4-BE49-F238E27FC236}">
                <a16:creationId xmlns:a16="http://schemas.microsoft.com/office/drawing/2014/main" id="{E9C08C02-933A-CBA6-7E6B-0ED4EC39E6CE}"/>
              </a:ext>
            </a:extLst>
          </p:cNvPr>
          <p:cNvGrpSpPr/>
          <p:nvPr/>
        </p:nvGrpSpPr>
        <p:grpSpPr>
          <a:xfrm>
            <a:off x="5896634" y="197093"/>
            <a:ext cx="1786818" cy="376758"/>
            <a:chOff x="8022536" y="225221"/>
            <a:chExt cx="1786818" cy="376758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3EBC8378-5204-E8C9-14CA-CABAFD185617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/>
            <a:srcRect l="29075" t="34902" r="65924" b="55922"/>
            <a:stretch/>
          </p:blipFill>
          <p:spPr>
            <a:xfrm>
              <a:off x="8649917" y="433358"/>
              <a:ext cx="250016" cy="168621"/>
            </a:xfrm>
            <a:prstGeom prst="rect">
              <a:avLst/>
            </a:prstGeom>
          </p:spPr>
        </p:pic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D9CDED16-3361-ECAB-6242-678779321810}"/>
                </a:ext>
              </a:extLst>
            </p:cNvPr>
            <p:cNvGrpSpPr/>
            <p:nvPr/>
          </p:nvGrpSpPr>
          <p:grpSpPr>
            <a:xfrm>
              <a:off x="8022536" y="225221"/>
              <a:ext cx="1786818" cy="376758"/>
              <a:chOff x="8022536" y="225221"/>
              <a:chExt cx="1786818" cy="376758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2B4369ED-DAA8-5EB7-A5C8-2ECFC59CE981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29075" t="34902" r="65924" b="55922"/>
              <a:stretch/>
            </p:blipFill>
            <p:spPr>
              <a:xfrm>
                <a:off x="8372993" y="433358"/>
                <a:ext cx="250016" cy="168621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D6A1EBE-3228-3363-16E2-6B830DFE7202}"/>
                  </a:ext>
                </a:extLst>
              </p:cNvPr>
              <p:cNvSpPr txBox="1"/>
              <p:nvPr/>
            </p:nvSpPr>
            <p:spPr>
              <a:xfrm>
                <a:off x="8323915" y="241708"/>
                <a:ext cx="34817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>
                    <a:latin typeface="+mj-lt"/>
                    <a:cs typeface="Times New Roman" panose="02020603050405020304" pitchFamily="18" charset="0"/>
                  </a:rPr>
                  <a:t>INV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4D4EA45-E205-31F0-2371-2BBC780E8169}"/>
                  </a:ext>
                </a:extLst>
              </p:cNvPr>
              <p:cNvSpPr txBox="1"/>
              <p:nvPr/>
            </p:nvSpPr>
            <p:spPr>
              <a:xfrm>
                <a:off x="8554338" y="225221"/>
                <a:ext cx="44114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>
                    <a:latin typeface="+mj-lt"/>
                    <a:cs typeface="Times New Roman" panose="02020603050405020304" pitchFamily="18" charset="0"/>
                  </a:rPr>
                  <a:t>CVM1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8674CCFB-53B9-D3F5-8C14-D9122E616D85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29075" t="34902" r="65924" b="55922"/>
              <a:stretch/>
            </p:blipFill>
            <p:spPr>
              <a:xfrm>
                <a:off x="8926911" y="433358"/>
                <a:ext cx="250016" cy="168621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D237F82-4E7A-E045-703D-9E9CF1C65020}"/>
                  </a:ext>
                </a:extLst>
              </p:cNvPr>
              <p:cNvSpPr txBox="1"/>
              <p:nvPr/>
            </p:nvSpPr>
            <p:spPr>
              <a:xfrm>
                <a:off x="8849435" y="225221"/>
                <a:ext cx="44114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>
                    <a:latin typeface="+mj-lt"/>
                    <a:cs typeface="Times New Roman" panose="02020603050405020304" pitchFamily="18" charset="0"/>
                  </a:rPr>
                  <a:t>CVM2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14607929-A1E7-85A4-F1E9-F17371157735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29075" t="34902" r="65924" b="55922"/>
              <a:stretch/>
            </p:blipFill>
            <p:spPr>
              <a:xfrm>
                <a:off x="9201657" y="433358"/>
                <a:ext cx="250016" cy="168621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2201652-E631-7C2E-B861-0748F716C9C7}"/>
                  </a:ext>
                </a:extLst>
              </p:cNvPr>
              <p:cNvSpPr txBox="1"/>
              <p:nvPr/>
            </p:nvSpPr>
            <p:spPr>
              <a:xfrm>
                <a:off x="9165877" y="241708"/>
                <a:ext cx="321576" cy="2037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cs typeface="Times New Roman" panose="02020603050405020304" pitchFamily="18" charset="0"/>
                  </a:rPr>
                  <a:t>FM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1BC86F43-B27D-4FB3-C966-B185EE2BBCA8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29075" t="34902" r="65924" b="55922"/>
              <a:stretch/>
            </p:blipFill>
            <p:spPr>
              <a:xfrm>
                <a:off x="9511082" y="433358"/>
                <a:ext cx="250016" cy="168621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1A5CDDE-EF1F-F7A0-9021-CF9C755C4B2B}"/>
                  </a:ext>
                </a:extLst>
              </p:cNvPr>
              <p:cNvSpPr txBox="1"/>
              <p:nvPr/>
            </p:nvSpPr>
            <p:spPr>
              <a:xfrm>
                <a:off x="9436886" y="241708"/>
                <a:ext cx="372468" cy="2037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cs typeface="Times New Roman" panose="02020603050405020304" pitchFamily="18" charset="0"/>
                  </a:rPr>
                  <a:t>HMI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58" name="그림 57">
                <a:extLst>
                  <a:ext uri="{FF2B5EF4-FFF2-40B4-BE49-F238E27FC236}">
                    <a16:creationId xmlns:a16="http://schemas.microsoft.com/office/drawing/2014/main" id="{D4C69808-266F-2710-EC7A-FF6C906CC2BC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29075" t="34902" r="65924" b="55922"/>
              <a:stretch/>
            </p:blipFill>
            <p:spPr>
              <a:xfrm>
                <a:off x="8088060" y="428196"/>
                <a:ext cx="250016" cy="168621"/>
              </a:xfrm>
              <a:prstGeom prst="rect">
                <a:avLst/>
              </a:prstGeom>
            </p:spPr>
          </p:pic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F500129-D82B-84A3-5987-7807382E5FEC}"/>
                  </a:ext>
                </a:extLst>
              </p:cNvPr>
              <p:cNvSpPr txBox="1"/>
              <p:nvPr/>
            </p:nvSpPr>
            <p:spPr>
              <a:xfrm>
                <a:off x="8022536" y="241708"/>
                <a:ext cx="367409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cs typeface="Times New Roman" panose="02020603050405020304" pitchFamily="18" charset="0"/>
                  </a:rPr>
                  <a:t>FAN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8CA70DED-41E7-1BD0-064B-3E198AC24127}"/>
              </a:ext>
            </a:extLst>
          </p:cNvPr>
          <p:cNvGrpSpPr/>
          <p:nvPr/>
        </p:nvGrpSpPr>
        <p:grpSpPr>
          <a:xfrm>
            <a:off x="2872040" y="100515"/>
            <a:ext cx="2243785" cy="560424"/>
            <a:chOff x="5104863" y="63000"/>
            <a:chExt cx="2243785" cy="560424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49957316-B4EE-C7CD-18B6-952812EA73C5}"/>
                </a:ext>
              </a:extLst>
            </p:cNvPr>
            <p:cNvGrpSpPr/>
            <p:nvPr/>
          </p:nvGrpSpPr>
          <p:grpSpPr>
            <a:xfrm>
              <a:off x="5144737" y="63000"/>
              <a:ext cx="2203911" cy="544431"/>
              <a:chOff x="5144737" y="63000"/>
              <a:chExt cx="2203911" cy="544431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617DE9B7-F939-0BA9-688B-EEE6BECB1E1C}"/>
                  </a:ext>
                </a:extLst>
              </p:cNvPr>
              <p:cNvSpPr/>
              <p:nvPr/>
            </p:nvSpPr>
            <p:spPr>
              <a:xfrm>
                <a:off x="5393918" y="236256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>
                  <a:latin typeface="+mj-lt"/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6F5B744A-37C9-2572-FFEA-30069170CB59}"/>
                  </a:ext>
                </a:extLst>
              </p:cNvPr>
              <p:cNvSpPr/>
              <p:nvPr/>
            </p:nvSpPr>
            <p:spPr>
              <a:xfrm>
                <a:off x="5392528" y="437702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BFE64816-FFDA-3175-72A5-0F537E3E311A}"/>
                  </a:ext>
                </a:extLst>
              </p:cNvPr>
              <p:cNvSpPr/>
              <p:nvPr/>
            </p:nvSpPr>
            <p:spPr>
              <a:xfrm>
                <a:off x="5641093" y="236256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>
                  <a:latin typeface="+mj-lt"/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2A598A08-B58D-8D69-BB5D-C27A735522C5}"/>
                  </a:ext>
                </a:extLst>
              </p:cNvPr>
              <p:cNvSpPr/>
              <p:nvPr/>
            </p:nvSpPr>
            <p:spPr>
              <a:xfrm>
                <a:off x="5639903" y="437702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08DF8530-19EA-CD8C-71BC-82DE37301A16}"/>
                  </a:ext>
                </a:extLst>
              </p:cNvPr>
              <p:cNvSpPr/>
              <p:nvPr/>
            </p:nvSpPr>
            <p:spPr>
              <a:xfrm>
                <a:off x="5888269" y="236256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>
                  <a:latin typeface="+mj-lt"/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27420521-26F6-6236-22A5-5E2AAB49C805}"/>
                  </a:ext>
                </a:extLst>
              </p:cNvPr>
              <p:cNvSpPr/>
              <p:nvPr/>
            </p:nvSpPr>
            <p:spPr>
              <a:xfrm>
                <a:off x="5887278" y="437702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4262B771-C543-8C9A-028E-17CD4923C770}"/>
                  </a:ext>
                </a:extLst>
              </p:cNvPr>
              <p:cNvSpPr/>
              <p:nvPr/>
            </p:nvSpPr>
            <p:spPr>
              <a:xfrm>
                <a:off x="6135444" y="236256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>
                  <a:latin typeface="+mj-lt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7BEB83B8-5868-05D6-64ED-E5E4DE35F38E}"/>
                  </a:ext>
                </a:extLst>
              </p:cNvPr>
              <p:cNvSpPr/>
              <p:nvPr/>
            </p:nvSpPr>
            <p:spPr>
              <a:xfrm>
                <a:off x="6134652" y="437702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67B015EA-42A0-C531-464D-39BAACF78A78}"/>
                  </a:ext>
                </a:extLst>
              </p:cNvPr>
              <p:cNvSpPr/>
              <p:nvPr/>
            </p:nvSpPr>
            <p:spPr>
              <a:xfrm>
                <a:off x="6382619" y="236256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>
                  <a:latin typeface="+mj-lt"/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E874AFC5-7002-0307-2B09-7FC7077E2EF9}"/>
                  </a:ext>
                </a:extLst>
              </p:cNvPr>
              <p:cNvSpPr/>
              <p:nvPr/>
            </p:nvSpPr>
            <p:spPr>
              <a:xfrm>
                <a:off x="6382027" y="437702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E6DDE6AB-5AB8-7DFB-B7F3-C027C5356F9D}"/>
                  </a:ext>
                </a:extLst>
              </p:cNvPr>
              <p:cNvSpPr/>
              <p:nvPr/>
            </p:nvSpPr>
            <p:spPr>
              <a:xfrm>
                <a:off x="6629795" y="236256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>
                  <a:latin typeface="+mj-lt"/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68C54733-54B4-7C0D-D611-0FE9DEC75396}"/>
                  </a:ext>
                </a:extLst>
              </p:cNvPr>
              <p:cNvSpPr/>
              <p:nvPr/>
            </p:nvSpPr>
            <p:spPr>
              <a:xfrm>
                <a:off x="6629402" y="437702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46C6D5A0-D2B6-A699-E296-D77184A69A02}"/>
                  </a:ext>
                </a:extLst>
              </p:cNvPr>
              <p:cNvSpPr/>
              <p:nvPr/>
            </p:nvSpPr>
            <p:spPr>
              <a:xfrm>
                <a:off x="6876970" y="236256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>
                  <a:latin typeface="+mj-lt"/>
                </a:endParaRP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DC96D687-9E6E-9461-DD72-2FB51A6B6F20}"/>
                  </a:ext>
                </a:extLst>
              </p:cNvPr>
              <p:cNvSpPr/>
              <p:nvPr/>
            </p:nvSpPr>
            <p:spPr>
              <a:xfrm>
                <a:off x="6876776" y="437702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FD4FEC27-1CB7-9711-76F5-2288497ECC9F}"/>
                  </a:ext>
                </a:extLst>
              </p:cNvPr>
              <p:cNvSpPr/>
              <p:nvPr/>
            </p:nvSpPr>
            <p:spPr>
              <a:xfrm>
                <a:off x="7124148" y="236256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EDD0825D-B67F-90A6-DFFC-1DAD7BCFCEF8}"/>
                  </a:ext>
                </a:extLst>
              </p:cNvPr>
              <p:cNvSpPr/>
              <p:nvPr/>
            </p:nvSpPr>
            <p:spPr>
              <a:xfrm>
                <a:off x="7124148" y="437702"/>
                <a:ext cx="214299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987ED19-46CD-EB6C-C59C-2E881ED3E507}"/>
                  </a:ext>
                </a:extLst>
              </p:cNvPr>
              <p:cNvSpPr txBox="1"/>
              <p:nvPr/>
            </p:nvSpPr>
            <p:spPr>
              <a:xfrm>
                <a:off x="5401904" y="63000"/>
                <a:ext cx="197737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TC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88E4AA7-59ED-D2C8-FD3F-7277E4667650}"/>
                  </a:ext>
                </a:extLst>
              </p:cNvPr>
              <p:cNvSpPr txBox="1"/>
              <p:nvPr/>
            </p:nvSpPr>
            <p:spPr>
              <a:xfrm>
                <a:off x="5659207" y="63000"/>
                <a:ext cx="176898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AI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376CB71-CE96-B1C8-BE7C-83356175AA55}"/>
                  </a:ext>
                </a:extLst>
              </p:cNvPr>
              <p:cNvSpPr txBox="1"/>
              <p:nvPr/>
            </p:nvSpPr>
            <p:spPr>
              <a:xfrm>
                <a:off x="5882043" y="63000"/>
                <a:ext cx="224989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AO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930B6A-1FC5-BE4C-61EE-75B4244A0FF7}"/>
                  </a:ext>
                </a:extLst>
              </p:cNvPr>
              <p:cNvSpPr txBox="1"/>
              <p:nvPr/>
            </p:nvSpPr>
            <p:spPr>
              <a:xfrm>
                <a:off x="6150564" y="63000"/>
                <a:ext cx="181708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DI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3B61063-4CF5-0A63-728C-652AEB27D54B}"/>
                  </a:ext>
                </a:extLst>
              </p:cNvPr>
              <p:cNvSpPr txBox="1"/>
              <p:nvPr/>
            </p:nvSpPr>
            <p:spPr>
              <a:xfrm>
                <a:off x="6373400" y="63000"/>
                <a:ext cx="229797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DO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DA0D8DF-D688-94B2-2A30-8DCEA16862F9}"/>
                  </a:ext>
                </a:extLst>
              </p:cNvPr>
              <p:cNvSpPr txBox="1"/>
              <p:nvPr/>
            </p:nvSpPr>
            <p:spPr>
              <a:xfrm>
                <a:off x="6634710" y="63000"/>
                <a:ext cx="200943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PC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F4FE391-5C2C-7604-9DB6-A1FCC6EF7A81}"/>
                  </a:ext>
                </a:extLst>
              </p:cNvPr>
              <p:cNvSpPr txBox="1"/>
              <p:nvPr/>
            </p:nvSpPr>
            <p:spPr>
              <a:xfrm>
                <a:off x="6862354" y="63000"/>
                <a:ext cx="239416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MX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8EAC836-35D8-5C51-05DC-11B6177D9D6C}"/>
                  </a:ext>
                </a:extLst>
              </p:cNvPr>
              <p:cNvSpPr txBox="1"/>
              <p:nvPr/>
            </p:nvSpPr>
            <p:spPr>
              <a:xfrm>
                <a:off x="7109233" y="63000"/>
                <a:ext cx="239415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MX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305016C-5831-C936-984A-168C5A896B49}"/>
                  </a:ext>
                </a:extLst>
              </p:cNvPr>
              <p:cNvSpPr txBox="1"/>
              <p:nvPr/>
            </p:nvSpPr>
            <p:spPr>
              <a:xfrm>
                <a:off x="5144737" y="206789"/>
                <a:ext cx="207355" cy="215444"/>
              </a:xfrm>
              <a:prstGeom prst="rect">
                <a:avLst/>
              </a:prstGeom>
              <a:noFill/>
            </p:spPr>
            <p:txBody>
              <a:bodyPr wrap="none" lIns="36000" rIns="36000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Err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65457DE-8C4E-073A-9889-9FE0E7449D27}"/>
                </a:ext>
              </a:extLst>
            </p:cNvPr>
            <p:cNvSpPr txBox="1"/>
            <p:nvPr/>
          </p:nvSpPr>
          <p:spPr>
            <a:xfrm>
              <a:off x="5104863" y="407980"/>
              <a:ext cx="271475" cy="215444"/>
            </a:xfrm>
            <a:prstGeom prst="rect">
              <a:avLst/>
            </a:prstGeom>
            <a:noFill/>
          </p:spPr>
          <p:txBody>
            <a:bodyPr wrap="none" lIns="36000" rIns="36000" rtlCol="0">
              <a:spAutoFit/>
            </a:bodyPr>
            <a:lstStyle/>
            <a:p>
              <a:pPr algn="ctr"/>
              <a:r>
                <a:rPr lang="en-US" altLang="ko-KR" sz="8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CRC</a:t>
              </a:r>
              <a:endParaRPr lang="ko-KR" altLang="en-US" sz="8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098C14CA-D875-4B8B-5225-B55C30407E84}"/>
              </a:ext>
            </a:extLst>
          </p:cNvPr>
          <p:cNvGrpSpPr/>
          <p:nvPr/>
        </p:nvGrpSpPr>
        <p:grpSpPr>
          <a:xfrm>
            <a:off x="7764415" y="187464"/>
            <a:ext cx="1673464" cy="449648"/>
            <a:chOff x="10205309" y="206789"/>
            <a:chExt cx="1673464" cy="449648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CA56C1FB-FBBB-4B94-2F54-766EF9CFC4D3}"/>
                </a:ext>
              </a:extLst>
            </p:cNvPr>
            <p:cNvGrpSpPr/>
            <p:nvPr/>
          </p:nvGrpSpPr>
          <p:grpSpPr>
            <a:xfrm>
              <a:off x="11328650" y="206789"/>
              <a:ext cx="550123" cy="443976"/>
              <a:chOff x="3636569" y="697634"/>
              <a:chExt cx="550123" cy="443976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FB00D08-1071-E687-4FFB-1AD7A07E66A6}"/>
                  </a:ext>
                </a:extLst>
              </p:cNvPr>
              <p:cNvSpPr txBox="1"/>
              <p:nvPr/>
            </p:nvSpPr>
            <p:spPr>
              <a:xfrm>
                <a:off x="3636569" y="697634"/>
                <a:ext cx="550123" cy="176547"/>
              </a:xfrm>
              <a:prstGeom prst="rect">
                <a:avLst/>
              </a:prstGeom>
              <a:noFill/>
            </p:spPr>
            <p:txBody>
              <a:bodyPr wrap="square" lIns="3600" tIns="3600" rIns="3600" bIns="3600" rtlCol="0">
                <a:spAutoFit/>
              </a:bodyPr>
              <a:lstStyle/>
              <a:p>
                <a:pPr algn="ctr"/>
                <a:r>
                  <a:rPr lang="en-US" altLang="ko-KR" sz="1100">
                    <a:latin typeface="+mj-lt"/>
                  </a:rPr>
                  <a:t>MC_SW</a:t>
                </a:r>
                <a:endParaRPr lang="en-US" altLang="ko-KR" sz="1100" dirty="0">
                  <a:latin typeface="+mj-lt"/>
                </a:endParaRPr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A23CBB2F-2905-59AE-9841-CA4C8BCC30A3}"/>
                  </a:ext>
                </a:extLst>
              </p:cNvPr>
              <p:cNvSpPr/>
              <p:nvPr/>
            </p:nvSpPr>
            <p:spPr>
              <a:xfrm>
                <a:off x="3792478" y="919041"/>
                <a:ext cx="248579" cy="2225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CBDC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+mj-lt"/>
                  </a:rPr>
                  <a:t>B</a:t>
                </a:r>
                <a:endParaRPr lang="ko-KR" altLang="en-US" dirty="0">
                  <a:latin typeface="+mj-lt"/>
                </a:endParaRP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611EF0FC-765E-4C62-826C-F7CC590BE6F4}"/>
                </a:ext>
              </a:extLst>
            </p:cNvPr>
            <p:cNvGrpSpPr/>
            <p:nvPr/>
          </p:nvGrpSpPr>
          <p:grpSpPr>
            <a:xfrm>
              <a:off x="10656198" y="227596"/>
              <a:ext cx="802591" cy="424457"/>
              <a:chOff x="3870809" y="728184"/>
              <a:chExt cx="802591" cy="424457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C850934-9610-E00D-6652-A2023EC47FC4}"/>
                  </a:ext>
                </a:extLst>
              </p:cNvPr>
              <p:cNvSpPr txBox="1"/>
              <p:nvPr/>
            </p:nvSpPr>
            <p:spPr>
              <a:xfrm>
                <a:off x="3870809" y="728184"/>
                <a:ext cx="802591" cy="176547"/>
              </a:xfrm>
              <a:prstGeom prst="rect">
                <a:avLst/>
              </a:prstGeom>
              <a:noFill/>
            </p:spPr>
            <p:txBody>
              <a:bodyPr wrap="square" lIns="3600" tIns="3600" rIns="3600" bIns="3600" rtlCol="0">
                <a:spAutoFit/>
              </a:bodyPr>
              <a:lstStyle/>
              <a:p>
                <a:pPr algn="ctr"/>
                <a:r>
                  <a:rPr lang="ko-KR" altLang="en-US" sz="1100">
                    <a:latin typeface="+mj-lt"/>
                  </a:rPr>
                  <a:t>저장</a:t>
                </a:r>
                <a:endParaRPr lang="en-US" altLang="ko-KR" sz="1100" dirty="0">
                  <a:latin typeface="+mj-lt"/>
                </a:endParaRPr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9D98BEB0-8B9B-BDB7-A3BC-0D62261A2CF1}"/>
                  </a:ext>
                </a:extLst>
              </p:cNvPr>
              <p:cNvSpPr/>
              <p:nvPr/>
            </p:nvSpPr>
            <p:spPr>
              <a:xfrm>
                <a:off x="4150555" y="930072"/>
                <a:ext cx="248579" cy="2225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CBDC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+mj-lt"/>
                  </a:rPr>
                  <a:t>B</a:t>
                </a:r>
                <a:endParaRPr lang="ko-KR" altLang="en-US" dirty="0">
                  <a:latin typeface="+mj-lt"/>
                </a:endParaRPr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BB92C36-C504-2A10-8A8F-1CBC0492A5AF}"/>
                </a:ext>
              </a:extLst>
            </p:cNvPr>
            <p:cNvGrpSpPr/>
            <p:nvPr/>
          </p:nvGrpSpPr>
          <p:grpSpPr>
            <a:xfrm>
              <a:off x="10205309" y="216418"/>
              <a:ext cx="573691" cy="440019"/>
              <a:chOff x="3899714" y="717006"/>
              <a:chExt cx="573691" cy="440019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BF2C4B5-748F-2468-E2B7-F3BCFBE26E4E}"/>
                  </a:ext>
                </a:extLst>
              </p:cNvPr>
              <p:cNvSpPr txBox="1"/>
              <p:nvPr/>
            </p:nvSpPr>
            <p:spPr>
              <a:xfrm>
                <a:off x="3899714" y="717006"/>
                <a:ext cx="573691" cy="176547"/>
              </a:xfrm>
              <a:prstGeom prst="rect">
                <a:avLst/>
              </a:prstGeom>
              <a:noFill/>
            </p:spPr>
            <p:txBody>
              <a:bodyPr wrap="square" lIns="3600" tIns="3600" rIns="3600" bIns="3600" rtlCol="0">
                <a:spAutoFit/>
              </a:bodyPr>
              <a:lstStyle/>
              <a:p>
                <a:pPr algn="ctr"/>
                <a:r>
                  <a:rPr lang="ko-KR" altLang="en-US" sz="1100">
                    <a:latin typeface="+mj-lt"/>
                  </a:rPr>
                  <a:t>모니터링</a:t>
                </a:r>
                <a:endParaRPr lang="en-US" altLang="ko-KR" sz="1100" dirty="0">
                  <a:latin typeface="+mj-lt"/>
                </a:endParaRPr>
              </a:p>
            </p:txBody>
          </p:sp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9BAF55FA-F278-EE4F-4137-AA258423E81B}"/>
                  </a:ext>
                </a:extLst>
              </p:cNvPr>
              <p:cNvSpPr/>
              <p:nvPr/>
            </p:nvSpPr>
            <p:spPr>
              <a:xfrm>
                <a:off x="4062270" y="934456"/>
                <a:ext cx="248579" cy="2225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CBDC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+mj-lt"/>
                  </a:rPr>
                  <a:t>B</a:t>
                </a:r>
                <a:endParaRPr lang="ko-KR" altLang="en-US" dirty="0">
                  <a:latin typeface="+mj-lt"/>
                </a:endParaRPr>
              </a:p>
            </p:txBody>
          </p:sp>
        </p:grpSp>
      </p:grp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8FDF579E-83BA-FAEF-EAA7-040EB6C1E6EB}"/>
              </a:ext>
            </a:extLst>
          </p:cNvPr>
          <p:cNvCxnSpPr/>
          <p:nvPr/>
        </p:nvCxnSpPr>
        <p:spPr>
          <a:xfrm>
            <a:off x="12000" y="832708"/>
            <a:ext cx="12168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직사각형 353">
            <a:extLst>
              <a:ext uri="{FF2B5EF4-FFF2-40B4-BE49-F238E27FC236}">
                <a16:creationId xmlns:a16="http://schemas.microsoft.com/office/drawing/2014/main" id="{2B1DE461-E9B1-83C4-6C5B-B324CD7DA011}"/>
              </a:ext>
            </a:extLst>
          </p:cNvPr>
          <p:cNvSpPr/>
          <p:nvPr/>
        </p:nvSpPr>
        <p:spPr>
          <a:xfrm>
            <a:off x="9927331" y="4729431"/>
            <a:ext cx="2120354" cy="2065054"/>
          </a:xfrm>
          <a:prstGeom prst="rect">
            <a:avLst/>
          </a:prstGeom>
          <a:ln>
            <a:solidFill>
              <a:srgbClr val="92D05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grpSp>
        <p:nvGrpSpPr>
          <p:cNvPr id="657" name="그룹 656">
            <a:extLst>
              <a:ext uri="{FF2B5EF4-FFF2-40B4-BE49-F238E27FC236}">
                <a16:creationId xmlns:a16="http://schemas.microsoft.com/office/drawing/2014/main" id="{B6C45660-E92C-15A7-5778-627DDB39A003}"/>
              </a:ext>
            </a:extLst>
          </p:cNvPr>
          <p:cNvGrpSpPr/>
          <p:nvPr/>
        </p:nvGrpSpPr>
        <p:grpSpPr>
          <a:xfrm>
            <a:off x="9891200" y="891650"/>
            <a:ext cx="1278668" cy="598724"/>
            <a:chOff x="9639841" y="884505"/>
            <a:chExt cx="1278668" cy="598724"/>
          </a:xfrm>
        </p:grpSpPr>
        <p:sp>
          <p:nvSpPr>
            <p:cNvPr id="656" name="TextBox 655">
              <a:extLst>
                <a:ext uri="{FF2B5EF4-FFF2-40B4-BE49-F238E27FC236}">
                  <a16:creationId xmlns:a16="http://schemas.microsoft.com/office/drawing/2014/main" id="{0EAFCC57-47B3-6AE6-1A4E-0A4F1CEEB810}"/>
                </a:ext>
              </a:extLst>
            </p:cNvPr>
            <p:cNvSpPr txBox="1"/>
            <p:nvPr/>
          </p:nvSpPr>
          <p:spPr>
            <a:xfrm>
              <a:off x="9639841" y="884505"/>
              <a:ext cx="71365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>
                  <a:latin typeface="+mj-lt"/>
                </a:rPr>
                <a:t>Detector</a:t>
              </a:r>
              <a:endParaRPr lang="ko-KR" altLang="en-US" sz="1000" b="1">
                <a:latin typeface="+mj-lt"/>
              </a:endParaRPr>
            </a:p>
          </p:txBody>
        </p:sp>
        <p:grpSp>
          <p:nvGrpSpPr>
            <p:cNvPr id="622" name="그룹 621">
              <a:extLst>
                <a:ext uri="{FF2B5EF4-FFF2-40B4-BE49-F238E27FC236}">
                  <a16:creationId xmlns:a16="http://schemas.microsoft.com/office/drawing/2014/main" id="{F50A307E-D9E7-FBA8-896A-08E2D7DB5552}"/>
                </a:ext>
              </a:extLst>
            </p:cNvPr>
            <p:cNvGrpSpPr/>
            <p:nvPr/>
          </p:nvGrpSpPr>
          <p:grpSpPr>
            <a:xfrm>
              <a:off x="9915932" y="1073143"/>
              <a:ext cx="1002577" cy="410086"/>
              <a:chOff x="10073900" y="816268"/>
              <a:chExt cx="1002577" cy="410086"/>
            </a:xfrm>
          </p:grpSpPr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981CF107-C3F2-1EB2-0209-203DF4FD1B48}"/>
                  </a:ext>
                </a:extLst>
              </p:cNvPr>
              <p:cNvSpPr txBox="1"/>
              <p:nvPr/>
            </p:nvSpPr>
            <p:spPr>
              <a:xfrm>
                <a:off x="10131600" y="830659"/>
                <a:ext cx="32252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H2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8" name="TextBox 367">
                <a:extLst>
                  <a:ext uri="{FF2B5EF4-FFF2-40B4-BE49-F238E27FC236}">
                    <a16:creationId xmlns:a16="http://schemas.microsoft.com/office/drawing/2014/main" id="{E0FDEE96-71F5-3402-02BD-F6E5E80EEDE4}"/>
                  </a:ext>
                </a:extLst>
              </p:cNvPr>
              <p:cNvSpPr txBox="1"/>
              <p:nvPr/>
            </p:nvSpPr>
            <p:spPr>
              <a:xfrm>
                <a:off x="10639348" y="816268"/>
                <a:ext cx="38824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cs typeface="Times New Roman" panose="02020603050405020304" pitchFamily="18" charset="0"/>
                  </a:rPr>
                  <a:t>CH4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369" name="그림 368">
                <a:extLst>
                  <a:ext uri="{FF2B5EF4-FFF2-40B4-BE49-F238E27FC236}">
                    <a16:creationId xmlns:a16="http://schemas.microsoft.com/office/drawing/2014/main" id="{A942B75A-C74C-4464-B8BE-274812F79BA7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29075" t="34902" r="65924" b="55922"/>
              <a:stretch/>
            </p:blipFill>
            <p:spPr>
              <a:xfrm>
                <a:off x="10626449" y="1014756"/>
                <a:ext cx="450028" cy="211598"/>
              </a:xfrm>
              <a:prstGeom prst="rect">
                <a:avLst/>
              </a:prstGeom>
            </p:spPr>
          </p:pic>
          <p:pic>
            <p:nvPicPr>
              <p:cNvPr id="370" name="그림 369">
                <a:extLst>
                  <a:ext uri="{FF2B5EF4-FFF2-40B4-BE49-F238E27FC236}">
                    <a16:creationId xmlns:a16="http://schemas.microsoft.com/office/drawing/2014/main" id="{AB4A1B46-392C-A746-992D-9FCF1D053C65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29075" t="34902" r="65924" b="55922"/>
              <a:stretch/>
            </p:blipFill>
            <p:spPr>
              <a:xfrm>
                <a:off x="10073900" y="1014756"/>
                <a:ext cx="450028" cy="211598"/>
              </a:xfrm>
              <a:prstGeom prst="rect">
                <a:avLst/>
              </a:prstGeom>
            </p:spPr>
          </p:pic>
        </p:grpSp>
      </p:grpSp>
      <p:sp>
        <p:nvSpPr>
          <p:cNvPr id="372" name="직사각형 371">
            <a:extLst>
              <a:ext uri="{FF2B5EF4-FFF2-40B4-BE49-F238E27FC236}">
                <a16:creationId xmlns:a16="http://schemas.microsoft.com/office/drawing/2014/main" id="{3B21961D-9073-83A1-F0DA-AB9D1C35E397}"/>
              </a:ext>
            </a:extLst>
          </p:cNvPr>
          <p:cNvSpPr/>
          <p:nvPr/>
        </p:nvSpPr>
        <p:spPr>
          <a:xfrm>
            <a:off x="11377193" y="1233776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REF.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73" name="직사각형 372">
            <a:extLst>
              <a:ext uri="{FF2B5EF4-FFF2-40B4-BE49-F238E27FC236}">
                <a16:creationId xmlns:a16="http://schemas.microsoft.com/office/drawing/2014/main" id="{087D9260-0C44-C8D6-796E-306C020AED5E}"/>
              </a:ext>
            </a:extLst>
          </p:cNvPr>
          <p:cNvSpPr/>
          <p:nvPr/>
        </p:nvSpPr>
        <p:spPr>
          <a:xfrm>
            <a:off x="11377193" y="1600344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Stack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74" name="직사각형 373">
            <a:extLst>
              <a:ext uri="{FF2B5EF4-FFF2-40B4-BE49-F238E27FC236}">
                <a16:creationId xmlns:a16="http://schemas.microsoft.com/office/drawing/2014/main" id="{B3FB4DD2-2B15-7DA4-2BDE-71A7D36FF494}"/>
              </a:ext>
            </a:extLst>
          </p:cNvPr>
          <p:cNvSpPr/>
          <p:nvPr/>
        </p:nvSpPr>
        <p:spPr>
          <a:xfrm>
            <a:off x="11377193" y="1966913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PID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75" name="직사각형 374">
            <a:extLst>
              <a:ext uri="{FF2B5EF4-FFF2-40B4-BE49-F238E27FC236}">
                <a16:creationId xmlns:a16="http://schemas.microsoft.com/office/drawing/2014/main" id="{234B33DE-4D19-272E-D8F6-680B3E2BCA83}"/>
              </a:ext>
            </a:extLst>
          </p:cNvPr>
          <p:cNvSpPr/>
          <p:nvPr/>
        </p:nvSpPr>
        <p:spPr>
          <a:xfrm>
            <a:off x="11377193" y="2333481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EHR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76" name="직사각형 375">
            <a:extLst>
              <a:ext uri="{FF2B5EF4-FFF2-40B4-BE49-F238E27FC236}">
                <a16:creationId xmlns:a16="http://schemas.microsoft.com/office/drawing/2014/main" id="{8211FB68-B6AC-EC3D-B608-8FFC7B71C214}"/>
              </a:ext>
            </a:extLst>
          </p:cNvPr>
          <p:cNvSpPr/>
          <p:nvPr/>
        </p:nvSpPr>
        <p:spPr>
          <a:xfrm>
            <a:off x="11377193" y="2700049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CVM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77" name="직사각형 376">
            <a:extLst>
              <a:ext uri="{FF2B5EF4-FFF2-40B4-BE49-F238E27FC236}">
                <a16:creationId xmlns:a16="http://schemas.microsoft.com/office/drawing/2014/main" id="{504200FE-9CF9-3672-D39D-88F3A612C872}"/>
              </a:ext>
            </a:extLst>
          </p:cNvPr>
          <p:cNvSpPr/>
          <p:nvPr/>
        </p:nvSpPr>
        <p:spPr>
          <a:xfrm>
            <a:off x="11377193" y="3066617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INV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78" name="직사각형 377">
            <a:extLst>
              <a:ext uri="{FF2B5EF4-FFF2-40B4-BE49-F238E27FC236}">
                <a16:creationId xmlns:a16="http://schemas.microsoft.com/office/drawing/2014/main" id="{0C98DD66-70B9-A508-F36D-E3337FB36988}"/>
              </a:ext>
            </a:extLst>
          </p:cNvPr>
          <p:cNvSpPr/>
          <p:nvPr/>
        </p:nvSpPr>
        <p:spPr>
          <a:xfrm>
            <a:off x="11377193" y="3639697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AOG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79" name="직사각형 378">
            <a:extLst>
              <a:ext uri="{FF2B5EF4-FFF2-40B4-BE49-F238E27FC236}">
                <a16:creationId xmlns:a16="http://schemas.microsoft.com/office/drawing/2014/main" id="{C0866F06-1E75-40F1-B205-9ED8FCEBE356}"/>
              </a:ext>
            </a:extLst>
          </p:cNvPr>
          <p:cNvSpPr/>
          <p:nvPr/>
        </p:nvSpPr>
        <p:spPr>
          <a:xfrm>
            <a:off x="11377193" y="4006265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부하 운전</a:t>
            </a:r>
          </a:p>
        </p:txBody>
      </p:sp>
      <p:sp>
        <p:nvSpPr>
          <p:cNvPr id="380" name="직사각형 379">
            <a:extLst>
              <a:ext uri="{FF2B5EF4-FFF2-40B4-BE49-F238E27FC236}">
                <a16:creationId xmlns:a16="http://schemas.microsoft.com/office/drawing/2014/main" id="{FA049B51-D634-072E-48B4-8C1F4B1C8976}"/>
              </a:ext>
            </a:extLst>
          </p:cNvPr>
          <p:cNvSpPr/>
          <p:nvPr/>
        </p:nvSpPr>
        <p:spPr>
          <a:xfrm>
            <a:off x="11377193" y="4372834"/>
            <a:ext cx="642898" cy="2565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Parameter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81" name="직사각형 380">
            <a:extLst>
              <a:ext uri="{FF2B5EF4-FFF2-40B4-BE49-F238E27FC236}">
                <a16:creationId xmlns:a16="http://schemas.microsoft.com/office/drawing/2014/main" id="{78BCB16E-6A66-3E02-ABB7-18CE5A311A4A}"/>
              </a:ext>
            </a:extLst>
          </p:cNvPr>
          <p:cNvSpPr/>
          <p:nvPr/>
        </p:nvSpPr>
        <p:spPr>
          <a:xfrm>
            <a:off x="10543144" y="229630"/>
            <a:ext cx="489447" cy="3371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On/Off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82" name="직사각형 381">
            <a:extLst>
              <a:ext uri="{FF2B5EF4-FFF2-40B4-BE49-F238E27FC236}">
                <a16:creationId xmlns:a16="http://schemas.microsoft.com/office/drawing/2014/main" id="{1A35813D-5051-D001-054F-000001A72166}"/>
              </a:ext>
            </a:extLst>
          </p:cNvPr>
          <p:cNvSpPr/>
          <p:nvPr/>
        </p:nvSpPr>
        <p:spPr>
          <a:xfrm>
            <a:off x="10466420" y="582755"/>
            <a:ext cx="642898" cy="1832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383" name="직사각형 382">
            <a:extLst>
              <a:ext uri="{FF2B5EF4-FFF2-40B4-BE49-F238E27FC236}">
                <a16:creationId xmlns:a16="http://schemas.microsoft.com/office/drawing/2014/main" id="{775652E1-7AD9-C90A-2728-BBF32B3D8E78}"/>
              </a:ext>
            </a:extLst>
          </p:cNvPr>
          <p:cNvSpPr/>
          <p:nvPr/>
        </p:nvSpPr>
        <p:spPr>
          <a:xfrm>
            <a:off x="10367659" y="-4252"/>
            <a:ext cx="857197" cy="256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lt"/>
              </a:rPr>
              <a:t>비상정지 테스트</a:t>
            </a:r>
          </a:p>
        </p:txBody>
      </p:sp>
      <p:sp>
        <p:nvSpPr>
          <p:cNvPr id="384" name="직사각형 383">
            <a:extLst>
              <a:ext uri="{FF2B5EF4-FFF2-40B4-BE49-F238E27FC236}">
                <a16:creationId xmlns:a16="http://schemas.microsoft.com/office/drawing/2014/main" id="{A9C3B6B1-7691-C879-83A4-120C6BFF7B93}"/>
              </a:ext>
            </a:extLst>
          </p:cNvPr>
          <p:cNvSpPr/>
          <p:nvPr/>
        </p:nvSpPr>
        <p:spPr>
          <a:xfrm>
            <a:off x="11270043" y="977179"/>
            <a:ext cx="857197" cy="256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+mj-lt"/>
              </a:rPr>
              <a:t>Graph</a:t>
            </a:r>
            <a:endParaRPr lang="ko-KR" altLang="en-US" sz="9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5" name="직사각형 384">
            <a:extLst>
              <a:ext uri="{FF2B5EF4-FFF2-40B4-BE49-F238E27FC236}">
                <a16:creationId xmlns:a16="http://schemas.microsoft.com/office/drawing/2014/main" id="{602F5DDF-D7BA-C1AF-B9B8-DB592609F386}"/>
              </a:ext>
            </a:extLst>
          </p:cNvPr>
          <p:cNvSpPr/>
          <p:nvPr/>
        </p:nvSpPr>
        <p:spPr>
          <a:xfrm>
            <a:off x="9640843" y="241065"/>
            <a:ext cx="572914" cy="3006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Automatic</a:t>
            </a:r>
          </a:p>
          <a:p>
            <a:pPr algn="ctr"/>
            <a:r>
              <a:rPr lang="en-US" altLang="ko-KR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rPr>
              <a:t>Code</a:t>
            </a:r>
            <a:endParaRPr lang="ko-KR" altLang="en-US" sz="8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86" name="직사각형 385">
            <a:extLst>
              <a:ext uri="{FF2B5EF4-FFF2-40B4-BE49-F238E27FC236}">
                <a16:creationId xmlns:a16="http://schemas.microsoft.com/office/drawing/2014/main" id="{31A9AAF4-667B-A26B-F8D7-8033016ED69B}"/>
              </a:ext>
            </a:extLst>
          </p:cNvPr>
          <p:cNvSpPr/>
          <p:nvPr/>
        </p:nvSpPr>
        <p:spPr>
          <a:xfrm>
            <a:off x="9598038" y="589399"/>
            <a:ext cx="642898" cy="18328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387" name="직사각형 386">
            <a:extLst>
              <a:ext uri="{FF2B5EF4-FFF2-40B4-BE49-F238E27FC236}">
                <a16:creationId xmlns:a16="http://schemas.microsoft.com/office/drawing/2014/main" id="{27EDD4C2-2140-636F-72E8-949E13D6DB1E}"/>
              </a:ext>
            </a:extLst>
          </p:cNvPr>
          <p:cNvSpPr/>
          <p:nvPr/>
        </p:nvSpPr>
        <p:spPr>
          <a:xfrm>
            <a:off x="11270043" y="3383100"/>
            <a:ext cx="857197" cy="256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lt"/>
              </a:rPr>
              <a:t>변수 설정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40D3C1D-0166-9328-DDFF-3B96646D09B3}"/>
              </a:ext>
            </a:extLst>
          </p:cNvPr>
          <p:cNvGrpSpPr/>
          <p:nvPr/>
        </p:nvGrpSpPr>
        <p:grpSpPr>
          <a:xfrm>
            <a:off x="9506052" y="3470663"/>
            <a:ext cx="1749114" cy="1196650"/>
            <a:chOff x="9487897" y="3520831"/>
            <a:chExt cx="1749114" cy="1196650"/>
          </a:xfrm>
        </p:grpSpPr>
        <p:grpSp>
          <p:nvGrpSpPr>
            <p:cNvPr id="389" name="그룹 388">
              <a:extLst>
                <a:ext uri="{FF2B5EF4-FFF2-40B4-BE49-F238E27FC236}">
                  <a16:creationId xmlns:a16="http://schemas.microsoft.com/office/drawing/2014/main" id="{DCC91005-BFB8-98E3-8CFB-45DAFD7C5153}"/>
                </a:ext>
              </a:extLst>
            </p:cNvPr>
            <p:cNvGrpSpPr/>
            <p:nvPr/>
          </p:nvGrpSpPr>
          <p:grpSpPr>
            <a:xfrm>
              <a:off x="9487897" y="3876527"/>
              <a:ext cx="1749114" cy="840954"/>
              <a:chOff x="9268248" y="3771472"/>
              <a:chExt cx="1749114" cy="840954"/>
            </a:xfrm>
          </p:grpSpPr>
          <p:pic>
            <p:nvPicPr>
              <p:cNvPr id="362" name="그림 361">
                <a:extLst>
                  <a:ext uri="{FF2B5EF4-FFF2-40B4-BE49-F238E27FC236}">
                    <a16:creationId xmlns:a16="http://schemas.microsoft.com/office/drawing/2014/main" id="{447F28C4-ABE6-089F-7B81-B65008847AFB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38789" t="34972" r="56421" b="56197"/>
              <a:stretch/>
            </p:blipFill>
            <p:spPr>
              <a:xfrm>
                <a:off x="9328892" y="4401770"/>
                <a:ext cx="557178" cy="168621"/>
              </a:xfrm>
              <a:prstGeom prst="rect">
                <a:avLst/>
              </a:prstGeom>
            </p:spPr>
          </p:pic>
          <p:grpSp>
            <p:nvGrpSpPr>
              <p:cNvPr id="388" name="그룹 387">
                <a:extLst>
                  <a:ext uri="{FF2B5EF4-FFF2-40B4-BE49-F238E27FC236}">
                    <a16:creationId xmlns:a16="http://schemas.microsoft.com/office/drawing/2014/main" id="{73BA95D1-249E-0C6D-F4EF-F54BB131FE6F}"/>
                  </a:ext>
                </a:extLst>
              </p:cNvPr>
              <p:cNvGrpSpPr/>
              <p:nvPr/>
            </p:nvGrpSpPr>
            <p:grpSpPr>
              <a:xfrm>
                <a:off x="9268248" y="3771472"/>
                <a:ext cx="1749114" cy="840954"/>
                <a:chOff x="9268248" y="3771472"/>
                <a:chExt cx="1749114" cy="840954"/>
              </a:xfrm>
            </p:grpSpPr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7F328D26-8995-981F-6DAA-59E4F168F345}"/>
                    </a:ext>
                  </a:extLst>
                </p:cNvPr>
                <p:cNvSpPr txBox="1"/>
                <p:nvPr/>
              </p:nvSpPr>
              <p:spPr>
                <a:xfrm>
                  <a:off x="9268248" y="4152724"/>
                  <a:ext cx="639919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o-KR" altLang="en-US" sz="9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비상정지</a:t>
                  </a:r>
                  <a:endParaRPr lang="en-US" altLang="ko-KR" sz="9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0" name="직사각형 359">
                  <a:extLst>
                    <a:ext uri="{FF2B5EF4-FFF2-40B4-BE49-F238E27FC236}">
                      <a16:creationId xmlns:a16="http://schemas.microsoft.com/office/drawing/2014/main" id="{5B4CC19C-985C-F918-88A1-ADD37E679F78}"/>
                    </a:ext>
                  </a:extLst>
                </p:cNvPr>
                <p:cNvSpPr/>
                <p:nvPr/>
              </p:nvSpPr>
              <p:spPr>
                <a:xfrm>
                  <a:off x="9624256" y="3771472"/>
                  <a:ext cx="642898" cy="25659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rIns="3600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bg1">
                          <a:lumMod val="95000"/>
                        </a:schemeClr>
                      </a:solidFill>
                      <a:latin typeface="+mj-lt"/>
                      <a:cs typeface="Times New Roman" panose="02020603050405020304" pitchFamily="18" charset="0"/>
                    </a:rPr>
                    <a:t>START</a:t>
                  </a:r>
                  <a:endParaRPr lang="ko-KR" altLang="en-US" sz="800" b="1" dirty="0">
                    <a:solidFill>
                      <a:schemeClr val="bg1">
                        <a:lumMod val="95000"/>
                      </a:schemeClr>
                    </a:solidFill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1" name="직사각형 360">
                  <a:extLst>
                    <a:ext uri="{FF2B5EF4-FFF2-40B4-BE49-F238E27FC236}">
                      <a16:creationId xmlns:a16="http://schemas.microsoft.com/office/drawing/2014/main" id="{976C3FAB-9CE2-FBEA-D7B7-BB42BADD3B2E}"/>
                    </a:ext>
                  </a:extLst>
                </p:cNvPr>
                <p:cNvSpPr/>
                <p:nvPr/>
              </p:nvSpPr>
              <p:spPr>
                <a:xfrm>
                  <a:off x="10362984" y="3771472"/>
                  <a:ext cx="642898" cy="256598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rIns="36000"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bg1">
                          <a:lumMod val="95000"/>
                        </a:schemeClr>
                      </a:solidFill>
                      <a:latin typeface="+mj-lt"/>
                      <a:cs typeface="Times New Roman" panose="02020603050405020304" pitchFamily="18" charset="0"/>
                    </a:rPr>
                    <a:t>STOP</a:t>
                  </a:r>
                  <a:endParaRPr lang="ko-KR" altLang="en-US" sz="800" b="1" dirty="0">
                    <a:solidFill>
                      <a:schemeClr val="bg1">
                        <a:lumMod val="95000"/>
                      </a:schemeClr>
                    </a:solidFill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363" name="그림 362">
                  <a:extLst>
                    <a:ext uri="{FF2B5EF4-FFF2-40B4-BE49-F238E27FC236}">
                      <a16:creationId xmlns:a16="http://schemas.microsoft.com/office/drawing/2014/main" id="{0FEA9907-E16F-883D-2C70-96B75C97A59B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 rotWithShape="1">
                <a:blip r:embed="rId2"/>
                <a:srcRect l="38789" t="34972" r="56421" b="56197"/>
                <a:stretch/>
              </p:blipFill>
              <p:spPr>
                <a:xfrm>
                  <a:off x="10567334" y="4410025"/>
                  <a:ext cx="450028" cy="168621"/>
                </a:xfrm>
                <a:prstGeom prst="rect">
                  <a:avLst/>
                </a:prstGeom>
              </p:spPr>
            </p:pic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28AA0B9D-E134-B48D-E8DF-212659C3DDF1}"/>
                    </a:ext>
                  </a:extLst>
                </p:cNvPr>
                <p:cNvSpPr txBox="1"/>
                <p:nvPr/>
              </p:nvSpPr>
              <p:spPr>
                <a:xfrm>
                  <a:off x="9888762" y="4396982"/>
                  <a:ext cx="744114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b="1" dirty="0">
                      <a:latin typeface="+mj-lt"/>
                      <a:cs typeface="Times New Roman" panose="02020603050405020304" pitchFamily="18" charset="0"/>
                    </a:rPr>
                    <a:t>Auto Mode</a:t>
                  </a:r>
                  <a:endParaRPr lang="ko-KR" altLang="en-US" sz="8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5" name="직사각형 364">
                  <a:extLst>
                    <a:ext uri="{FF2B5EF4-FFF2-40B4-BE49-F238E27FC236}">
                      <a16:creationId xmlns:a16="http://schemas.microsoft.com/office/drawing/2014/main" id="{0FA751E6-2A9C-7190-06F5-0EDB5C289902}"/>
                    </a:ext>
                  </a:extLst>
                </p:cNvPr>
                <p:cNvSpPr/>
                <p:nvPr/>
              </p:nvSpPr>
              <p:spPr>
                <a:xfrm>
                  <a:off x="10568488" y="4191519"/>
                  <a:ext cx="448874" cy="16972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74A08E47-8633-A395-0152-1FA1BBAF3B59}"/>
                    </a:ext>
                  </a:extLst>
                </p:cNvPr>
                <p:cNvSpPr txBox="1"/>
                <p:nvPr/>
              </p:nvSpPr>
              <p:spPr>
                <a:xfrm>
                  <a:off x="9899908" y="4175262"/>
                  <a:ext cx="710452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Auto Code</a:t>
                  </a:r>
                  <a:endParaRPr lang="ko-KR" altLang="en-US" sz="8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30" name="직사각형 429">
              <a:extLst>
                <a:ext uri="{FF2B5EF4-FFF2-40B4-BE49-F238E27FC236}">
                  <a16:creationId xmlns:a16="http://schemas.microsoft.com/office/drawing/2014/main" id="{04AEFD6D-F13C-37D6-14E8-71D8046F8FA0}"/>
                </a:ext>
              </a:extLst>
            </p:cNvPr>
            <p:cNvSpPr/>
            <p:nvPr/>
          </p:nvSpPr>
          <p:spPr>
            <a:xfrm>
              <a:off x="9838152" y="3520831"/>
              <a:ext cx="642898" cy="25659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b="1">
                  <a:solidFill>
                    <a:schemeClr val="bg1">
                      <a:lumMod val="9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State</a:t>
              </a:r>
              <a:endParaRPr lang="ko-KR" altLang="en-US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431" name="직사각형 430">
              <a:extLst>
                <a:ext uri="{FF2B5EF4-FFF2-40B4-BE49-F238E27FC236}">
                  <a16:creationId xmlns:a16="http://schemas.microsoft.com/office/drawing/2014/main" id="{F218DF6A-1E46-563D-4DBE-4C1774EA7AE5}"/>
                </a:ext>
              </a:extLst>
            </p:cNvPr>
            <p:cNvSpPr/>
            <p:nvPr/>
          </p:nvSpPr>
          <p:spPr>
            <a:xfrm>
              <a:off x="10573580" y="3520831"/>
              <a:ext cx="642898" cy="25659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b="1">
                  <a:solidFill>
                    <a:schemeClr val="bg1">
                      <a:lumMod val="95000"/>
                    </a:schemeClr>
                  </a:solidFill>
                  <a:latin typeface="+mj-lt"/>
                  <a:cs typeface="Times New Roman" panose="02020603050405020304" pitchFamily="18" charset="0"/>
                </a:rPr>
                <a:t>Reset</a:t>
              </a:r>
              <a:endParaRPr lang="ko-KR" altLang="en-US" sz="800" b="1" dirty="0">
                <a:solidFill>
                  <a:schemeClr val="bg1">
                    <a:lumMod val="95000"/>
                  </a:schemeClr>
                </a:solidFill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47" name="그룹 646">
            <a:extLst>
              <a:ext uri="{FF2B5EF4-FFF2-40B4-BE49-F238E27FC236}">
                <a16:creationId xmlns:a16="http://schemas.microsoft.com/office/drawing/2014/main" id="{EA2A8BA7-6762-53C3-2829-C5A6E0BF6BE3}"/>
              </a:ext>
            </a:extLst>
          </p:cNvPr>
          <p:cNvGrpSpPr/>
          <p:nvPr/>
        </p:nvGrpSpPr>
        <p:grpSpPr>
          <a:xfrm>
            <a:off x="8865960" y="893461"/>
            <a:ext cx="947440" cy="588229"/>
            <a:chOff x="8486206" y="902759"/>
            <a:chExt cx="947440" cy="588229"/>
          </a:xfrm>
        </p:grpSpPr>
        <p:sp>
          <p:nvSpPr>
            <p:cNvPr id="640" name="TextBox 639">
              <a:extLst>
                <a:ext uri="{FF2B5EF4-FFF2-40B4-BE49-F238E27FC236}">
                  <a16:creationId xmlns:a16="http://schemas.microsoft.com/office/drawing/2014/main" id="{C4AA6ADD-FCEE-84AA-AAB6-64181FA1F6C0}"/>
                </a:ext>
              </a:extLst>
            </p:cNvPr>
            <p:cNvSpPr txBox="1"/>
            <p:nvPr/>
          </p:nvSpPr>
          <p:spPr>
            <a:xfrm>
              <a:off x="8486206" y="902759"/>
              <a:ext cx="360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>
                  <a:latin typeface="+mj-lt"/>
                </a:rPr>
                <a:t>N2</a:t>
              </a:r>
              <a:endParaRPr lang="ko-KR" altLang="en-US" sz="1000" b="1">
                <a:latin typeface="+mj-lt"/>
              </a:endParaRPr>
            </a:p>
          </p:txBody>
        </p:sp>
        <p:sp>
          <p:nvSpPr>
            <p:cNvPr id="620" name="직사각형 619">
              <a:extLst>
                <a:ext uri="{FF2B5EF4-FFF2-40B4-BE49-F238E27FC236}">
                  <a16:creationId xmlns:a16="http://schemas.microsoft.com/office/drawing/2014/main" id="{E7DAB37B-EB40-09FC-0A4E-153B8933827D}"/>
                </a:ext>
              </a:extLst>
            </p:cNvPr>
            <p:cNvSpPr/>
            <p:nvPr/>
          </p:nvSpPr>
          <p:spPr>
            <a:xfrm>
              <a:off x="8741154" y="1225890"/>
              <a:ext cx="276225" cy="26153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621" name="직사각형 620">
              <a:extLst>
                <a:ext uri="{FF2B5EF4-FFF2-40B4-BE49-F238E27FC236}">
                  <a16:creationId xmlns:a16="http://schemas.microsoft.com/office/drawing/2014/main" id="{48564FF2-6908-E690-CF96-DD07069CD948}"/>
                </a:ext>
              </a:extLst>
            </p:cNvPr>
            <p:cNvSpPr/>
            <p:nvPr/>
          </p:nvSpPr>
          <p:spPr>
            <a:xfrm>
              <a:off x="9150003" y="1229453"/>
              <a:ext cx="276225" cy="26153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645" name="TextBox 644">
              <a:extLst>
                <a:ext uri="{FF2B5EF4-FFF2-40B4-BE49-F238E27FC236}">
                  <a16:creationId xmlns:a16="http://schemas.microsoft.com/office/drawing/2014/main" id="{E02662BD-DF14-114D-C801-ED20928EDECD}"/>
                </a:ext>
              </a:extLst>
            </p:cNvPr>
            <p:cNvSpPr txBox="1"/>
            <p:nvPr/>
          </p:nvSpPr>
          <p:spPr>
            <a:xfrm>
              <a:off x="8702893" y="1054935"/>
              <a:ext cx="3465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Ref</a:t>
              </a:r>
              <a:endParaRPr lang="ko-KR" altLang="en-US" sz="8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646" name="TextBox 645">
              <a:extLst>
                <a:ext uri="{FF2B5EF4-FFF2-40B4-BE49-F238E27FC236}">
                  <a16:creationId xmlns:a16="http://schemas.microsoft.com/office/drawing/2014/main" id="{7328745C-01F2-5917-20DA-1CA39E8A3880}"/>
                </a:ext>
              </a:extLst>
            </p:cNvPr>
            <p:cNvSpPr txBox="1"/>
            <p:nvPr/>
          </p:nvSpPr>
          <p:spPr>
            <a:xfrm>
              <a:off x="9131960" y="1054935"/>
              <a:ext cx="30168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ST</a:t>
              </a:r>
              <a:endParaRPr lang="ko-KR" altLang="en-US" sz="8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29" name="그룹 828">
            <a:extLst>
              <a:ext uri="{FF2B5EF4-FFF2-40B4-BE49-F238E27FC236}">
                <a16:creationId xmlns:a16="http://schemas.microsoft.com/office/drawing/2014/main" id="{9B146C22-BB55-C55E-3E57-14B6DEABA5C0}"/>
              </a:ext>
            </a:extLst>
          </p:cNvPr>
          <p:cNvGrpSpPr/>
          <p:nvPr/>
        </p:nvGrpSpPr>
        <p:grpSpPr>
          <a:xfrm>
            <a:off x="5193845" y="176295"/>
            <a:ext cx="694422" cy="395953"/>
            <a:chOff x="7634739" y="195620"/>
            <a:chExt cx="694422" cy="395953"/>
          </a:xfrm>
        </p:grpSpPr>
        <p:sp>
          <p:nvSpPr>
            <p:cNvPr id="827" name="직사각형 826">
              <a:extLst>
                <a:ext uri="{FF2B5EF4-FFF2-40B4-BE49-F238E27FC236}">
                  <a16:creationId xmlns:a16="http://schemas.microsoft.com/office/drawing/2014/main" id="{FA8E18F0-CD5C-1D81-B345-C79FB778D00B}"/>
                </a:ext>
              </a:extLst>
            </p:cNvPr>
            <p:cNvSpPr/>
            <p:nvPr/>
          </p:nvSpPr>
          <p:spPr>
            <a:xfrm>
              <a:off x="7757512" y="421844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828" name="TextBox 827">
              <a:extLst>
                <a:ext uri="{FF2B5EF4-FFF2-40B4-BE49-F238E27FC236}">
                  <a16:creationId xmlns:a16="http://schemas.microsoft.com/office/drawing/2014/main" id="{265C78CF-791C-A234-7680-8BC40A039891}"/>
                </a:ext>
              </a:extLst>
            </p:cNvPr>
            <p:cNvSpPr txBox="1"/>
            <p:nvPr/>
          </p:nvSpPr>
          <p:spPr>
            <a:xfrm>
              <a:off x="7634739" y="195620"/>
              <a:ext cx="69442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>
                  <a:latin typeface="+mj-lt"/>
                  <a:cs typeface="Times New Roman" panose="02020603050405020304" pitchFamily="18" charset="0"/>
                </a:rPr>
                <a:t>Sys T </a:t>
              </a:r>
              <a:r>
                <a:rPr lang="en-US" altLang="ko-KR" sz="8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</a:t>
              </a:r>
              <a:r>
                <a:rPr lang="ko-KR" altLang="en-US" sz="8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℃</a:t>
              </a:r>
              <a:r>
                <a:rPr lang="en-US" altLang="ko-KR" sz="8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8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434" name="TextBox 433">
            <a:extLst>
              <a:ext uri="{FF2B5EF4-FFF2-40B4-BE49-F238E27FC236}">
                <a16:creationId xmlns:a16="http://schemas.microsoft.com/office/drawing/2014/main" id="{F458B88A-964A-C7A3-AAA2-356800DA12AA}"/>
              </a:ext>
            </a:extLst>
          </p:cNvPr>
          <p:cNvSpPr txBox="1"/>
          <p:nvPr/>
        </p:nvSpPr>
        <p:spPr>
          <a:xfrm>
            <a:off x="28971" y="1287747"/>
            <a:ext cx="3401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>
                <a:latin typeface="+mj-lt"/>
              </a:rPr>
              <a:t>NG</a:t>
            </a:r>
            <a:endParaRPr lang="ko-KR" altLang="en-US" sz="800" b="1">
              <a:latin typeface="+mj-lt"/>
            </a:endParaRPr>
          </a:p>
        </p:txBody>
      </p:sp>
      <p:sp>
        <p:nvSpPr>
          <p:cNvPr id="898" name="TextBox 897">
            <a:extLst>
              <a:ext uri="{FF2B5EF4-FFF2-40B4-BE49-F238E27FC236}">
                <a16:creationId xmlns:a16="http://schemas.microsoft.com/office/drawing/2014/main" id="{21B6189C-3087-21DA-EBC3-EE673598466F}"/>
              </a:ext>
            </a:extLst>
          </p:cNvPr>
          <p:cNvSpPr txBox="1"/>
          <p:nvPr/>
        </p:nvSpPr>
        <p:spPr>
          <a:xfrm>
            <a:off x="9371943" y="5726355"/>
            <a:ext cx="5164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SV    [</a:t>
            </a:r>
            <a:r>
              <a:rPr lang="ko-KR" altLang="en-US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℃</a:t>
            </a:r>
            <a:r>
              <a:rPr lang="en-US" altLang="ko-KR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6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08" name="TextBox 807">
            <a:extLst>
              <a:ext uri="{FF2B5EF4-FFF2-40B4-BE49-F238E27FC236}">
                <a16:creationId xmlns:a16="http://schemas.microsoft.com/office/drawing/2014/main" id="{0603A9E1-8B9B-2876-9DE3-BF209B9B9036}"/>
              </a:ext>
            </a:extLst>
          </p:cNvPr>
          <p:cNvSpPr txBox="1"/>
          <p:nvPr/>
        </p:nvSpPr>
        <p:spPr>
          <a:xfrm>
            <a:off x="8405272" y="6686763"/>
            <a:ext cx="632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Drain</a:t>
            </a: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8AE2E18D-403B-FBCE-320B-812397B92688}"/>
              </a:ext>
            </a:extLst>
          </p:cNvPr>
          <p:cNvSpPr/>
          <p:nvPr/>
        </p:nvSpPr>
        <p:spPr>
          <a:xfrm>
            <a:off x="11340395" y="252914"/>
            <a:ext cx="642898" cy="3665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700" b="1" dirty="0">
              <a:solidFill>
                <a:schemeClr val="bg1">
                  <a:lumMod val="9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89D2E31-0834-23CD-5F12-445F301BE707}"/>
              </a:ext>
            </a:extLst>
          </p:cNvPr>
          <p:cNvGrpSpPr/>
          <p:nvPr/>
        </p:nvGrpSpPr>
        <p:grpSpPr>
          <a:xfrm>
            <a:off x="9024274" y="1688288"/>
            <a:ext cx="2170935" cy="1524573"/>
            <a:chOff x="8995822" y="1724214"/>
            <a:chExt cx="2170935" cy="1524573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70B49CE-4E53-A5A4-63F3-37C1EE71FBF9}"/>
                </a:ext>
              </a:extLst>
            </p:cNvPr>
            <p:cNvGrpSpPr/>
            <p:nvPr/>
          </p:nvGrpSpPr>
          <p:grpSpPr>
            <a:xfrm>
              <a:off x="8995822" y="1783251"/>
              <a:ext cx="2170935" cy="1465536"/>
              <a:chOff x="8995822" y="1783251"/>
              <a:chExt cx="2170935" cy="1465536"/>
            </a:xfrm>
          </p:grpSpPr>
          <p:grpSp>
            <p:nvGrpSpPr>
              <p:cNvPr id="606" name="그룹 605">
                <a:extLst>
                  <a:ext uri="{FF2B5EF4-FFF2-40B4-BE49-F238E27FC236}">
                    <a16:creationId xmlns:a16="http://schemas.microsoft.com/office/drawing/2014/main" id="{9EFEA5A9-59D5-E340-59B2-90362587AE66}"/>
                  </a:ext>
                </a:extLst>
              </p:cNvPr>
              <p:cNvGrpSpPr/>
              <p:nvPr/>
            </p:nvGrpSpPr>
            <p:grpSpPr>
              <a:xfrm>
                <a:off x="8995822" y="1783251"/>
                <a:ext cx="2170935" cy="1465536"/>
                <a:chOff x="8966136" y="1278632"/>
                <a:chExt cx="2170935" cy="1465536"/>
              </a:xfrm>
            </p:grpSpPr>
            <p:sp>
              <p:nvSpPr>
                <p:cNvPr id="390" name="TextBox 389">
                  <a:extLst>
                    <a:ext uri="{FF2B5EF4-FFF2-40B4-BE49-F238E27FC236}">
                      <a16:creationId xmlns:a16="http://schemas.microsoft.com/office/drawing/2014/main" id="{5340FEA5-9DA6-343E-91CA-AAFD173883CB}"/>
                    </a:ext>
                  </a:extLst>
                </p:cNvPr>
                <p:cNvSpPr txBox="1"/>
                <p:nvPr/>
              </p:nvSpPr>
              <p:spPr>
                <a:xfrm>
                  <a:off x="8966136" y="1278632"/>
                  <a:ext cx="85754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1400" b="1" dirty="0">
                      <a:latin typeface="+mj-lt"/>
                      <a:cs typeface="Times New Roman" panose="02020603050405020304" pitchFamily="18" charset="0"/>
                    </a:rPr>
                    <a:t>Inverter</a:t>
                  </a:r>
                  <a:endParaRPr lang="ko-KR" altLang="en-US" sz="14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1" name="TextBox 390">
                  <a:extLst>
                    <a:ext uri="{FF2B5EF4-FFF2-40B4-BE49-F238E27FC236}">
                      <a16:creationId xmlns:a16="http://schemas.microsoft.com/office/drawing/2014/main" id="{4902A39D-FAC6-88A6-6CB4-710B10614E2A}"/>
                    </a:ext>
                  </a:extLst>
                </p:cNvPr>
                <p:cNvSpPr txBox="1"/>
                <p:nvPr/>
              </p:nvSpPr>
              <p:spPr>
                <a:xfrm>
                  <a:off x="10309071" y="1316747"/>
                  <a:ext cx="377026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Run</a:t>
                  </a:r>
                  <a:endParaRPr lang="ko-KR" altLang="en-US" sz="8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2" name="직사각형 391">
                  <a:extLst>
                    <a:ext uri="{FF2B5EF4-FFF2-40B4-BE49-F238E27FC236}">
                      <a16:creationId xmlns:a16="http://schemas.microsoft.com/office/drawing/2014/main" id="{391A43AB-1C63-FEE7-839F-1F7AEA7369E5}"/>
                    </a:ext>
                  </a:extLst>
                </p:cNvPr>
                <p:cNvSpPr/>
                <p:nvPr/>
              </p:nvSpPr>
              <p:spPr>
                <a:xfrm>
                  <a:off x="10661730" y="1314184"/>
                  <a:ext cx="307781" cy="24612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grpSp>
              <p:nvGrpSpPr>
                <p:cNvPr id="445" name="그룹 444">
                  <a:extLst>
                    <a:ext uri="{FF2B5EF4-FFF2-40B4-BE49-F238E27FC236}">
                      <a16:creationId xmlns:a16="http://schemas.microsoft.com/office/drawing/2014/main" id="{A2E89A97-7D50-3E43-B980-02BBECDE7C64}"/>
                    </a:ext>
                  </a:extLst>
                </p:cNvPr>
                <p:cNvGrpSpPr/>
                <p:nvPr/>
              </p:nvGrpSpPr>
              <p:grpSpPr>
                <a:xfrm>
                  <a:off x="9016772" y="1653102"/>
                  <a:ext cx="2120299" cy="1091066"/>
                  <a:chOff x="9005202" y="1891605"/>
                  <a:chExt cx="2120299" cy="1091066"/>
                </a:xfrm>
              </p:grpSpPr>
              <p:sp>
                <p:nvSpPr>
                  <p:cNvPr id="414" name="TextBox 413">
                    <a:extLst>
                      <a:ext uri="{FF2B5EF4-FFF2-40B4-BE49-F238E27FC236}">
                        <a16:creationId xmlns:a16="http://schemas.microsoft.com/office/drawing/2014/main" id="{033FD5A5-15E0-FE06-4C2A-F4751EEB9585}"/>
                      </a:ext>
                    </a:extLst>
                  </p:cNvPr>
                  <p:cNvSpPr txBox="1"/>
                  <p:nvPr/>
                </p:nvSpPr>
                <p:spPr>
                  <a:xfrm>
                    <a:off x="9005202" y="2265254"/>
                    <a:ext cx="574195" cy="2000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700" b="1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AC  [kW]</a:t>
                    </a:r>
                    <a:endParaRPr lang="ko-KR" altLang="en-US" sz="7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444" name="그룹 443">
                    <a:extLst>
                      <a:ext uri="{FF2B5EF4-FFF2-40B4-BE49-F238E27FC236}">
                        <a16:creationId xmlns:a16="http://schemas.microsoft.com/office/drawing/2014/main" id="{321DBA24-176F-A652-B4FD-E9DD5E280490}"/>
                      </a:ext>
                    </a:extLst>
                  </p:cNvPr>
                  <p:cNvGrpSpPr/>
                  <p:nvPr/>
                </p:nvGrpSpPr>
                <p:grpSpPr>
                  <a:xfrm>
                    <a:off x="9026088" y="1891605"/>
                    <a:ext cx="2099413" cy="1091066"/>
                    <a:chOff x="9096229" y="1654975"/>
                    <a:chExt cx="2099413" cy="1091066"/>
                  </a:xfrm>
                </p:grpSpPr>
                <p:sp>
                  <p:nvSpPr>
                    <p:cNvPr id="409" name="직사각형 408">
                      <a:extLst>
                        <a:ext uri="{FF2B5EF4-FFF2-40B4-BE49-F238E27FC236}">
                          <a16:creationId xmlns:a16="http://schemas.microsoft.com/office/drawing/2014/main" id="{B8580CD9-D59E-23E4-D647-5CC35E1E74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96989" y="2188239"/>
                      <a:ext cx="448875" cy="16972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700">
                        <a:solidFill>
                          <a:schemeClr val="tx1"/>
                        </a:solidFill>
                        <a:latin typeface="+mj-lt"/>
                      </a:endParaRPr>
                    </a:p>
                  </p:txBody>
                </p:sp>
                <p:grpSp>
                  <p:nvGrpSpPr>
                    <p:cNvPr id="443" name="그룹 442">
                      <a:extLst>
                        <a:ext uri="{FF2B5EF4-FFF2-40B4-BE49-F238E27FC236}">
                          <a16:creationId xmlns:a16="http://schemas.microsoft.com/office/drawing/2014/main" id="{96A238A8-14CC-71DE-6F47-4BA44EB9D39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096229" y="1654975"/>
                      <a:ext cx="2099413" cy="1091066"/>
                      <a:chOff x="9096229" y="1654975"/>
                      <a:chExt cx="2099413" cy="1091066"/>
                    </a:xfrm>
                  </p:grpSpPr>
                  <p:sp>
                    <p:nvSpPr>
                      <p:cNvPr id="393" name="직사각형 392">
                        <a:extLst>
                          <a:ext uri="{FF2B5EF4-FFF2-40B4-BE49-F238E27FC236}">
                            <a16:creationId xmlns:a16="http://schemas.microsoft.com/office/drawing/2014/main" id="{A5A2300E-3F22-106A-D03E-012157318B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21754" y="1826759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394" name="TextBox 393">
                        <a:extLst>
                          <a:ext uri="{FF2B5EF4-FFF2-40B4-BE49-F238E27FC236}">
                            <a16:creationId xmlns:a16="http://schemas.microsoft.com/office/drawing/2014/main" id="{00765A96-CADF-A805-7AA8-B35D25EEAD7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687272" y="1654975"/>
                        <a:ext cx="497251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T</a:t>
                        </a:r>
                        <a:r>
                          <a:rPr lang="ko-KR" altLang="en-US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 </a:t>
                        </a:r>
                        <a:r>
                          <a:rPr lang="en-US" altLang="ko-KR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  </a:t>
                        </a:r>
                        <a:r>
                          <a:rPr lang="en-US" altLang="ko-KR" sz="800" b="1" dirty="0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[V]</a:t>
                        </a:r>
                        <a:endParaRPr lang="ko-KR" altLang="en-US" sz="8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395" name="직사각형 394">
                        <a:extLst>
                          <a:ext uri="{FF2B5EF4-FFF2-40B4-BE49-F238E27FC236}">
                            <a16:creationId xmlns:a16="http://schemas.microsoft.com/office/drawing/2014/main" id="{DD306F58-2A03-518D-6F96-73B67961A2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196989" y="1835226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396" name="TextBox 395">
                        <a:extLst>
                          <a:ext uri="{FF2B5EF4-FFF2-40B4-BE49-F238E27FC236}">
                            <a16:creationId xmlns:a16="http://schemas.microsoft.com/office/drawing/2014/main" id="{5532E92E-D522-F579-2D77-4C17796DF37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172201" y="1654975"/>
                        <a:ext cx="495649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S   [</a:t>
                        </a:r>
                        <a:r>
                          <a:rPr lang="en-US" altLang="ko-KR" sz="800" b="1" dirty="0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V]</a:t>
                        </a:r>
                        <a:endParaRPr lang="ko-KR" altLang="en-US" sz="8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397" name="직사각형 396">
                        <a:extLst>
                          <a:ext uri="{FF2B5EF4-FFF2-40B4-BE49-F238E27FC236}">
                            <a16:creationId xmlns:a16="http://schemas.microsoft.com/office/drawing/2014/main" id="{989A6EF8-D7B7-A71D-2A62-AD99AF261C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80159" y="1835226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398" name="TextBox 397">
                        <a:extLst>
                          <a:ext uri="{FF2B5EF4-FFF2-40B4-BE49-F238E27FC236}">
                            <a16:creationId xmlns:a16="http://schemas.microsoft.com/office/drawing/2014/main" id="{E59B699E-569C-73DF-2F29-B6C42758A5B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77170" y="1671977"/>
                        <a:ext cx="505267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R   </a:t>
                        </a:r>
                        <a:r>
                          <a:rPr lang="en-US" altLang="ko-KR" sz="800" b="1" dirty="0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[V]</a:t>
                        </a:r>
                        <a:endParaRPr lang="ko-KR" altLang="en-US" sz="8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399" name="직사각형 398">
                        <a:extLst>
                          <a:ext uri="{FF2B5EF4-FFF2-40B4-BE49-F238E27FC236}">
                            <a16:creationId xmlns:a16="http://schemas.microsoft.com/office/drawing/2014/main" id="{CB47B2D8-078A-2BD6-DC9B-1236A91196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40519" y="1841555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400" name="TextBox 399">
                        <a:extLst>
                          <a:ext uri="{FF2B5EF4-FFF2-40B4-BE49-F238E27FC236}">
                            <a16:creationId xmlns:a16="http://schemas.microsoft.com/office/drawing/2014/main" id="{84321288-264B-DAEB-E679-A3F0D51DB38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107443" y="1681597"/>
                        <a:ext cx="530915" cy="20005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7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DC   </a:t>
                        </a:r>
                        <a:r>
                          <a:rPr lang="en-US" altLang="ko-KR" sz="700" b="1" dirty="0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[V]</a:t>
                        </a:r>
                        <a:endParaRPr lang="ko-KR" altLang="en-US" sz="7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07" name="직사각형 406">
                        <a:extLst>
                          <a:ext uri="{FF2B5EF4-FFF2-40B4-BE49-F238E27FC236}">
                            <a16:creationId xmlns:a16="http://schemas.microsoft.com/office/drawing/2014/main" id="{EA36AD16-74C2-84F1-2B2B-4EE4358DD0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21754" y="2179772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408" name="TextBox 407">
                        <a:extLst>
                          <a:ext uri="{FF2B5EF4-FFF2-40B4-BE49-F238E27FC236}">
                            <a16:creationId xmlns:a16="http://schemas.microsoft.com/office/drawing/2014/main" id="{E2A12EC0-E1A8-57C3-D27C-1DAE1D67EB8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694797" y="2021113"/>
                        <a:ext cx="500457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T</a:t>
                        </a:r>
                        <a:r>
                          <a:rPr lang="ko-KR" altLang="en-US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 </a:t>
                        </a:r>
                        <a:r>
                          <a:rPr lang="en-US" altLang="ko-KR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  [A]</a:t>
                        </a:r>
                        <a:endParaRPr lang="ko-KR" altLang="en-US" sz="8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0" name="TextBox 409">
                        <a:extLst>
                          <a:ext uri="{FF2B5EF4-FFF2-40B4-BE49-F238E27FC236}">
                            <a16:creationId xmlns:a16="http://schemas.microsoft.com/office/drawing/2014/main" id="{F2D7E085-ABEE-142E-84C3-9D098C02DEA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193907" y="2021734"/>
                        <a:ext cx="498855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S   [A]</a:t>
                        </a:r>
                        <a:endParaRPr lang="ko-KR" altLang="en-US" sz="8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1" name="직사각형 410">
                        <a:extLst>
                          <a:ext uri="{FF2B5EF4-FFF2-40B4-BE49-F238E27FC236}">
                            <a16:creationId xmlns:a16="http://schemas.microsoft.com/office/drawing/2014/main" id="{37F6981C-4890-DBED-7216-537C8CC0F0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80159" y="2188239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412" name="TextBox 411">
                        <a:extLst>
                          <a:ext uri="{FF2B5EF4-FFF2-40B4-BE49-F238E27FC236}">
                            <a16:creationId xmlns:a16="http://schemas.microsoft.com/office/drawing/2014/main" id="{64E067EF-5653-33EE-362B-4E326DEDD8F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76923" y="2019679"/>
                        <a:ext cx="508473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8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R   [A]</a:t>
                        </a:r>
                        <a:endParaRPr lang="ko-KR" altLang="en-US" sz="8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3" name="직사각형 412">
                        <a:extLst>
                          <a:ext uri="{FF2B5EF4-FFF2-40B4-BE49-F238E27FC236}">
                            <a16:creationId xmlns:a16="http://schemas.microsoft.com/office/drawing/2014/main" id="{060902BD-31C9-3F14-9840-93AFFDE2E8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40519" y="2194568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436" name="직사각형 435">
                        <a:extLst>
                          <a:ext uri="{FF2B5EF4-FFF2-40B4-BE49-F238E27FC236}">
                            <a16:creationId xmlns:a16="http://schemas.microsoft.com/office/drawing/2014/main" id="{9952A930-A2EF-DCD2-25D5-73DE36FEBF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46726" y="2566261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437" name="TextBox 436">
                        <a:extLst>
                          <a:ext uri="{FF2B5EF4-FFF2-40B4-BE49-F238E27FC236}">
                            <a16:creationId xmlns:a16="http://schemas.microsoft.com/office/drawing/2014/main" id="{C2946A17-229A-6AAA-C0DD-0B84075A7E3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096229" y="2411777"/>
                        <a:ext cx="540533" cy="20005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7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PV  </a:t>
                        </a:r>
                        <a:r>
                          <a:rPr lang="en-US" altLang="ko-KR" sz="700" b="1" dirty="0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[Hz]</a:t>
                        </a:r>
                        <a:endParaRPr lang="ko-KR" altLang="en-US" sz="7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38" name="직사각형 437">
                        <a:extLst>
                          <a:ext uri="{FF2B5EF4-FFF2-40B4-BE49-F238E27FC236}">
                            <a16:creationId xmlns:a16="http://schemas.microsoft.com/office/drawing/2014/main" id="{C1E45533-E228-4C0E-AF82-7A5CAB47AC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21439" y="2563180"/>
                        <a:ext cx="448875" cy="169729"/>
                      </a:xfrm>
                      <a:prstGeom prst="rect">
                        <a:avLst/>
                      </a:prstGeom>
                      <a:solidFill>
                        <a:srgbClr val="FEDB43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439" name="TextBox 438">
                        <a:extLst>
                          <a:ext uri="{FF2B5EF4-FFF2-40B4-BE49-F238E27FC236}">
                            <a16:creationId xmlns:a16="http://schemas.microsoft.com/office/drawing/2014/main" id="{FFF336C6-624B-C900-D5FD-1B045A0432B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186030" y="2408289"/>
                        <a:ext cx="519693" cy="20005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7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SV   </a:t>
                        </a:r>
                        <a:r>
                          <a:rPr lang="en-US" altLang="ko-KR" sz="700" b="1" dirty="0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[A]</a:t>
                        </a:r>
                        <a:endParaRPr lang="ko-KR" altLang="en-US" sz="7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40" name="직사각형 439">
                        <a:extLst>
                          <a:ext uri="{FF2B5EF4-FFF2-40B4-BE49-F238E27FC236}">
                            <a16:creationId xmlns:a16="http://schemas.microsoft.com/office/drawing/2014/main" id="{5C49154B-8A94-815D-89DC-A609710DA8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6565" y="2576312"/>
                        <a:ext cx="448875" cy="16972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700">
                          <a:solidFill>
                            <a:schemeClr val="tx1"/>
                          </a:solidFill>
                          <a:latin typeface="+mj-lt"/>
                        </a:endParaRPr>
                      </a:p>
                    </p:txBody>
                  </p:sp>
                  <p:sp>
                    <p:nvSpPr>
                      <p:cNvPr id="441" name="TextBox 440">
                        <a:extLst>
                          <a:ext uri="{FF2B5EF4-FFF2-40B4-BE49-F238E27FC236}">
                            <a16:creationId xmlns:a16="http://schemas.microsoft.com/office/drawing/2014/main" id="{07C50DED-8250-96FF-AA7E-61816579797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704803" y="2413805"/>
                        <a:ext cx="490839" cy="20005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ko-KR" sz="700" b="1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PV  </a:t>
                        </a:r>
                        <a:r>
                          <a:rPr lang="en-US" altLang="ko-KR" sz="700" b="1" dirty="0">
                            <a:latin typeface="+mj-lt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a:t>[A]</a:t>
                        </a:r>
                        <a:endParaRPr lang="ko-KR" altLang="en-US" sz="700" b="1" dirty="0"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42" name="직사각형 441">
                        <a:extLst>
                          <a:ext uri="{FF2B5EF4-FFF2-40B4-BE49-F238E27FC236}">
                            <a16:creationId xmlns:a16="http://schemas.microsoft.com/office/drawing/2014/main" id="{5621EB98-6202-C45C-2A6C-F14C99C381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76023" y="2562121"/>
                        <a:ext cx="448875" cy="169729"/>
                      </a:xfrm>
                      <a:prstGeom prst="rect">
                        <a:avLst/>
                      </a:prstGeom>
                      <a:ln/>
                    </p:spPr>
                    <p:style>
                      <a:lnRef idx="1">
                        <a:schemeClr val="dk1"/>
                      </a:lnRef>
                      <a:fillRef idx="2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lIns="36000" rIns="36000" rtlCol="0" anchor="ctr"/>
                      <a:lstStyle/>
                      <a:p>
                        <a:pPr algn="ctr"/>
                        <a:r>
                          <a:rPr lang="en-US" altLang="ko-KR" sz="600" b="1" dirty="0">
                            <a:solidFill>
                              <a:schemeClr val="dk1"/>
                            </a:solidFill>
                            <a:latin typeface="+mj-lt"/>
                            <a:cs typeface="Times New Roman" panose="02020603050405020304" pitchFamily="18" charset="0"/>
                          </a:rPr>
                          <a:t>SET</a:t>
                        </a:r>
                        <a:endParaRPr lang="ko-KR" altLang="en-US" sz="600" b="1" dirty="0">
                          <a:solidFill>
                            <a:schemeClr val="dk1"/>
                          </a:solidFill>
                          <a:latin typeface="+mj-lt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</p:grpSp>
            </p:grpSp>
          </p:grpSp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10335E20-7BEB-1E2C-1902-D3C586B79CFB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38789" t="34972" r="56421" b="56197"/>
              <a:stretch/>
            </p:blipFill>
            <p:spPr>
              <a:xfrm>
                <a:off x="9870839" y="1927830"/>
                <a:ext cx="450028" cy="168621"/>
              </a:xfrm>
              <a:prstGeom prst="rect">
                <a:avLst/>
              </a:prstGeom>
            </p:spPr>
          </p:pic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9CF0D22-D3F2-6D33-9751-8F301B2C5925}"/>
                </a:ext>
              </a:extLst>
            </p:cNvPr>
            <p:cNvSpPr txBox="1"/>
            <p:nvPr/>
          </p:nvSpPr>
          <p:spPr>
            <a:xfrm>
              <a:off x="9874015" y="1724214"/>
              <a:ext cx="42672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800" b="1" dirty="0">
                  <a:latin typeface="+mj-lt"/>
                  <a:cs typeface="Times New Roman" panose="02020603050405020304" pitchFamily="18" charset="0"/>
                </a:rPr>
                <a:t>Fault</a:t>
              </a:r>
              <a:endParaRPr lang="ko-KR" altLang="en-US" sz="8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1210A844-1DFC-3FB3-034E-D293C3DB7DF4}"/>
              </a:ext>
            </a:extLst>
          </p:cNvPr>
          <p:cNvCxnSpPr>
            <a:cxnSpLocks/>
            <a:stCxn id="434" idx="3"/>
          </p:cNvCxnSpPr>
          <p:nvPr/>
        </p:nvCxnSpPr>
        <p:spPr>
          <a:xfrm>
            <a:off x="369129" y="1395469"/>
            <a:ext cx="24022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11735553-219F-00BF-4709-E0637E3FC503}"/>
              </a:ext>
            </a:extLst>
          </p:cNvPr>
          <p:cNvCxnSpPr>
            <a:cxnSpLocks/>
          </p:cNvCxnSpPr>
          <p:nvPr/>
        </p:nvCxnSpPr>
        <p:spPr>
          <a:xfrm>
            <a:off x="899361" y="1394460"/>
            <a:ext cx="67797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7" name="직선 연결선 836">
            <a:extLst>
              <a:ext uri="{FF2B5EF4-FFF2-40B4-BE49-F238E27FC236}">
                <a16:creationId xmlns:a16="http://schemas.microsoft.com/office/drawing/2014/main" id="{08A52125-2616-D381-767C-7C1B39540287}"/>
              </a:ext>
            </a:extLst>
          </p:cNvPr>
          <p:cNvCxnSpPr>
            <a:cxnSpLocks/>
          </p:cNvCxnSpPr>
          <p:nvPr/>
        </p:nvCxnSpPr>
        <p:spPr>
          <a:xfrm>
            <a:off x="3471718" y="2631494"/>
            <a:ext cx="12699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6" name="직선 연결선 755">
            <a:extLst>
              <a:ext uri="{FF2B5EF4-FFF2-40B4-BE49-F238E27FC236}">
                <a16:creationId xmlns:a16="http://schemas.microsoft.com/office/drawing/2014/main" id="{86284CA5-0CDE-DB85-1B0E-165BBAA4E775}"/>
              </a:ext>
            </a:extLst>
          </p:cNvPr>
          <p:cNvCxnSpPr>
            <a:cxnSpLocks/>
          </p:cNvCxnSpPr>
          <p:nvPr/>
        </p:nvCxnSpPr>
        <p:spPr>
          <a:xfrm>
            <a:off x="7123237" y="4847815"/>
            <a:ext cx="739775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49" name="그룹 348">
            <a:extLst>
              <a:ext uri="{FF2B5EF4-FFF2-40B4-BE49-F238E27FC236}">
                <a16:creationId xmlns:a16="http://schemas.microsoft.com/office/drawing/2014/main" id="{29DDF7F7-F326-6ECC-1DCF-CF2504B7899B}"/>
              </a:ext>
            </a:extLst>
          </p:cNvPr>
          <p:cNvGrpSpPr/>
          <p:nvPr/>
        </p:nvGrpSpPr>
        <p:grpSpPr>
          <a:xfrm>
            <a:off x="7862155" y="4156566"/>
            <a:ext cx="1080493" cy="753805"/>
            <a:chOff x="6000769" y="4438648"/>
            <a:chExt cx="1591075" cy="1058576"/>
          </a:xfrm>
        </p:grpSpPr>
        <p:sp>
          <p:nvSpPr>
            <p:cNvPr id="347" name="직사각형 346">
              <a:extLst>
                <a:ext uri="{FF2B5EF4-FFF2-40B4-BE49-F238E27FC236}">
                  <a16:creationId xmlns:a16="http://schemas.microsoft.com/office/drawing/2014/main" id="{BF273880-212B-F378-6E2C-0CCBC71E7266}"/>
                </a:ext>
              </a:extLst>
            </p:cNvPr>
            <p:cNvSpPr/>
            <p:nvPr/>
          </p:nvSpPr>
          <p:spPr>
            <a:xfrm>
              <a:off x="6001171" y="4438649"/>
              <a:ext cx="441576" cy="55548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48" name="직사각형 347">
              <a:extLst>
                <a:ext uri="{FF2B5EF4-FFF2-40B4-BE49-F238E27FC236}">
                  <a16:creationId xmlns:a16="http://schemas.microsoft.com/office/drawing/2014/main" id="{F18E2ED5-23CB-15D7-D110-4CD55FCF9D4E}"/>
                </a:ext>
              </a:extLst>
            </p:cNvPr>
            <p:cNvSpPr/>
            <p:nvPr/>
          </p:nvSpPr>
          <p:spPr>
            <a:xfrm>
              <a:off x="7150269" y="4438648"/>
              <a:ext cx="441575" cy="55548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46" name="직사각형 345">
              <a:extLst>
                <a:ext uri="{FF2B5EF4-FFF2-40B4-BE49-F238E27FC236}">
                  <a16:creationId xmlns:a16="http://schemas.microsoft.com/office/drawing/2014/main" id="{CB2C578E-F7B5-A2CD-73D8-8DAFB97556B4}"/>
                </a:ext>
              </a:extLst>
            </p:cNvPr>
            <p:cNvSpPr/>
            <p:nvPr/>
          </p:nvSpPr>
          <p:spPr>
            <a:xfrm>
              <a:off x="6000769" y="4838741"/>
              <a:ext cx="1590674" cy="658483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</p:grpSp>
      <p:cxnSp>
        <p:nvCxnSpPr>
          <p:cNvPr id="476" name="직선 연결선 475">
            <a:extLst>
              <a:ext uri="{FF2B5EF4-FFF2-40B4-BE49-F238E27FC236}">
                <a16:creationId xmlns:a16="http://schemas.microsoft.com/office/drawing/2014/main" id="{DB0A7072-E03B-B560-93AA-1F42B4C9CDC7}"/>
              </a:ext>
            </a:extLst>
          </p:cNvPr>
          <p:cNvCxnSpPr>
            <a:cxnSpLocks/>
          </p:cNvCxnSpPr>
          <p:nvPr/>
        </p:nvCxnSpPr>
        <p:spPr>
          <a:xfrm>
            <a:off x="6770794" y="2952739"/>
            <a:ext cx="11633" cy="2632892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직선 연결선 343">
            <a:extLst>
              <a:ext uri="{FF2B5EF4-FFF2-40B4-BE49-F238E27FC236}">
                <a16:creationId xmlns:a16="http://schemas.microsoft.com/office/drawing/2014/main" id="{6ABB1BFE-2CEB-9A90-68C1-89D9D3CC249D}"/>
              </a:ext>
            </a:extLst>
          </p:cNvPr>
          <p:cNvCxnSpPr>
            <a:cxnSpLocks/>
          </p:cNvCxnSpPr>
          <p:nvPr/>
        </p:nvCxnSpPr>
        <p:spPr>
          <a:xfrm>
            <a:off x="6554912" y="1200619"/>
            <a:ext cx="0" cy="74792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323E7993-E65E-346A-78EF-062AA19117D1}"/>
              </a:ext>
            </a:extLst>
          </p:cNvPr>
          <p:cNvCxnSpPr>
            <a:cxnSpLocks/>
          </p:cNvCxnSpPr>
          <p:nvPr/>
        </p:nvCxnSpPr>
        <p:spPr>
          <a:xfrm>
            <a:off x="2405155" y="5398136"/>
            <a:ext cx="1623436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CE0D7AAB-2C16-0564-8070-B6B75BC8CA66}"/>
              </a:ext>
            </a:extLst>
          </p:cNvPr>
          <p:cNvSpPr/>
          <p:nvPr/>
        </p:nvSpPr>
        <p:spPr>
          <a:xfrm>
            <a:off x="623136" y="1267229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6F3135A2-95F9-101F-DC7C-0FD4D7712413}"/>
              </a:ext>
            </a:extLst>
          </p:cNvPr>
          <p:cNvCxnSpPr>
            <a:cxnSpLocks/>
          </p:cNvCxnSpPr>
          <p:nvPr/>
        </p:nvCxnSpPr>
        <p:spPr>
          <a:xfrm>
            <a:off x="458912" y="1720995"/>
            <a:ext cx="0" cy="4056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9A346326-C0EB-2469-A27B-08F8DE897358}"/>
              </a:ext>
            </a:extLst>
          </p:cNvPr>
          <p:cNvCxnSpPr>
            <a:cxnSpLocks/>
          </p:cNvCxnSpPr>
          <p:nvPr/>
        </p:nvCxnSpPr>
        <p:spPr>
          <a:xfrm>
            <a:off x="458912" y="1720995"/>
            <a:ext cx="114726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2ECABE4F-BB25-C22D-BB63-048B5F1B97AF}"/>
              </a:ext>
            </a:extLst>
          </p:cNvPr>
          <p:cNvCxnSpPr>
            <a:cxnSpLocks/>
          </p:cNvCxnSpPr>
          <p:nvPr/>
        </p:nvCxnSpPr>
        <p:spPr>
          <a:xfrm>
            <a:off x="288257" y="2814649"/>
            <a:ext cx="0" cy="7301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1E60F3AC-8BE7-39CB-E668-2EDB98CBA45B}"/>
              </a:ext>
            </a:extLst>
          </p:cNvPr>
          <p:cNvGrpSpPr/>
          <p:nvPr/>
        </p:nvGrpSpPr>
        <p:grpSpPr>
          <a:xfrm>
            <a:off x="250808" y="4319922"/>
            <a:ext cx="1239999" cy="560250"/>
            <a:chOff x="4457672" y="1491034"/>
            <a:chExt cx="1148556" cy="560250"/>
          </a:xfrm>
        </p:grpSpPr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4C087C11-E232-A757-EFBE-F6A76671CAEB}"/>
                </a:ext>
              </a:extLst>
            </p:cNvPr>
            <p:cNvSpPr/>
            <p:nvPr/>
          </p:nvSpPr>
          <p:spPr>
            <a:xfrm>
              <a:off x="4476538" y="1491034"/>
              <a:ext cx="1122467" cy="56025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B227CD01-9890-910E-75AE-4B4E9EF6F7C4}"/>
                </a:ext>
              </a:extLst>
            </p:cNvPr>
            <p:cNvSpPr txBox="1"/>
            <p:nvPr/>
          </p:nvSpPr>
          <p:spPr>
            <a:xfrm>
              <a:off x="4457672" y="1491034"/>
              <a:ext cx="46949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>
                  <a:latin typeface="+mj-lt"/>
                </a:rPr>
                <a:t>B - Air</a:t>
              </a:r>
              <a:endParaRPr lang="ko-KR" altLang="en-US" sz="800" b="1">
                <a:latin typeface="+mj-lt"/>
              </a:endParaRPr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AE3244CC-F2D8-7DD7-7D8F-D8971C2B8670}"/>
                </a:ext>
              </a:extLst>
            </p:cNvPr>
            <p:cNvSpPr/>
            <p:nvPr/>
          </p:nvSpPr>
          <p:spPr>
            <a:xfrm>
              <a:off x="4537210" y="1811838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8007D304-56E4-677A-06FB-76489227A96A}"/>
                </a:ext>
              </a:extLst>
            </p:cNvPr>
            <p:cNvSpPr txBox="1"/>
            <p:nvPr/>
          </p:nvSpPr>
          <p:spPr>
            <a:xfrm>
              <a:off x="4497068" y="1652252"/>
              <a:ext cx="56451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D9CA1BC9-D061-3610-592C-78ACFC89C095}"/>
                </a:ext>
              </a:extLst>
            </p:cNvPr>
            <p:cNvSpPr/>
            <p:nvPr/>
          </p:nvSpPr>
          <p:spPr>
            <a:xfrm>
              <a:off x="5081653" y="1811838"/>
              <a:ext cx="448875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95BE2B2C-180F-8667-5DDF-7706DFEB5133}"/>
                </a:ext>
              </a:extLst>
            </p:cNvPr>
            <p:cNvSpPr txBox="1"/>
            <p:nvPr/>
          </p:nvSpPr>
          <p:spPr>
            <a:xfrm>
              <a:off x="5046165" y="1652252"/>
              <a:ext cx="56006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B2651A9A-3636-861C-DB27-26CECEBBD31D}"/>
              </a:ext>
            </a:extLst>
          </p:cNvPr>
          <p:cNvGrpSpPr/>
          <p:nvPr/>
        </p:nvGrpSpPr>
        <p:grpSpPr>
          <a:xfrm>
            <a:off x="1552229" y="1088561"/>
            <a:ext cx="614300" cy="891103"/>
            <a:chOff x="541832" y="3224461"/>
            <a:chExt cx="614300" cy="891103"/>
          </a:xfrm>
        </p:grpSpPr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02B64B98-3A9C-DE28-F804-0D548E1693B1}"/>
                </a:ext>
              </a:extLst>
            </p:cNvPr>
            <p:cNvSpPr/>
            <p:nvPr/>
          </p:nvSpPr>
          <p:spPr>
            <a:xfrm>
              <a:off x="563992" y="3224461"/>
              <a:ext cx="592140" cy="8911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44DCC5EE-C838-7D63-0FA4-422F4B714268}"/>
                </a:ext>
              </a:extLst>
            </p:cNvPr>
            <p:cNvSpPr txBox="1"/>
            <p:nvPr/>
          </p:nvSpPr>
          <p:spPr>
            <a:xfrm>
              <a:off x="541832" y="3262364"/>
              <a:ext cx="59663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>
                  <a:latin typeface="+mj-lt"/>
                </a:rPr>
                <a:t>NG Inlet</a:t>
              </a:r>
              <a:endParaRPr lang="ko-KR" altLang="en-US" sz="800" b="1">
                <a:latin typeface="+mj-lt"/>
              </a:endParaRPr>
            </a:p>
          </p:txBody>
        </p:sp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049B12FD-F015-64E4-8958-C5F12C4F883B}"/>
                </a:ext>
              </a:extLst>
            </p:cNvPr>
            <p:cNvSpPr/>
            <p:nvPr/>
          </p:nvSpPr>
          <p:spPr>
            <a:xfrm>
              <a:off x="606752" y="3564281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032616A8-9261-6BE9-D3D6-577D19EF30D0}"/>
                </a:ext>
              </a:extLst>
            </p:cNvPr>
            <p:cNvSpPr txBox="1"/>
            <p:nvPr/>
          </p:nvSpPr>
          <p:spPr>
            <a:xfrm>
              <a:off x="608296" y="3404695"/>
              <a:ext cx="51969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PT 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C6285D0A-C32A-D8B3-5718-A65C9BD0D24D}"/>
                </a:ext>
              </a:extLst>
            </p:cNvPr>
            <p:cNvSpPr/>
            <p:nvPr/>
          </p:nvSpPr>
          <p:spPr>
            <a:xfrm>
              <a:off x="606752" y="3878659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7EE1F8D0-9F96-6F99-280C-CD0130532B80}"/>
                </a:ext>
              </a:extLst>
            </p:cNvPr>
            <p:cNvSpPr txBox="1"/>
            <p:nvPr/>
          </p:nvSpPr>
          <p:spPr>
            <a:xfrm>
              <a:off x="639771" y="3719073"/>
              <a:ext cx="46198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  [</a:t>
              </a:r>
              <a:r>
                <a:rPr lang="ko-KR" altLang="en-US" sz="600" b="1">
                  <a:latin typeface="+mj-lt"/>
                </a:rPr>
                <a:t>℃</a:t>
              </a:r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238" name="TextBox 237">
            <a:extLst>
              <a:ext uri="{FF2B5EF4-FFF2-40B4-BE49-F238E27FC236}">
                <a16:creationId xmlns:a16="http://schemas.microsoft.com/office/drawing/2014/main" id="{E6B088C1-B546-5513-4A09-B2F8F8C4C145}"/>
              </a:ext>
            </a:extLst>
          </p:cNvPr>
          <p:cNvSpPr txBox="1"/>
          <p:nvPr/>
        </p:nvSpPr>
        <p:spPr>
          <a:xfrm>
            <a:off x="1692086" y="3635979"/>
            <a:ext cx="47598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TC  [</a:t>
            </a:r>
            <a:r>
              <a:rPr lang="ko-KR" altLang="en-US" sz="600" b="1">
                <a:latin typeface="+mj-lt"/>
              </a:rPr>
              <a:t>℃</a:t>
            </a:r>
            <a:r>
              <a:rPr lang="en-US" altLang="ko-KR" sz="6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600" b="1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17B3AA17-C19D-0834-A3A2-1DD67CF2E9CC}"/>
              </a:ext>
            </a:extLst>
          </p:cNvPr>
          <p:cNvCxnSpPr>
            <a:cxnSpLocks/>
          </p:cNvCxnSpPr>
          <p:nvPr/>
        </p:nvCxnSpPr>
        <p:spPr>
          <a:xfrm>
            <a:off x="3471718" y="3814419"/>
            <a:ext cx="6748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CF605EE3-9CEE-0C74-B23A-C699B537DF06}"/>
              </a:ext>
            </a:extLst>
          </p:cNvPr>
          <p:cNvCxnSpPr>
            <a:cxnSpLocks/>
            <a:stCxn id="109" idx="2"/>
          </p:cNvCxnSpPr>
          <p:nvPr/>
        </p:nvCxnSpPr>
        <p:spPr>
          <a:xfrm>
            <a:off x="3598711" y="1305329"/>
            <a:ext cx="871309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1" name="직사각형 300">
            <a:extLst>
              <a:ext uri="{FF2B5EF4-FFF2-40B4-BE49-F238E27FC236}">
                <a16:creationId xmlns:a16="http://schemas.microsoft.com/office/drawing/2014/main" id="{11B11D4A-C9B7-D8D8-0885-2750C433E7D5}"/>
              </a:ext>
            </a:extLst>
          </p:cNvPr>
          <p:cNvSpPr/>
          <p:nvPr/>
        </p:nvSpPr>
        <p:spPr>
          <a:xfrm>
            <a:off x="2392913" y="2012731"/>
            <a:ext cx="276225" cy="2615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18E9678D-FCB8-B7AF-E5E7-0AA422EB25CC}"/>
              </a:ext>
            </a:extLst>
          </p:cNvPr>
          <p:cNvSpPr txBox="1"/>
          <p:nvPr/>
        </p:nvSpPr>
        <p:spPr>
          <a:xfrm>
            <a:off x="2349725" y="1795158"/>
            <a:ext cx="3722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>
                <a:latin typeface="+mj-lt"/>
              </a:rPr>
              <a:t>IGN</a:t>
            </a:r>
            <a:endParaRPr lang="ko-KR" altLang="en-US" sz="800" b="1">
              <a:latin typeface="+mj-lt"/>
            </a:endParaRPr>
          </a:p>
        </p:txBody>
      </p:sp>
      <p:grpSp>
        <p:nvGrpSpPr>
          <p:cNvPr id="331" name="그룹 330">
            <a:extLst>
              <a:ext uri="{FF2B5EF4-FFF2-40B4-BE49-F238E27FC236}">
                <a16:creationId xmlns:a16="http://schemas.microsoft.com/office/drawing/2014/main" id="{D4E9BB21-1092-2943-9C08-00F107953715}"/>
              </a:ext>
            </a:extLst>
          </p:cNvPr>
          <p:cNvGrpSpPr/>
          <p:nvPr/>
        </p:nvGrpSpPr>
        <p:grpSpPr>
          <a:xfrm>
            <a:off x="121534" y="5279408"/>
            <a:ext cx="2096150" cy="1392702"/>
            <a:chOff x="-23053" y="5209104"/>
            <a:chExt cx="2096150" cy="1392702"/>
          </a:xfrm>
        </p:grpSpPr>
        <p:grpSp>
          <p:nvGrpSpPr>
            <p:cNvPr id="304" name="그룹 303">
              <a:extLst>
                <a:ext uri="{FF2B5EF4-FFF2-40B4-BE49-F238E27FC236}">
                  <a16:creationId xmlns:a16="http://schemas.microsoft.com/office/drawing/2014/main" id="{0A2054A6-7A36-99EC-1CA6-7F403D13949F}"/>
                </a:ext>
              </a:extLst>
            </p:cNvPr>
            <p:cNvGrpSpPr/>
            <p:nvPr/>
          </p:nvGrpSpPr>
          <p:grpSpPr>
            <a:xfrm>
              <a:off x="23469" y="5209104"/>
              <a:ext cx="2043856" cy="348883"/>
              <a:chOff x="904235" y="2792711"/>
              <a:chExt cx="2043856" cy="348883"/>
            </a:xfrm>
          </p:grpSpPr>
          <p:pic>
            <p:nvPicPr>
              <p:cNvPr id="305" name="그림 304">
                <a:extLst>
                  <a:ext uri="{FF2B5EF4-FFF2-40B4-BE49-F238E27FC236}">
                    <a16:creationId xmlns:a16="http://schemas.microsoft.com/office/drawing/2014/main" id="{B920B8D2-E4D5-F282-3634-27F094674532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38789" t="34972" r="56421" b="56197"/>
              <a:stretch/>
            </p:blipFill>
            <p:spPr>
              <a:xfrm>
                <a:off x="1903035" y="2947596"/>
                <a:ext cx="450028" cy="168621"/>
              </a:xfrm>
              <a:prstGeom prst="rect">
                <a:avLst/>
              </a:prstGeom>
            </p:spPr>
          </p:pic>
          <p:sp>
            <p:nvSpPr>
              <p:cNvPr id="306" name="직사각형 305">
                <a:extLst>
                  <a:ext uri="{FF2B5EF4-FFF2-40B4-BE49-F238E27FC236}">
                    <a16:creationId xmlns:a16="http://schemas.microsoft.com/office/drawing/2014/main" id="{D6F68F38-F3AB-E9B6-DDEF-5A6ECC0CB0C3}"/>
                  </a:ext>
                </a:extLst>
              </p:cNvPr>
              <p:cNvSpPr/>
              <p:nvPr/>
            </p:nvSpPr>
            <p:spPr>
              <a:xfrm>
                <a:off x="1389753" y="2931401"/>
                <a:ext cx="448875" cy="169729"/>
              </a:xfrm>
              <a:prstGeom prst="rect">
                <a:avLst/>
              </a:prstGeom>
              <a:ln w="63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600" b="1" dirty="0">
                    <a:latin typeface="+mj-lt"/>
                    <a:cs typeface="Times New Roman" panose="02020603050405020304" pitchFamily="18" charset="0"/>
                  </a:rPr>
                  <a:t>ON/OFF</a:t>
                </a:r>
                <a:endParaRPr lang="ko-KR" altLang="en-US" sz="600" b="1" dirty="0">
                  <a:solidFill>
                    <a:schemeClr val="dk1"/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4FC4543C-28A2-3788-0566-47E85DC7A429}"/>
                  </a:ext>
                </a:extLst>
              </p:cNvPr>
              <p:cNvSpPr txBox="1"/>
              <p:nvPr/>
            </p:nvSpPr>
            <p:spPr>
              <a:xfrm>
                <a:off x="904235" y="2922219"/>
                <a:ext cx="453576" cy="219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LTS 1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0" name="직사각형 309">
                <a:extLst>
                  <a:ext uri="{FF2B5EF4-FFF2-40B4-BE49-F238E27FC236}">
                    <a16:creationId xmlns:a16="http://schemas.microsoft.com/office/drawing/2014/main" id="{123B8278-9255-C0F8-31EB-F1851E705A84}"/>
                  </a:ext>
                </a:extLst>
              </p:cNvPr>
              <p:cNvSpPr/>
              <p:nvPr/>
            </p:nvSpPr>
            <p:spPr>
              <a:xfrm>
                <a:off x="2424537" y="2940223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C9ACF6DD-9682-4A51-1DC9-B6B76899313F}"/>
                  </a:ext>
                </a:extLst>
              </p:cNvPr>
              <p:cNvSpPr txBox="1"/>
              <p:nvPr/>
            </p:nvSpPr>
            <p:spPr>
              <a:xfrm>
                <a:off x="2349850" y="2792711"/>
                <a:ext cx="598241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   [</a:t>
                </a:r>
                <a:r>
                  <a:rPr lang="ko-KR" altLang="en-US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8ABB710D-C122-5785-85AB-A78A550E1D63}"/>
                </a:ext>
              </a:extLst>
            </p:cNvPr>
            <p:cNvGrpSpPr/>
            <p:nvPr/>
          </p:nvGrpSpPr>
          <p:grpSpPr>
            <a:xfrm>
              <a:off x="29241" y="5557373"/>
              <a:ext cx="2043856" cy="348883"/>
              <a:chOff x="904235" y="2792711"/>
              <a:chExt cx="2043856" cy="348883"/>
            </a:xfrm>
          </p:grpSpPr>
          <p:pic>
            <p:nvPicPr>
              <p:cNvPr id="314" name="그림 313">
                <a:extLst>
                  <a:ext uri="{FF2B5EF4-FFF2-40B4-BE49-F238E27FC236}">
                    <a16:creationId xmlns:a16="http://schemas.microsoft.com/office/drawing/2014/main" id="{9C20346C-2849-27A7-7D1B-93DE3EE3CC54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38789" t="34972" r="56421" b="56197"/>
              <a:stretch/>
            </p:blipFill>
            <p:spPr>
              <a:xfrm>
                <a:off x="1903035" y="2947596"/>
                <a:ext cx="450028" cy="168621"/>
              </a:xfrm>
              <a:prstGeom prst="rect">
                <a:avLst/>
              </a:prstGeom>
            </p:spPr>
          </p:pic>
          <p:sp>
            <p:nvSpPr>
              <p:cNvPr id="315" name="직사각형 314">
                <a:extLst>
                  <a:ext uri="{FF2B5EF4-FFF2-40B4-BE49-F238E27FC236}">
                    <a16:creationId xmlns:a16="http://schemas.microsoft.com/office/drawing/2014/main" id="{BF7943D7-4375-9B39-4084-A0741A00A21A}"/>
                  </a:ext>
                </a:extLst>
              </p:cNvPr>
              <p:cNvSpPr/>
              <p:nvPr/>
            </p:nvSpPr>
            <p:spPr>
              <a:xfrm>
                <a:off x="1389753" y="2931401"/>
                <a:ext cx="448875" cy="169729"/>
              </a:xfrm>
              <a:prstGeom prst="rect">
                <a:avLst/>
              </a:prstGeom>
              <a:ln w="63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600" b="1" dirty="0">
                    <a:latin typeface="+mj-lt"/>
                    <a:cs typeface="Times New Roman" panose="02020603050405020304" pitchFamily="18" charset="0"/>
                  </a:rPr>
                  <a:t>ON/OFF</a:t>
                </a:r>
                <a:endParaRPr lang="ko-KR" altLang="en-US" sz="600" b="1" dirty="0">
                  <a:solidFill>
                    <a:schemeClr val="dk1"/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A401ED8D-4108-2F99-AB65-6237D5C270BA}"/>
                  </a:ext>
                </a:extLst>
              </p:cNvPr>
              <p:cNvSpPr txBox="1"/>
              <p:nvPr/>
            </p:nvSpPr>
            <p:spPr>
              <a:xfrm>
                <a:off x="904235" y="2922219"/>
                <a:ext cx="453576" cy="2193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LTS 2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7" name="직사각형 316">
                <a:extLst>
                  <a:ext uri="{FF2B5EF4-FFF2-40B4-BE49-F238E27FC236}">
                    <a16:creationId xmlns:a16="http://schemas.microsoft.com/office/drawing/2014/main" id="{E6F54F52-D6BE-A655-21FE-C8B072B99E33}"/>
                  </a:ext>
                </a:extLst>
              </p:cNvPr>
              <p:cNvSpPr/>
              <p:nvPr/>
            </p:nvSpPr>
            <p:spPr>
              <a:xfrm>
                <a:off x="2424537" y="2940223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D823B975-6D26-362B-D8A8-0C7AD6F09DEE}"/>
                  </a:ext>
                </a:extLst>
              </p:cNvPr>
              <p:cNvSpPr txBox="1"/>
              <p:nvPr/>
            </p:nvSpPr>
            <p:spPr>
              <a:xfrm>
                <a:off x="2349850" y="2792711"/>
                <a:ext cx="598241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   [</a:t>
                </a:r>
                <a:r>
                  <a:rPr lang="ko-KR" altLang="en-US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19" name="그룹 318">
              <a:extLst>
                <a:ext uri="{FF2B5EF4-FFF2-40B4-BE49-F238E27FC236}">
                  <a16:creationId xmlns:a16="http://schemas.microsoft.com/office/drawing/2014/main" id="{D58847C1-BACF-137A-454A-EA55D44E4047}"/>
                </a:ext>
              </a:extLst>
            </p:cNvPr>
            <p:cNvGrpSpPr/>
            <p:nvPr/>
          </p:nvGrpSpPr>
          <p:grpSpPr>
            <a:xfrm>
              <a:off x="-23052" y="5906256"/>
              <a:ext cx="2096149" cy="344952"/>
              <a:chOff x="851942" y="2792711"/>
              <a:chExt cx="2096149" cy="344952"/>
            </a:xfrm>
          </p:grpSpPr>
          <p:pic>
            <p:nvPicPr>
              <p:cNvPr id="320" name="그림 319">
                <a:extLst>
                  <a:ext uri="{FF2B5EF4-FFF2-40B4-BE49-F238E27FC236}">
                    <a16:creationId xmlns:a16="http://schemas.microsoft.com/office/drawing/2014/main" id="{79A14C63-3A43-5790-D23B-0F4F0783B384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38789" t="34972" r="56421" b="56197"/>
              <a:stretch/>
            </p:blipFill>
            <p:spPr>
              <a:xfrm>
                <a:off x="1903035" y="2947596"/>
                <a:ext cx="450028" cy="168621"/>
              </a:xfrm>
              <a:prstGeom prst="rect">
                <a:avLst/>
              </a:prstGeom>
            </p:spPr>
          </p:pic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6F00D2F0-0BA2-2FCA-BEAD-F2486DCD4BA4}"/>
                  </a:ext>
                </a:extLst>
              </p:cNvPr>
              <p:cNvSpPr/>
              <p:nvPr/>
            </p:nvSpPr>
            <p:spPr>
              <a:xfrm>
                <a:off x="1389753" y="2931401"/>
                <a:ext cx="448875" cy="169729"/>
              </a:xfrm>
              <a:prstGeom prst="rect">
                <a:avLst/>
              </a:prstGeom>
              <a:ln w="63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600" b="1" dirty="0">
                    <a:latin typeface="+mj-lt"/>
                    <a:cs typeface="Times New Roman" panose="02020603050405020304" pitchFamily="18" charset="0"/>
                  </a:rPr>
                  <a:t>ON/OFF</a:t>
                </a:r>
                <a:endParaRPr lang="ko-KR" altLang="en-US" sz="600" b="1" dirty="0">
                  <a:solidFill>
                    <a:schemeClr val="dk1"/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2" name="TextBox 321">
                <a:extLst>
                  <a:ext uri="{FF2B5EF4-FFF2-40B4-BE49-F238E27FC236}">
                    <a16:creationId xmlns:a16="http://schemas.microsoft.com/office/drawing/2014/main" id="{A824209B-D387-17F7-015A-030554B4B478}"/>
                  </a:ext>
                </a:extLst>
              </p:cNvPr>
              <p:cNvSpPr txBox="1"/>
              <p:nvPr/>
            </p:nvSpPr>
            <p:spPr>
              <a:xfrm>
                <a:off x="851942" y="2922219"/>
                <a:ext cx="55816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PROX 1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75596D00-6D1E-0BA4-DAA9-DB503F60CF48}"/>
                  </a:ext>
                </a:extLst>
              </p:cNvPr>
              <p:cNvSpPr/>
              <p:nvPr/>
            </p:nvSpPr>
            <p:spPr>
              <a:xfrm>
                <a:off x="2424537" y="2940223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1CF69F29-BE6C-881F-B9FB-FB3615A700E0}"/>
                  </a:ext>
                </a:extLst>
              </p:cNvPr>
              <p:cNvSpPr txBox="1"/>
              <p:nvPr/>
            </p:nvSpPr>
            <p:spPr>
              <a:xfrm>
                <a:off x="2349850" y="2792711"/>
                <a:ext cx="598241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   [</a:t>
                </a:r>
                <a:r>
                  <a:rPr lang="ko-KR" altLang="en-US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25" name="그룹 324">
              <a:extLst>
                <a:ext uri="{FF2B5EF4-FFF2-40B4-BE49-F238E27FC236}">
                  <a16:creationId xmlns:a16="http://schemas.microsoft.com/office/drawing/2014/main" id="{F6B05ED6-674E-2CD1-A59D-42E1867791B4}"/>
                </a:ext>
              </a:extLst>
            </p:cNvPr>
            <p:cNvGrpSpPr/>
            <p:nvPr/>
          </p:nvGrpSpPr>
          <p:grpSpPr>
            <a:xfrm>
              <a:off x="-23053" y="6256854"/>
              <a:ext cx="2096150" cy="344952"/>
              <a:chOff x="851941" y="2792711"/>
              <a:chExt cx="2096150" cy="344952"/>
            </a:xfrm>
          </p:grpSpPr>
          <p:pic>
            <p:nvPicPr>
              <p:cNvPr id="326" name="그림 325">
                <a:extLst>
                  <a:ext uri="{FF2B5EF4-FFF2-40B4-BE49-F238E27FC236}">
                    <a16:creationId xmlns:a16="http://schemas.microsoft.com/office/drawing/2014/main" id="{E0B8AA7B-C7CE-4C48-7CAC-22B31AA852EA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2"/>
              <a:srcRect l="38789" t="34972" r="56421" b="56197"/>
              <a:stretch/>
            </p:blipFill>
            <p:spPr>
              <a:xfrm>
                <a:off x="1903035" y="2947596"/>
                <a:ext cx="450028" cy="168621"/>
              </a:xfrm>
              <a:prstGeom prst="rect">
                <a:avLst/>
              </a:prstGeom>
            </p:spPr>
          </p:pic>
          <p:sp>
            <p:nvSpPr>
              <p:cNvPr id="327" name="직사각형 326">
                <a:extLst>
                  <a:ext uri="{FF2B5EF4-FFF2-40B4-BE49-F238E27FC236}">
                    <a16:creationId xmlns:a16="http://schemas.microsoft.com/office/drawing/2014/main" id="{A4954E09-8E29-D01E-6769-C0FC6892840E}"/>
                  </a:ext>
                </a:extLst>
              </p:cNvPr>
              <p:cNvSpPr/>
              <p:nvPr/>
            </p:nvSpPr>
            <p:spPr>
              <a:xfrm>
                <a:off x="1389753" y="2931401"/>
                <a:ext cx="448875" cy="169729"/>
              </a:xfrm>
              <a:prstGeom prst="rect">
                <a:avLst/>
              </a:prstGeom>
              <a:ln w="63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 sz="600" b="1" dirty="0">
                    <a:latin typeface="+mj-lt"/>
                    <a:cs typeface="Times New Roman" panose="02020603050405020304" pitchFamily="18" charset="0"/>
                  </a:rPr>
                  <a:t>ON/OFF</a:t>
                </a:r>
                <a:endParaRPr lang="ko-KR" altLang="en-US" sz="600" b="1" dirty="0">
                  <a:solidFill>
                    <a:schemeClr val="dk1"/>
                  </a:solidFill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0241B84B-A779-B1D3-0546-86F65EA3E12D}"/>
                  </a:ext>
                </a:extLst>
              </p:cNvPr>
              <p:cNvSpPr txBox="1"/>
              <p:nvPr/>
            </p:nvSpPr>
            <p:spPr>
              <a:xfrm>
                <a:off x="851941" y="2922219"/>
                <a:ext cx="55816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PROX 2</a:t>
                </a:r>
                <a:endParaRPr lang="ko-KR" altLang="en-US" sz="8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9" name="직사각형 328">
                <a:extLst>
                  <a:ext uri="{FF2B5EF4-FFF2-40B4-BE49-F238E27FC236}">
                    <a16:creationId xmlns:a16="http://schemas.microsoft.com/office/drawing/2014/main" id="{84864E8C-7EAA-6828-7A09-7288BBDE5E87}"/>
                  </a:ext>
                </a:extLst>
              </p:cNvPr>
              <p:cNvSpPr/>
              <p:nvPr/>
            </p:nvSpPr>
            <p:spPr>
              <a:xfrm>
                <a:off x="2424537" y="2940223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F038A80E-7C6D-C90B-A339-219EF25FEFCF}"/>
                  </a:ext>
                </a:extLst>
              </p:cNvPr>
              <p:cNvSpPr txBox="1"/>
              <p:nvPr/>
            </p:nvSpPr>
            <p:spPr>
              <a:xfrm>
                <a:off x="2349850" y="2792711"/>
                <a:ext cx="598241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   [</a:t>
                </a:r>
                <a:r>
                  <a:rPr lang="ko-KR" altLang="en-US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33" name="TextBox 332">
            <a:extLst>
              <a:ext uri="{FF2B5EF4-FFF2-40B4-BE49-F238E27FC236}">
                <a16:creationId xmlns:a16="http://schemas.microsoft.com/office/drawing/2014/main" id="{6B343959-2949-2541-3033-E6214E493655}"/>
              </a:ext>
            </a:extLst>
          </p:cNvPr>
          <p:cNvSpPr txBox="1"/>
          <p:nvPr/>
        </p:nvSpPr>
        <p:spPr>
          <a:xfrm>
            <a:off x="144315" y="5017432"/>
            <a:ext cx="7577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+mj-lt"/>
                <a:cs typeface="Times New Roman" panose="02020603050405020304" pitchFamily="18" charset="0"/>
              </a:rPr>
              <a:t>Heater</a:t>
            </a:r>
            <a:endParaRPr lang="ko-KR" altLang="en-US" sz="1400" b="1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342" name="직선 연결선 341">
            <a:extLst>
              <a:ext uri="{FF2B5EF4-FFF2-40B4-BE49-F238E27FC236}">
                <a16:creationId xmlns:a16="http://schemas.microsoft.com/office/drawing/2014/main" id="{FFEAB8C4-5D38-6610-FFCA-C5978D9C1689}"/>
              </a:ext>
            </a:extLst>
          </p:cNvPr>
          <p:cNvCxnSpPr>
            <a:cxnSpLocks/>
          </p:cNvCxnSpPr>
          <p:nvPr/>
        </p:nvCxnSpPr>
        <p:spPr>
          <a:xfrm>
            <a:off x="5912520" y="1200619"/>
            <a:ext cx="642392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51" name="그림 350">
            <a:extLst>
              <a:ext uri="{FF2B5EF4-FFF2-40B4-BE49-F238E27FC236}">
                <a16:creationId xmlns:a16="http://schemas.microsoft.com/office/drawing/2014/main" id="{4CF679F0-AE6D-DA4D-18D8-75DB84E0A9DC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/>
          <a:srcRect l="29075" t="34902" r="65924" b="55922"/>
          <a:stretch/>
        </p:blipFill>
        <p:spPr>
          <a:xfrm>
            <a:off x="2737816" y="2033564"/>
            <a:ext cx="372217" cy="211596"/>
          </a:xfrm>
          <a:prstGeom prst="rect">
            <a:avLst/>
          </a:prstGeom>
        </p:spPr>
      </p:pic>
      <p:cxnSp>
        <p:nvCxnSpPr>
          <p:cNvPr id="415" name="직선 연결선 414">
            <a:extLst>
              <a:ext uri="{FF2B5EF4-FFF2-40B4-BE49-F238E27FC236}">
                <a16:creationId xmlns:a16="http://schemas.microsoft.com/office/drawing/2014/main" id="{55D83BDC-DA94-FD24-2FF5-01FF5B366AEF}"/>
              </a:ext>
            </a:extLst>
          </p:cNvPr>
          <p:cNvCxnSpPr>
            <a:cxnSpLocks/>
          </p:cNvCxnSpPr>
          <p:nvPr/>
        </p:nvCxnSpPr>
        <p:spPr>
          <a:xfrm>
            <a:off x="5478251" y="5018877"/>
            <a:ext cx="253787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7" name="직선 연결선 416">
            <a:extLst>
              <a:ext uri="{FF2B5EF4-FFF2-40B4-BE49-F238E27FC236}">
                <a16:creationId xmlns:a16="http://schemas.microsoft.com/office/drawing/2014/main" id="{1229DED2-240C-51D2-FC8B-7D6D5141CCE7}"/>
              </a:ext>
            </a:extLst>
          </p:cNvPr>
          <p:cNvCxnSpPr>
            <a:cxnSpLocks/>
          </p:cNvCxnSpPr>
          <p:nvPr/>
        </p:nvCxnSpPr>
        <p:spPr>
          <a:xfrm flipH="1">
            <a:off x="5732038" y="2331074"/>
            <a:ext cx="10339" cy="2703759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직사각형 457">
            <a:extLst>
              <a:ext uri="{FF2B5EF4-FFF2-40B4-BE49-F238E27FC236}">
                <a16:creationId xmlns:a16="http://schemas.microsoft.com/office/drawing/2014/main" id="{E5818E25-D5A1-630F-5312-B3AD87E765B3}"/>
              </a:ext>
            </a:extLst>
          </p:cNvPr>
          <p:cNvSpPr/>
          <p:nvPr/>
        </p:nvSpPr>
        <p:spPr>
          <a:xfrm>
            <a:off x="6382289" y="1398835"/>
            <a:ext cx="352233" cy="17884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E7A455CA-933F-6B37-C6F0-35ED30A5761D}"/>
              </a:ext>
            </a:extLst>
          </p:cNvPr>
          <p:cNvSpPr txBox="1"/>
          <p:nvPr/>
        </p:nvSpPr>
        <p:spPr>
          <a:xfrm>
            <a:off x="6524015" y="1565390"/>
            <a:ext cx="7518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ST IN Air  [</a:t>
            </a:r>
            <a:r>
              <a:rPr lang="ko-KR" altLang="en-US" sz="700" b="1">
                <a:latin typeface="+mj-lt"/>
              </a:rPr>
              <a:t>℃</a:t>
            </a:r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523" name="직선 연결선 522">
            <a:extLst>
              <a:ext uri="{FF2B5EF4-FFF2-40B4-BE49-F238E27FC236}">
                <a16:creationId xmlns:a16="http://schemas.microsoft.com/office/drawing/2014/main" id="{10F38B4C-659B-15CE-672E-0795AB9BD256}"/>
              </a:ext>
            </a:extLst>
          </p:cNvPr>
          <p:cNvCxnSpPr>
            <a:cxnSpLocks/>
          </p:cNvCxnSpPr>
          <p:nvPr/>
        </p:nvCxnSpPr>
        <p:spPr>
          <a:xfrm>
            <a:off x="8651628" y="2851902"/>
            <a:ext cx="224438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5" name="직선 연결선 524">
            <a:extLst>
              <a:ext uri="{FF2B5EF4-FFF2-40B4-BE49-F238E27FC236}">
                <a16:creationId xmlns:a16="http://schemas.microsoft.com/office/drawing/2014/main" id="{8789D374-60E5-6F9B-69D4-993A40D5C520}"/>
              </a:ext>
            </a:extLst>
          </p:cNvPr>
          <p:cNvCxnSpPr>
            <a:cxnSpLocks/>
          </p:cNvCxnSpPr>
          <p:nvPr/>
        </p:nvCxnSpPr>
        <p:spPr>
          <a:xfrm>
            <a:off x="8704017" y="2033564"/>
            <a:ext cx="172049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3" name="직선 연결선 532">
            <a:extLst>
              <a:ext uri="{FF2B5EF4-FFF2-40B4-BE49-F238E27FC236}">
                <a16:creationId xmlns:a16="http://schemas.microsoft.com/office/drawing/2014/main" id="{581FF4C2-8A28-B49B-9327-0DC37DD059BD}"/>
              </a:ext>
            </a:extLst>
          </p:cNvPr>
          <p:cNvCxnSpPr>
            <a:cxnSpLocks/>
          </p:cNvCxnSpPr>
          <p:nvPr/>
        </p:nvCxnSpPr>
        <p:spPr>
          <a:xfrm>
            <a:off x="7358110" y="3139329"/>
            <a:ext cx="0" cy="153993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직선 연결선 534">
            <a:extLst>
              <a:ext uri="{FF2B5EF4-FFF2-40B4-BE49-F238E27FC236}">
                <a16:creationId xmlns:a16="http://schemas.microsoft.com/office/drawing/2014/main" id="{BBBC0A30-A126-EDA2-7F92-2153C997DAA4}"/>
              </a:ext>
            </a:extLst>
          </p:cNvPr>
          <p:cNvCxnSpPr>
            <a:cxnSpLocks/>
          </p:cNvCxnSpPr>
          <p:nvPr/>
        </p:nvCxnSpPr>
        <p:spPr>
          <a:xfrm flipV="1">
            <a:off x="3330246" y="4681649"/>
            <a:ext cx="4027864" cy="361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56" name="그룹 555">
            <a:extLst>
              <a:ext uri="{FF2B5EF4-FFF2-40B4-BE49-F238E27FC236}">
                <a16:creationId xmlns:a16="http://schemas.microsoft.com/office/drawing/2014/main" id="{AF07DE3F-325C-413D-8166-C857F77DBC3F}"/>
              </a:ext>
            </a:extLst>
          </p:cNvPr>
          <p:cNvGrpSpPr/>
          <p:nvPr/>
        </p:nvGrpSpPr>
        <p:grpSpPr>
          <a:xfrm>
            <a:off x="3406552" y="4504942"/>
            <a:ext cx="475986" cy="550706"/>
            <a:chOff x="3377406" y="4483629"/>
            <a:chExt cx="475986" cy="550706"/>
          </a:xfrm>
        </p:grpSpPr>
        <p:grpSp>
          <p:nvGrpSpPr>
            <p:cNvPr id="541" name="그룹 540">
              <a:extLst>
                <a:ext uri="{FF2B5EF4-FFF2-40B4-BE49-F238E27FC236}">
                  <a16:creationId xmlns:a16="http://schemas.microsoft.com/office/drawing/2014/main" id="{C8E1A37F-6563-9E1C-FA4C-D32A4175029F}"/>
                </a:ext>
              </a:extLst>
            </p:cNvPr>
            <p:cNvGrpSpPr/>
            <p:nvPr/>
          </p:nvGrpSpPr>
          <p:grpSpPr>
            <a:xfrm>
              <a:off x="3410642" y="4483629"/>
              <a:ext cx="416422" cy="550706"/>
              <a:chOff x="1718093" y="3464197"/>
              <a:chExt cx="416422" cy="550706"/>
            </a:xfrm>
          </p:grpSpPr>
          <p:sp>
            <p:nvSpPr>
              <p:cNvPr id="542" name="직사각형 541">
                <a:extLst>
                  <a:ext uri="{FF2B5EF4-FFF2-40B4-BE49-F238E27FC236}">
                    <a16:creationId xmlns:a16="http://schemas.microsoft.com/office/drawing/2014/main" id="{7DB21E5F-0728-A5F4-8897-9882D30D631B}"/>
                  </a:ext>
                </a:extLst>
              </p:cNvPr>
              <p:cNvSpPr/>
              <p:nvPr/>
            </p:nvSpPr>
            <p:spPr>
              <a:xfrm>
                <a:off x="1718093" y="3477809"/>
                <a:ext cx="416422" cy="53709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543" name="TextBox 542">
                <a:extLst>
                  <a:ext uri="{FF2B5EF4-FFF2-40B4-BE49-F238E27FC236}">
                    <a16:creationId xmlns:a16="http://schemas.microsoft.com/office/drawing/2014/main" id="{B111239A-3B14-65A1-FCB6-34CD0F75DCCD}"/>
                  </a:ext>
                </a:extLst>
              </p:cNvPr>
              <p:cNvSpPr txBox="1"/>
              <p:nvPr/>
            </p:nvSpPr>
            <p:spPr>
              <a:xfrm>
                <a:off x="1768205" y="3464197"/>
                <a:ext cx="30489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BF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544" name="직사각형 543">
                <a:extLst>
                  <a:ext uri="{FF2B5EF4-FFF2-40B4-BE49-F238E27FC236}">
                    <a16:creationId xmlns:a16="http://schemas.microsoft.com/office/drawing/2014/main" id="{87C5F788-B6B8-07AB-A897-37CF2EF0DAC5}"/>
                  </a:ext>
                </a:extLst>
              </p:cNvPr>
              <p:cNvSpPr/>
              <p:nvPr/>
            </p:nvSpPr>
            <p:spPr>
              <a:xfrm>
                <a:off x="1768718" y="3777756"/>
                <a:ext cx="304892" cy="1741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</p:grp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1460EF0E-DEAF-DAC9-9601-E17402C69C46}"/>
                </a:ext>
              </a:extLst>
            </p:cNvPr>
            <p:cNvSpPr txBox="1"/>
            <p:nvPr/>
          </p:nvSpPr>
          <p:spPr>
            <a:xfrm>
              <a:off x="3377406" y="4623219"/>
              <a:ext cx="47598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  [</a:t>
              </a:r>
              <a:r>
                <a:rPr lang="ko-KR" altLang="en-US" sz="600" b="1">
                  <a:latin typeface="+mj-lt"/>
                </a:rPr>
                <a:t>℃</a:t>
              </a:r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552" name="직사각형 551">
            <a:extLst>
              <a:ext uri="{FF2B5EF4-FFF2-40B4-BE49-F238E27FC236}">
                <a16:creationId xmlns:a16="http://schemas.microsoft.com/office/drawing/2014/main" id="{9830B3B7-8199-3E1F-C6FC-12B5C399C5FF}"/>
              </a:ext>
            </a:extLst>
          </p:cNvPr>
          <p:cNvSpPr/>
          <p:nvPr/>
        </p:nvSpPr>
        <p:spPr>
          <a:xfrm>
            <a:off x="4001039" y="4540912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563" name="직선 연결선 562">
            <a:extLst>
              <a:ext uri="{FF2B5EF4-FFF2-40B4-BE49-F238E27FC236}">
                <a16:creationId xmlns:a16="http://schemas.microsoft.com/office/drawing/2014/main" id="{C0636156-0C7A-323D-B64B-CFB14F31A66B}"/>
              </a:ext>
            </a:extLst>
          </p:cNvPr>
          <p:cNvCxnSpPr>
            <a:cxnSpLocks/>
          </p:cNvCxnSpPr>
          <p:nvPr/>
        </p:nvCxnSpPr>
        <p:spPr>
          <a:xfrm>
            <a:off x="4861826" y="4245095"/>
            <a:ext cx="27088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6" name="직선 연결선 565">
            <a:extLst>
              <a:ext uri="{FF2B5EF4-FFF2-40B4-BE49-F238E27FC236}">
                <a16:creationId xmlns:a16="http://schemas.microsoft.com/office/drawing/2014/main" id="{7E471999-9858-4255-A00D-837E9E5C9930}"/>
              </a:ext>
            </a:extLst>
          </p:cNvPr>
          <p:cNvCxnSpPr>
            <a:cxnSpLocks/>
          </p:cNvCxnSpPr>
          <p:nvPr/>
        </p:nvCxnSpPr>
        <p:spPr>
          <a:xfrm>
            <a:off x="6097291" y="2735388"/>
            <a:ext cx="0" cy="15097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1" name="그룹 590">
            <a:extLst>
              <a:ext uri="{FF2B5EF4-FFF2-40B4-BE49-F238E27FC236}">
                <a16:creationId xmlns:a16="http://schemas.microsoft.com/office/drawing/2014/main" id="{B040382B-215F-F9FB-E307-78CE367AE2D7}"/>
              </a:ext>
            </a:extLst>
          </p:cNvPr>
          <p:cNvGrpSpPr/>
          <p:nvPr/>
        </p:nvGrpSpPr>
        <p:grpSpPr>
          <a:xfrm>
            <a:off x="7125266" y="940574"/>
            <a:ext cx="1239999" cy="560250"/>
            <a:chOff x="4457672" y="1491034"/>
            <a:chExt cx="1148556" cy="560250"/>
          </a:xfrm>
        </p:grpSpPr>
        <p:sp>
          <p:nvSpPr>
            <p:cNvPr id="592" name="직사각형 591">
              <a:extLst>
                <a:ext uri="{FF2B5EF4-FFF2-40B4-BE49-F238E27FC236}">
                  <a16:creationId xmlns:a16="http://schemas.microsoft.com/office/drawing/2014/main" id="{ECE98A29-A253-4AD8-73D1-31DA2B4DE97E}"/>
                </a:ext>
              </a:extLst>
            </p:cNvPr>
            <p:cNvSpPr/>
            <p:nvPr/>
          </p:nvSpPr>
          <p:spPr>
            <a:xfrm>
              <a:off x="4476538" y="1491034"/>
              <a:ext cx="1122467" cy="5602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593" name="TextBox 592">
              <a:extLst>
                <a:ext uri="{FF2B5EF4-FFF2-40B4-BE49-F238E27FC236}">
                  <a16:creationId xmlns:a16="http://schemas.microsoft.com/office/drawing/2014/main" id="{7E498DAB-FB88-AFDD-518D-802CC5168B44}"/>
                </a:ext>
              </a:extLst>
            </p:cNvPr>
            <p:cNvSpPr txBox="1"/>
            <p:nvPr/>
          </p:nvSpPr>
          <p:spPr>
            <a:xfrm>
              <a:off x="4457672" y="1491034"/>
              <a:ext cx="52442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>
                  <a:latin typeface="+mj-lt"/>
                </a:rPr>
                <a:t>ST – H2</a:t>
              </a:r>
              <a:endParaRPr lang="ko-KR" altLang="en-US" sz="800" b="1">
                <a:latin typeface="+mj-lt"/>
              </a:endParaRPr>
            </a:p>
          </p:txBody>
        </p:sp>
        <p:sp>
          <p:nvSpPr>
            <p:cNvPr id="594" name="직사각형 593">
              <a:extLst>
                <a:ext uri="{FF2B5EF4-FFF2-40B4-BE49-F238E27FC236}">
                  <a16:creationId xmlns:a16="http://schemas.microsoft.com/office/drawing/2014/main" id="{1CAB3FB7-BDDF-AEE3-2B76-29A8783BDC9D}"/>
                </a:ext>
              </a:extLst>
            </p:cNvPr>
            <p:cNvSpPr/>
            <p:nvPr/>
          </p:nvSpPr>
          <p:spPr>
            <a:xfrm>
              <a:off x="4537210" y="1811838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595" name="TextBox 594">
              <a:extLst>
                <a:ext uri="{FF2B5EF4-FFF2-40B4-BE49-F238E27FC236}">
                  <a16:creationId xmlns:a16="http://schemas.microsoft.com/office/drawing/2014/main" id="{D09F5F6A-028B-499D-2A93-6A9CD1CD86F6}"/>
                </a:ext>
              </a:extLst>
            </p:cNvPr>
            <p:cNvSpPr txBox="1"/>
            <p:nvPr/>
          </p:nvSpPr>
          <p:spPr>
            <a:xfrm>
              <a:off x="4497068" y="1652252"/>
              <a:ext cx="56451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596" name="직사각형 595">
              <a:extLst>
                <a:ext uri="{FF2B5EF4-FFF2-40B4-BE49-F238E27FC236}">
                  <a16:creationId xmlns:a16="http://schemas.microsoft.com/office/drawing/2014/main" id="{372C66C7-D4F3-E142-90E0-63B391E49EDA}"/>
                </a:ext>
              </a:extLst>
            </p:cNvPr>
            <p:cNvSpPr/>
            <p:nvPr/>
          </p:nvSpPr>
          <p:spPr>
            <a:xfrm>
              <a:off x="5081653" y="1811838"/>
              <a:ext cx="448875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597" name="TextBox 596">
              <a:extLst>
                <a:ext uri="{FF2B5EF4-FFF2-40B4-BE49-F238E27FC236}">
                  <a16:creationId xmlns:a16="http://schemas.microsoft.com/office/drawing/2014/main" id="{FA80E1E7-0949-BB50-A58F-C1E7110346EF}"/>
                </a:ext>
              </a:extLst>
            </p:cNvPr>
            <p:cNvSpPr txBox="1"/>
            <p:nvPr/>
          </p:nvSpPr>
          <p:spPr>
            <a:xfrm>
              <a:off x="5046165" y="1652252"/>
              <a:ext cx="56006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611" name="TextBox 610">
            <a:extLst>
              <a:ext uri="{FF2B5EF4-FFF2-40B4-BE49-F238E27FC236}">
                <a16:creationId xmlns:a16="http://schemas.microsoft.com/office/drawing/2014/main" id="{0576F437-3E12-6662-4941-50B35C51699C}"/>
              </a:ext>
            </a:extLst>
          </p:cNvPr>
          <p:cNvSpPr txBox="1"/>
          <p:nvPr/>
        </p:nvSpPr>
        <p:spPr>
          <a:xfrm>
            <a:off x="7279506" y="4655138"/>
            <a:ext cx="632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VENT</a:t>
            </a:r>
            <a:endParaRPr lang="ko-KR" altLang="en-US" sz="8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2" name="TextBox 611">
            <a:extLst>
              <a:ext uri="{FF2B5EF4-FFF2-40B4-BE49-F238E27FC236}">
                <a16:creationId xmlns:a16="http://schemas.microsoft.com/office/drawing/2014/main" id="{547E94A0-E883-83E2-6C6F-CD5C2F1C231D}"/>
              </a:ext>
            </a:extLst>
          </p:cNvPr>
          <p:cNvSpPr txBox="1"/>
          <p:nvPr/>
        </p:nvSpPr>
        <p:spPr>
          <a:xfrm>
            <a:off x="3847760" y="4758649"/>
            <a:ext cx="632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AOG IN</a:t>
            </a:r>
            <a:endParaRPr lang="ko-KR" altLang="en-US" sz="8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3" name="TextBox 612">
            <a:extLst>
              <a:ext uri="{FF2B5EF4-FFF2-40B4-BE49-F238E27FC236}">
                <a16:creationId xmlns:a16="http://schemas.microsoft.com/office/drawing/2014/main" id="{8085B9B2-7D56-C1D0-CBF3-462E96C11C1A}"/>
              </a:ext>
            </a:extLst>
          </p:cNvPr>
          <p:cNvSpPr txBox="1"/>
          <p:nvPr/>
        </p:nvSpPr>
        <p:spPr>
          <a:xfrm>
            <a:off x="3495465" y="2735388"/>
            <a:ext cx="67485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RG COOL P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4" name="직사각형 613">
            <a:extLst>
              <a:ext uri="{FF2B5EF4-FFF2-40B4-BE49-F238E27FC236}">
                <a16:creationId xmlns:a16="http://schemas.microsoft.com/office/drawing/2014/main" id="{F1213D67-2B79-9073-D132-3BBDC6C87763}"/>
              </a:ext>
            </a:extLst>
          </p:cNvPr>
          <p:cNvSpPr/>
          <p:nvPr/>
        </p:nvSpPr>
        <p:spPr>
          <a:xfrm>
            <a:off x="5975471" y="3498912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615" name="TextBox 614">
            <a:extLst>
              <a:ext uri="{FF2B5EF4-FFF2-40B4-BE49-F238E27FC236}">
                <a16:creationId xmlns:a16="http://schemas.microsoft.com/office/drawing/2014/main" id="{B52BAA09-58FB-93E9-2A42-CC58BB407169}"/>
              </a:ext>
            </a:extLst>
          </p:cNvPr>
          <p:cNvSpPr txBox="1"/>
          <p:nvPr/>
        </p:nvSpPr>
        <p:spPr>
          <a:xfrm>
            <a:off x="5957782" y="3714285"/>
            <a:ext cx="632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ST IN</a:t>
            </a:r>
            <a:endParaRPr lang="ko-KR" altLang="en-US" sz="8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6" name="직사각형 615">
            <a:extLst>
              <a:ext uri="{FF2B5EF4-FFF2-40B4-BE49-F238E27FC236}">
                <a16:creationId xmlns:a16="http://schemas.microsoft.com/office/drawing/2014/main" id="{409F61BB-2FA5-5908-2637-BB63C5062AC4}"/>
              </a:ext>
            </a:extLst>
          </p:cNvPr>
          <p:cNvSpPr/>
          <p:nvPr/>
        </p:nvSpPr>
        <p:spPr>
          <a:xfrm>
            <a:off x="7219997" y="3715754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617" name="TextBox 616">
            <a:extLst>
              <a:ext uri="{FF2B5EF4-FFF2-40B4-BE49-F238E27FC236}">
                <a16:creationId xmlns:a16="http://schemas.microsoft.com/office/drawing/2014/main" id="{FEA56AE1-4818-7493-E10D-AAA29A3954BA}"/>
              </a:ext>
            </a:extLst>
          </p:cNvPr>
          <p:cNvSpPr txBox="1"/>
          <p:nvPr/>
        </p:nvSpPr>
        <p:spPr>
          <a:xfrm>
            <a:off x="7264699" y="3914191"/>
            <a:ext cx="632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ST OUT</a:t>
            </a:r>
            <a:endParaRPr lang="ko-KR" altLang="en-US" sz="8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18" name="직사각형 617">
            <a:extLst>
              <a:ext uri="{FF2B5EF4-FFF2-40B4-BE49-F238E27FC236}">
                <a16:creationId xmlns:a16="http://schemas.microsoft.com/office/drawing/2014/main" id="{EDD5A8F8-D046-5743-E9B0-42C2388A24AE}"/>
              </a:ext>
            </a:extLst>
          </p:cNvPr>
          <p:cNvSpPr/>
          <p:nvPr/>
        </p:nvSpPr>
        <p:spPr>
          <a:xfrm>
            <a:off x="6867279" y="4126108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619" name="TextBox 618">
            <a:extLst>
              <a:ext uri="{FF2B5EF4-FFF2-40B4-BE49-F238E27FC236}">
                <a16:creationId xmlns:a16="http://schemas.microsoft.com/office/drawing/2014/main" id="{59183A0E-A45E-FEB5-BC8E-A6DD8D6CB064}"/>
              </a:ext>
            </a:extLst>
          </p:cNvPr>
          <p:cNvSpPr txBox="1"/>
          <p:nvPr/>
        </p:nvSpPr>
        <p:spPr>
          <a:xfrm>
            <a:off x="6695087" y="4322977"/>
            <a:ext cx="632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BYPASS</a:t>
            </a:r>
            <a:endParaRPr lang="ko-KR" altLang="en-US" sz="800" b="1" dirty="0"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335" name="그룹 334">
            <a:extLst>
              <a:ext uri="{FF2B5EF4-FFF2-40B4-BE49-F238E27FC236}">
                <a16:creationId xmlns:a16="http://schemas.microsoft.com/office/drawing/2014/main" id="{B34B4C23-B098-9A03-57E6-4CF10F9F14BC}"/>
              </a:ext>
            </a:extLst>
          </p:cNvPr>
          <p:cNvGrpSpPr/>
          <p:nvPr/>
        </p:nvGrpSpPr>
        <p:grpSpPr>
          <a:xfrm>
            <a:off x="4794987" y="991426"/>
            <a:ext cx="1239999" cy="560250"/>
            <a:chOff x="4457672" y="1491034"/>
            <a:chExt cx="1148556" cy="560250"/>
          </a:xfrm>
        </p:grpSpPr>
        <p:sp>
          <p:nvSpPr>
            <p:cNvPr id="336" name="직사각형 335">
              <a:extLst>
                <a:ext uri="{FF2B5EF4-FFF2-40B4-BE49-F238E27FC236}">
                  <a16:creationId xmlns:a16="http://schemas.microsoft.com/office/drawing/2014/main" id="{7759A4A6-1BDD-0960-BE3D-376893C196D9}"/>
                </a:ext>
              </a:extLst>
            </p:cNvPr>
            <p:cNvSpPr/>
            <p:nvPr/>
          </p:nvSpPr>
          <p:spPr>
            <a:xfrm>
              <a:off x="4476538" y="1491034"/>
              <a:ext cx="1122467" cy="5602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8E27BAFB-B389-E795-487A-1FBD32E399D6}"/>
                </a:ext>
              </a:extLst>
            </p:cNvPr>
            <p:cNvSpPr txBox="1"/>
            <p:nvPr/>
          </p:nvSpPr>
          <p:spPr>
            <a:xfrm>
              <a:off x="4457672" y="1491034"/>
              <a:ext cx="46652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>
                  <a:latin typeface="+mj-lt"/>
                </a:rPr>
                <a:t>C - Air</a:t>
              </a:r>
              <a:endParaRPr lang="ko-KR" altLang="en-US" sz="800" b="1">
                <a:latin typeface="+mj-lt"/>
              </a:endParaRPr>
            </a:p>
          </p:txBody>
        </p:sp>
        <p:sp>
          <p:nvSpPr>
            <p:cNvPr id="338" name="직사각형 337">
              <a:extLst>
                <a:ext uri="{FF2B5EF4-FFF2-40B4-BE49-F238E27FC236}">
                  <a16:creationId xmlns:a16="http://schemas.microsoft.com/office/drawing/2014/main" id="{3082D5E9-282C-47BC-CA9D-260B15C7E0FC}"/>
                </a:ext>
              </a:extLst>
            </p:cNvPr>
            <p:cNvSpPr/>
            <p:nvPr/>
          </p:nvSpPr>
          <p:spPr>
            <a:xfrm>
              <a:off x="4537210" y="1811838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20AECE8D-9A66-4DF6-D60C-8279D9D1B117}"/>
                </a:ext>
              </a:extLst>
            </p:cNvPr>
            <p:cNvSpPr txBox="1"/>
            <p:nvPr/>
          </p:nvSpPr>
          <p:spPr>
            <a:xfrm>
              <a:off x="4497068" y="1652252"/>
              <a:ext cx="56451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340" name="직사각형 339">
              <a:extLst>
                <a:ext uri="{FF2B5EF4-FFF2-40B4-BE49-F238E27FC236}">
                  <a16:creationId xmlns:a16="http://schemas.microsoft.com/office/drawing/2014/main" id="{756A043A-4956-2D92-5321-258413F00149}"/>
                </a:ext>
              </a:extLst>
            </p:cNvPr>
            <p:cNvSpPr/>
            <p:nvPr/>
          </p:nvSpPr>
          <p:spPr>
            <a:xfrm>
              <a:off x="5081653" y="1811838"/>
              <a:ext cx="448875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FAFE490C-A07B-8685-C59D-FEBAAFDC2698}"/>
                </a:ext>
              </a:extLst>
            </p:cNvPr>
            <p:cNvSpPr txBox="1"/>
            <p:nvPr/>
          </p:nvSpPr>
          <p:spPr>
            <a:xfrm>
              <a:off x="5046165" y="1652252"/>
              <a:ext cx="56006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C551B7C4-BACC-AB8F-C9BE-7C2206C8C35E}"/>
              </a:ext>
            </a:extLst>
          </p:cNvPr>
          <p:cNvGrpSpPr/>
          <p:nvPr/>
        </p:nvGrpSpPr>
        <p:grpSpPr>
          <a:xfrm>
            <a:off x="4155840" y="3425713"/>
            <a:ext cx="761641" cy="1035844"/>
            <a:chOff x="4028383" y="3501406"/>
            <a:chExt cx="973310" cy="1115414"/>
          </a:xfrm>
        </p:grpSpPr>
        <p:grpSp>
          <p:nvGrpSpPr>
            <p:cNvPr id="588" name="그룹 587">
              <a:extLst>
                <a:ext uri="{FF2B5EF4-FFF2-40B4-BE49-F238E27FC236}">
                  <a16:creationId xmlns:a16="http://schemas.microsoft.com/office/drawing/2014/main" id="{1A3972ED-4ECD-6A31-8649-402423F59DB4}"/>
                </a:ext>
              </a:extLst>
            </p:cNvPr>
            <p:cNvGrpSpPr/>
            <p:nvPr/>
          </p:nvGrpSpPr>
          <p:grpSpPr>
            <a:xfrm>
              <a:off x="4028383" y="3511913"/>
              <a:ext cx="973310" cy="1104907"/>
              <a:chOff x="4147055" y="3408519"/>
              <a:chExt cx="973310" cy="1104907"/>
            </a:xfrm>
          </p:grpSpPr>
          <p:sp>
            <p:nvSpPr>
              <p:cNvPr id="99" name="사각형: 잘린 위쪽 모서리 98">
                <a:extLst>
                  <a:ext uri="{FF2B5EF4-FFF2-40B4-BE49-F238E27FC236}">
                    <a16:creationId xmlns:a16="http://schemas.microsoft.com/office/drawing/2014/main" id="{ACD43701-E09F-58E4-FA47-ECC6045033BC}"/>
                  </a:ext>
                </a:extLst>
              </p:cNvPr>
              <p:cNvSpPr/>
              <p:nvPr/>
            </p:nvSpPr>
            <p:spPr>
              <a:xfrm>
                <a:off x="4147055" y="3408519"/>
                <a:ext cx="973310" cy="1104907"/>
              </a:xfrm>
              <a:prstGeom prst="snip2Same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grpSp>
            <p:nvGrpSpPr>
              <p:cNvPr id="148" name="그룹 147">
                <a:extLst>
                  <a:ext uri="{FF2B5EF4-FFF2-40B4-BE49-F238E27FC236}">
                    <a16:creationId xmlns:a16="http://schemas.microsoft.com/office/drawing/2014/main" id="{063C85FA-F97B-C0FA-F566-FE9130AB6DB1}"/>
                  </a:ext>
                </a:extLst>
              </p:cNvPr>
              <p:cNvGrpSpPr/>
              <p:nvPr/>
            </p:nvGrpSpPr>
            <p:grpSpPr>
              <a:xfrm>
                <a:off x="4174638" y="3682400"/>
                <a:ext cx="886466" cy="775996"/>
                <a:chOff x="139527" y="4432696"/>
                <a:chExt cx="886466" cy="775996"/>
              </a:xfrm>
            </p:grpSpPr>
            <p:sp>
              <p:nvSpPr>
                <p:cNvPr id="138" name="직사각형 137">
                  <a:extLst>
                    <a:ext uri="{FF2B5EF4-FFF2-40B4-BE49-F238E27FC236}">
                      <a16:creationId xmlns:a16="http://schemas.microsoft.com/office/drawing/2014/main" id="{84D8B9F7-E987-87CE-D2E8-43C266C7DF15}"/>
                    </a:ext>
                  </a:extLst>
                </p:cNvPr>
                <p:cNvSpPr/>
                <p:nvPr/>
              </p:nvSpPr>
              <p:spPr>
                <a:xfrm>
                  <a:off x="653581" y="4457061"/>
                  <a:ext cx="372412" cy="143946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CF48495F-20D3-8A9E-AD70-7B7E02B7196D}"/>
                    </a:ext>
                  </a:extLst>
                </p:cNvPr>
                <p:cNvSpPr txBox="1"/>
                <p:nvPr/>
              </p:nvSpPr>
              <p:spPr>
                <a:xfrm>
                  <a:off x="157404" y="4432696"/>
                  <a:ext cx="471603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H [</a:t>
                  </a:r>
                  <a:r>
                    <a:rPr lang="ko-KR" altLang="en-US" sz="8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℃</a:t>
                  </a:r>
                  <a:r>
                    <a:rPr lang="en-US" altLang="ko-KR" sz="8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]</a:t>
                  </a:r>
                  <a:endParaRPr lang="ko-KR" altLang="en-US" sz="8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" name="직사각형 139">
                  <a:extLst>
                    <a:ext uri="{FF2B5EF4-FFF2-40B4-BE49-F238E27FC236}">
                      <a16:creationId xmlns:a16="http://schemas.microsoft.com/office/drawing/2014/main" id="{3F0AC5F7-C2E9-69A3-6AC9-C91C03D32C30}"/>
                    </a:ext>
                  </a:extLst>
                </p:cNvPr>
                <p:cNvSpPr/>
                <p:nvPr/>
              </p:nvSpPr>
              <p:spPr>
                <a:xfrm>
                  <a:off x="653581" y="4740099"/>
                  <a:ext cx="372412" cy="194456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513A9D2D-1BE1-2B11-4799-88A553DDA1F1}"/>
                    </a:ext>
                  </a:extLst>
                </p:cNvPr>
                <p:cNvSpPr txBox="1"/>
                <p:nvPr/>
              </p:nvSpPr>
              <p:spPr>
                <a:xfrm>
                  <a:off x="139527" y="4718784"/>
                  <a:ext cx="492443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M </a:t>
                  </a:r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[</a:t>
                  </a:r>
                  <a:r>
                    <a:rPr lang="ko-KR" altLang="en-US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℃</a:t>
                  </a:r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]</a:t>
                  </a:r>
                  <a:endParaRPr lang="ko-KR" altLang="en-US" sz="8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" name="직사각형 141">
                  <a:extLst>
                    <a:ext uri="{FF2B5EF4-FFF2-40B4-BE49-F238E27FC236}">
                      <a16:creationId xmlns:a16="http://schemas.microsoft.com/office/drawing/2014/main" id="{CB67258C-DA1F-ED8C-5A13-92F4134DE42D}"/>
                    </a:ext>
                  </a:extLst>
                </p:cNvPr>
                <p:cNvSpPr/>
                <p:nvPr/>
              </p:nvSpPr>
              <p:spPr>
                <a:xfrm>
                  <a:off x="653581" y="5026187"/>
                  <a:ext cx="372412" cy="182505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8C756DCC-6F0F-0DDA-B2EB-003E8D14F578}"/>
                    </a:ext>
                  </a:extLst>
                </p:cNvPr>
                <p:cNvSpPr txBox="1"/>
                <p:nvPr/>
              </p:nvSpPr>
              <p:spPr>
                <a:xfrm>
                  <a:off x="155288" y="4992921"/>
                  <a:ext cx="445955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800" b="1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L </a:t>
                  </a:r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[</a:t>
                  </a:r>
                  <a:r>
                    <a:rPr lang="ko-KR" altLang="en-US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℃</a:t>
                  </a:r>
                  <a:r>
                    <a:rPr lang="en-US" altLang="ko-KR" sz="8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]</a:t>
                  </a:r>
                  <a:endParaRPr lang="ko-KR" altLang="en-US" sz="8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9" name="TextBox 658">
              <a:extLst>
                <a:ext uri="{FF2B5EF4-FFF2-40B4-BE49-F238E27FC236}">
                  <a16:creationId xmlns:a16="http://schemas.microsoft.com/office/drawing/2014/main" id="{0FD08135-095A-6081-86D0-3573AD61659E}"/>
                </a:ext>
              </a:extLst>
            </p:cNvPr>
            <p:cNvSpPr txBox="1"/>
            <p:nvPr/>
          </p:nvSpPr>
          <p:spPr>
            <a:xfrm>
              <a:off x="4162763" y="3501406"/>
              <a:ext cx="5142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>
                  <a:latin typeface="+mj-lt"/>
                </a:rPr>
                <a:t>Prox</a:t>
              </a:r>
              <a:endParaRPr lang="ko-KR" altLang="en-US" sz="1200" b="1">
                <a:latin typeface="+mj-lt"/>
              </a:endParaRPr>
            </a:p>
          </p:txBody>
        </p:sp>
      </p:grpSp>
      <p:sp>
        <p:nvSpPr>
          <p:cNvPr id="666" name="TextBox 665">
            <a:extLst>
              <a:ext uri="{FF2B5EF4-FFF2-40B4-BE49-F238E27FC236}">
                <a16:creationId xmlns:a16="http://schemas.microsoft.com/office/drawing/2014/main" id="{9F40238A-4E98-9D29-45EB-B53875ECF5DB}"/>
              </a:ext>
            </a:extLst>
          </p:cNvPr>
          <p:cNvSpPr txBox="1"/>
          <p:nvPr/>
        </p:nvSpPr>
        <p:spPr>
          <a:xfrm>
            <a:off x="3013871" y="6300067"/>
            <a:ext cx="632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Drain</a:t>
            </a:r>
          </a:p>
        </p:txBody>
      </p:sp>
      <p:sp>
        <p:nvSpPr>
          <p:cNvPr id="674" name="TextBox 673">
            <a:extLst>
              <a:ext uri="{FF2B5EF4-FFF2-40B4-BE49-F238E27FC236}">
                <a16:creationId xmlns:a16="http://schemas.microsoft.com/office/drawing/2014/main" id="{A2207E3C-F4BE-3341-16FB-54B4668CFD82}"/>
              </a:ext>
            </a:extLst>
          </p:cNvPr>
          <p:cNvSpPr txBox="1"/>
          <p:nvPr/>
        </p:nvSpPr>
        <p:spPr>
          <a:xfrm>
            <a:off x="7204126" y="4972836"/>
            <a:ext cx="8338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latin typeface="+mj-lt"/>
                <a:cs typeface="Times New Roman" panose="02020603050405020304" pitchFamily="18" charset="0"/>
              </a:rPr>
              <a:t>DI W Recycle</a:t>
            </a:r>
            <a:endParaRPr lang="ko-KR" altLang="en-US" sz="8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75" name="직사각형 674">
            <a:extLst>
              <a:ext uri="{FF2B5EF4-FFF2-40B4-BE49-F238E27FC236}">
                <a16:creationId xmlns:a16="http://schemas.microsoft.com/office/drawing/2014/main" id="{7FFA5CB8-80E7-9062-E181-783DF0EECFBD}"/>
              </a:ext>
            </a:extLst>
          </p:cNvPr>
          <p:cNvSpPr/>
          <p:nvPr/>
        </p:nvSpPr>
        <p:spPr>
          <a:xfrm>
            <a:off x="7910553" y="4665036"/>
            <a:ext cx="448875" cy="16972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6" name="TextBox 675">
                <a:extLst>
                  <a:ext uri="{FF2B5EF4-FFF2-40B4-BE49-F238E27FC236}">
                    <a16:creationId xmlns:a16="http://schemas.microsoft.com/office/drawing/2014/main" id="{76A71EEF-69E0-A69D-D92B-D0CE003FC5F0}"/>
                  </a:ext>
                </a:extLst>
              </p:cNvPr>
              <p:cNvSpPr txBox="1"/>
              <p:nvPr/>
            </p:nvSpPr>
            <p:spPr>
              <a:xfrm>
                <a:off x="7804745" y="4476775"/>
                <a:ext cx="706155" cy="2024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>
                    <a:latin typeface="+mj-lt"/>
                    <a:cs typeface="Times New Roman" panose="02020603050405020304" pitchFamily="18" charset="0"/>
                  </a:rPr>
                  <a:t>CS </a:t>
                </a:r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700" b="1" i="1">
                            <a:latin typeface="Cambria Math" panose="02040503050406030204" pitchFamily="18" charset="0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ko-KR" altLang="en-US" sz="700" b="1" i="0">
                            <a:latin typeface="Cambria Math" panose="02040503050406030204" pitchFamily="18" charset="0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m:t>𝛍</m:t>
                        </m:r>
                        <m:r>
                          <a:rPr lang="en-US" altLang="ko-KR" sz="700" b="1" i="0">
                            <a:latin typeface="Cambria Math" panose="02040503050406030204" pitchFamily="18" charset="0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m:t>𝐬</m:t>
                        </m:r>
                        <m:r>
                          <a:rPr lang="en-US" altLang="ko-KR" sz="700" b="1" i="0">
                            <a:latin typeface="Cambria Math" panose="02040503050406030204" pitchFamily="18" charset="0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altLang="ko-KR" sz="700" b="1" i="0">
                            <a:latin typeface="Cambria Math" panose="02040503050406030204" pitchFamily="18" charset="0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m:t>𝐜𝐦</m:t>
                        </m:r>
                      </m:e>
                      <m:sup>
                        <m:r>
                          <a:rPr lang="en-US" altLang="ko-KR" sz="700" b="1" i="0">
                            <a:latin typeface="Cambria Math" panose="02040503050406030204" pitchFamily="18" charset="0"/>
                            <a:ea typeface="굴림" panose="020B0600000101010101" pitchFamily="50" charset="-127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6" name="TextBox 675">
                <a:extLst>
                  <a:ext uri="{FF2B5EF4-FFF2-40B4-BE49-F238E27FC236}">
                    <a16:creationId xmlns:a16="http://schemas.microsoft.com/office/drawing/2014/main" id="{76A71EEF-69E0-A69D-D92B-D0CE003FC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745" y="4476775"/>
                <a:ext cx="706155" cy="202491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7" name="직선 연결선 676">
            <a:extLst>
              <a:ext uri="{FF2B5EF4-FFF2-40B4-BE49-F238E27FC236}">
                <a16:creationId xmlns:a16="http://schemas.microsoft.com/office/drawing/2014/main" id="{A00B3924-A255-A788-2489-CD796DC87AFF}"/>
              </a:ext>
            </a:extLst>
          </p:cNvPr>
          <p:cNvCxnSpPr>
            <a:cxnSpLocks/>
          </p:cNvCxnSpPr>
          <p:nvPr/>
        </p:nvCxnSpPr>
        <p:spPr>
          <a:xfrm>
            <a:off x="5472187" y="5748105"/>
            <a:ext cx="1651050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00" name="그룹 499">
            <a:extLst>
              <a:ext uri="{FF2B5EF4-FFF2-40B4-BE49-F238E27FC236}">
                <a16:creationId xmlns:a16="http://schemas.microsoft.com/office/drawing/2014/main" id="{BF3C1E97-DE5A-918A-F329-BDC732037EE8}"/>
              </a:ext>
            </a:extLst>
          </p:cNvPr>
          <p:cNvGrpSpPr/>
          <p:nvPr/>
        </p:nvGrpSpPr>
        <p:grpSpPr>
          <a:xfrm>
            <a:off x="4778778" y="1778714"/>
            <a:ext cx="1232201" cy="721295"/>
            <a:chOff x="4786927" y="1872102"/>
            <a:chExt cx="1232201" cy="721295"/>
          </a:xfrm>
        </p:grpSpPr>
        <p:sp>
          <p:nvSpPr>
            <p:cNvPr id="494" name="직사각형 493">
              <a:extLst>
                <a:ext uri="{FF2B5EF4-FFF2-40B4-BE49-F238E27FC236}">
                  <a16:creationId xmlns:a16="http://schemas.microsoft.com/office/drawing/2014/main" id="{0190A151-B19E-93BA-A300-E14D52E85F01}"/>
                </a:ext>
              </a:extLst>
            </p:cNvPr>
            <p:cNvSpPr/>
            <p:nvPr/>
          </p:nvSpPr>
          <p:spPr>
            <a:xfrm>
              <a:off x="4807295" y="1872102"/>
              <a:ext cx="1211833" cy="72129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495" name="TextBox 494">
              <a:extLst>
                <a:ext uri="{FF2B5EF4-FFF2-40B4-BE49-F238E27FC236}">
                  <a16:creationId xmlns:a16="http://schemas.microsoft.com/office/drawing/2014/main" id="{692A15CE-7F6C-19C0-02F5-75C3736E88FC}"/>
                </a:ext>
              </a:extLst>
            </p:cNvPr>
            <p:cNvSpPr txBox="1"/>
            <p:nvPr/>
          </p:nvSpPr>
          <p:spPr>
            <a:xfrm>
              <a:off x="4786927" y="1872103"/>
              <a:ext cx="85792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>
                  <a:latin typeface="+mj-lt"/>
                </a:rPr>
                <a:t>ST1 - Coolant</a:t>
              </a:r>
              <a:endParaRPr lang="ko-KR" altLang="en-US" sz="800" b="1">
                <a:latin typeface="+mj-lt"/>
              </a:endParaRPr>
            </a:p>
          </p:txBody>
        </p:sp>
        <p:sp>
          <p:nvSpPr>
            <p:cNvPr id="496" name="직사각형 495">
              <a:extLst>
                <a:ext uri="{FF2B5EF4-FFF2-40B4-BE49-F238E27FC236}">
                  <a16:creationId xmlns:a16="http://schemas.microsoft.com/office/drawing/2014/main" id="{9877D3E0-9607-A8B7-2486-69949E9C29C1}"/>
                </a:ext>
              </a:extLst>
            </p:cNvPr>
            <p:cNvSpPr/>
            <p:nvPr/>
          </p:nvSpPr>
          <p:spPr>
            <a:xfrm>
              <a:off x="4861826" y="2176215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AC79A9A1-1366-54A0-A2BB-47EEED112043}"/>
                </a:ext>
              </a:extLst>
            </p:cNvPr>
            <p:cNvSpPr txBox="1"/>
            <p:nvPr/>
          </p:nvSpPr>
          <p:spPr>
            <a:xfrm>
              <a:off x="4818489" y="2016629"/>
              <a:ext cx="60946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498" name="직사각형 497">
              <a:extLst>
                <a:ext uri="{FF2B5EF4-FFF2-40B4-BE49-F238E27FC236}">
                  <a16:creationId xmlns:a16="http://schemas.microsoft.com/office/drawing/2014/main" id="{32A41947-A805-0B40-D23E-8682B9185E28}"/>
                </a:ext>
              </a:extLst>
            </p:cNvPr>
            <p:cNvSpPr/>
            <p:nvPr/>
          </p:nvSpPr>
          <p:spPr>
            <a:xfrm>
              <a:off x="5449615" y="2176215"/>
              <a:ext cx="484612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34F82874-3A75-66EC-2D55-B04F9FBA4D6E}"/>
                </a:ext>
              </a:extLst>
            </p:cNvPr>
            <p:cNvSpPr txBox="1"/>
            <p:nvPr/>
          </p:nvSpPr>
          <p:spPr>
            <a:xfrm>
              <a:off x="5411302" y="2016629"/>
              <a:ext cx="60465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680" name="직사각형 679">
              <a:extLst>
                <a:ext uri="{FF2B5EF4-FFF2-40B4-BE49-F238E27FC236}">
                  <a16:creationId xmlns:a16="http://schemas.microsoft.com/office/drawing/2014/main" id="{53585620-EE55-658B-198D-472393B5F898}"/>
                </a:ext>
              </a:extLst>
            </p:cNvPr>
            <p:cNvSpPr/>
            <p:nvPr/>
          </p:nvSpPr>
          <p:spPr>
            <a:xfrm>
              <a:off x="5449615" y="2369063"/>
              <a:ext cx="484612" cy="17773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681" name="TextBox 680">
              <a:extLst>
                <a:ext uri="{FF2B5EF4-FFF2-40B4-BE49-F238E27FC236}">
                  <a16:creationId xmlns:a16="http://schemas.microsoft.com/office/drawing/2014/main" id="{C5F9108A-B093-7A75-ED8C-09ACE810BD56}"/>
                </a:ext>
              </a:extLst>
            </p:cNvPr>
            <p:cNvSpPr txBox="1"/>
            <p:nvPr/>
          </p:nvSpPr>
          <p:spPr>
            <a:xfrm>
              <a:off x="5024833" y="2360881"/>
              <a:ext cx="48763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 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[kPa]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06E39640-648C-2235-312F-680CCDD47B07}"/>
              </a:ext>
            </a:extLst>
          </p:cNvPr>
          <p:cNvGrpSpPr/>
          <p:nvPr/>
        </p:nvGrpSpPr>
        <p:grpSpPr>
          <a:xfrm>
            <a:off x="4770070" y="2627760"/>
            <a:ext cx="1244197" cy="734793"/>
            <a:chOff x="4771406" y="2694206"/>
            <a:chExt cx="1244197" cy="734793"/>
          </a:xfrm>
        </p:grpSpPr>
        <p:grpSp>
          <p:nvGrpSpPr>
            <p:cNvPr id="503" name="그룹 502">
              <a:extLst>
                <a:ext uri="{FF2B5EF4-FFF2-40B4-BE49-F238E27FC236}">
                  <a16:creationId xmlns:a16="http://schemas.microsoft.com/office/drawing/2014/main" id="{3C642EAA-A910-BEEC-B990-851C347897B0}"/>
                </a:ext>
              </a:extLst>
            </p:cNvPr>
            <p:cNvGrpSpPr/>
            <p:nvPr/>
          </p:nvGrpSpPr>
          <p:grpSpPr>
            <a:xfrm>
              <a:off x="4771406" y="2694206"/>
              <a:ext cx="1244197" cy="734793"/>
              <a:chOff x="4448520" y="1408132"/>
              <a:chExt cx="1152444" cy="734793"/>
            </a:xfrm>
          </p:grpSpPr>
          <p:sp>
            <p:nvSpPr>
              <p:cNvPr id="504" name="직사각형 503">
                <a:extLst>
                  <a:ext uri="{FF2B5EF4-FFF2-40B4-BE49-F238E27FC236}">
                    <a16:creationId xmlns:a16="http://schemas.microsoft.com/office/drawing/2014/main" id="{4016F2DE-D563-00A5-13A5-5277141285D4}"/>
                  </a:ext>
                </a:extLst>
              </p:cNvPr>
              <p:cNvSpPr/>
              <p:nvPr/>
            </p:nvSpPr>
            <p:spPr>
              <a:xfrm>
                <a:off x="4478497" y="1408132"/>
                <a:ext cx="1122467" cy="73479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505" name="TextBox 504">
                <a:extLst>
                  <a:ext uri="{FF2B5EF4-FFF2-40B4-BE49-F238E27FC236}">
                    <a16:creationId xmlns:a16="http://schemas.microsoft.com/office/drawing/2014/main" id="{C602639A-CD38-2D8D-E0B9-D5F693921D43}"/>
                  </a:ext>
                </a:extLst>
              </p:cNvPr>
              <p:cNvSpPr txBox="1"/>
              <p:nvPr/>
            </p:nvSpPr>
            <p:spPr>
              <a:xfrm>
                <a:off x="4448520" y="1412434"/>
                <a:ext cx="79466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ST2 - Coolant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506" name="직사각형 505">
                <a:extLst>
                  <a:ext uri="{FF2B5EF4-FFF2-40B4-BE49-F238E27FC236}">
                    <a16:creationId xmlns:a16="http://schemas.microsoft.com/office/drawing/2014/main" id="{EC6EAAFE-8AD6-1E6B-475B-3A311578CA8B}"/>
                  </a:ext>
                </a:extLst>
              </p:cNvPr>
              <p:cNvSpPr/>
              <p:nvPr/>
            </p:nvSpPr>
            <p:spPr>
              <a:xfrm>
                <a:off x="4526516" y="1715832"/>
                <a:ext cx="448875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507" name="TextBox 506">
                <a:extLst>
                  <a:ext uri="{FF2B5EF4-FFF2-40B4-BE49-F238E27FC236}">
                    <a16:creationId xmlns:a16="http://schemas.microsoft.com/office/drawing/2014/main" id="{F518BE1C-DA56-B8FA-C8ED-7B47552739AA}"/>
                  </a:ext>
                </a:extLst>
              </p:cNvPr>
              <p:cNvSpPr txBox="1"/>
              <p:nvPr/>
            </p:nvSpPr>
            <p:spPr>
              <a:xfrm>
                <a:off x="4486374" y="1556246"/>
                <a:ext cx="564517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PV    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[LPM]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8" name="직사각형 507">
                <a:extLst>
                  <a:ext uri="{FF2B5EF4-FFF2-40B4-BE49-F238E27FC236}">
                    <a16:creationId xmlns:a16="http://schemas.microsoft.com/office/drawing/2014/main" id="{B9DF9547-4C00-8319-0AD0-5BB367B0C270}"/>
                  </a:ext>
                </a:extLst>
              </p:cNvPr>
              <p:cNvSpPr/>
              <p:nvPr/>
            </p:nvSpPr>
            <p:spPr>
              <a:xfrm>
                <a:off x="5070960" y="1715832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509" name="TextBox 508">
                <a:extLst>
                  <a:ext uri="{FF2B5EF4-FFF2-40B4-BE49-F238E27FC236}">
                    <a16:creationId xmlns:a16="http://schemas.microsoft.com/office/drawing/2014/main" id="{B0695588-88A1-56E0-0449-F78ED8BE48E0}"/>
                  </a:ext>
                </a:extLst>
              </p:cNvPr>
              <p:cNvSpPr txBox="1"/>
              <p:nvPr/>
            </p:nvSpPr>
            <p:spPr>
              <a:xfrm>
                <a:off x="5035471" y="1556246"/>
                <a:ext cx="560063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[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LPM]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82" name="직사각형 681">
              <a:extLst>
                <a:ext uri="{FF2B5EF4-FFF2-40B4-BE49-F238E27FC236}">
                  <a16:creationId xmlns:a16="http://schemas.microsoft.com/office/drawing/2014/main" id="{B9FD6E85-2F83-01DA-9609-D8D73BFA67B2}"/>
                </a:ext>
              </a:extLst>
            </p:cNvPr>
            <p:cNvSpPr/>
            <p:nvPr/>
          </p:nvSpPr>
          <p:spPr>
            <a:xfrm>
              <a:off x="5441453" y="3207692"/>
              <a:ext cx="484612" cy="17773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683" name="TextBox 682">
              <a:extLst>
                <a:ext uri="{FF2B5EF4-FFF2-40B4-BE49-F238E27FC236}">
                  <a16:creationId xmlns:a16="http://schemas.microsoft.com/office/drawing/2014/main" id="{9F693552-00D0-1D26-270D-C99978124665}"/>
                </a:ext>
              </a:extLst>
            </p:cNvPr>
            <p:cNvSpPr txBox="1"/>
            <p:nvPr/>
          </p:nvSpPr>
          <p:spPr>
            <a:xfrm>
              <a:off x="5016135" y="3199733"/>
              <a:ext cx="48763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 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[kPa]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686" name="TextBox 685">
            <a:extLst>
              <a:ext uri="{FF2B5EF4-FFF2-40B4-BE49-F238E27FC236}">
                <a16:creationId xmlns:a16="http://schemas.microsoft.com/office/drawing/2014/main" id="{88191FC0-6FBD-6801-75EC-F349ACD89EC1}"/>
              </a:ext>
            </a:extLst>
          </p:cNvPr>
          <p:cNvSpPr txBox="1"/>
          <p:nvPr/>
        </p:nvSpPr>
        <p:spPr>
          <a:xfrm>
            <a:off x="5829157" y="5315177"/>
            <a:ext cx="6850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ST2 Re [</a:t>
            </a:r>
            <a:r>
              <a:rPr lang="ko-KR" altLang="en-US" sz="700" b="1">
                <a:latin typeface="+mj-lt"/>
              </a:rPr>
              <a:t>℃</a:t>
            </a:r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700" name="직선 연결선 699">
            <a:extLst>
              <a:ext uri="{FF2B5EF4-FFF2-40B4-BE49-F238E27FC236}">
                <a16:creationId xmlns:a16="http://schemas.microsoft.com/office/drawing/2014/main" id="{D4A1EBBA-3899-FBED-20F4-EDB5903D3B77}"/>
              </a:ext>
            </a:extLst>
          </p:cNvPr>
          <p:cNvCxnSpPr>
            <a:cxnSpLocks/>
          </p:cNvCxnSpPr>
          <p:nvPr/>
        </p:nvCxnSpPr>
        <p:spPr>
          <a:xfrm>
            <a:off x="7136802" y="4852036"/>
            <a:ext cx="0" cy="911472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직선 연결선 706">
            <a:extLst>
              <a:ext uri="{FF2B5EF4-FFF2-40B4-BE49-F238E27FC236}">
                <a16:creationId xmlns:a16="http://schemas.microsoft.com/office/drawing/2014/main" id="{8A99894F-66B9-C4DF-E654-58B20BFA5457}"/>
              </a:ext>
            </a:extLst>
          </p:cNvPr>
          <p:cNvCxnSpPr>
            <a:cxnSpLocks/>
          </p:cNvCxnSpPr>
          <p:nvPr/>
        </p:nvCxnSpPr>
        <p:spPr>
          <a:xfrm>
            <a:off x="6770795" y="2956647"/>
            <a:ext cx="416867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0" name="TextBox 709">
            <a:extLst>
              <a:ext uri="{FF2B5EF4-FFF2-40B4-BE49-F238E27FC236}">
                <a16:creationId xmlns:a16="http://schemas.microsoft.com/office/drawing/2014/main" id="{FAE193B8-2203-0C7E-95D4-9AC1A07AEB53}"/>
              </a:ext>
            </a:extLst>
          </p:cNvPr>
          <p:cNvSpPr txBox="1"/>
          <p:nvPr/>
        </p:nvSpPr>
        <p:spPr>
          <a:xfrm>
            <a:off x="5829157" y="4968745"/>
            <a:ext cx="6850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ST1 Re [</a:t>
            </a:r>
            <a:r>
              <a:rPr lang="ko-KR" altLang="en-US" sz="700" b="1">
                <a:latin typeface="+mj-lt"/>
              </a:rPr>
              <a:t>℃</a:t>
            </a:r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714" name="직선 연결선 713">
            <a:extLst>
              <a:ext uri="{FF2B5EF4-FFF2-40B4-BE49-F238E27FC236}">
                <a16:creationId xmlns:a16="http://schemas.microsoft.com/office/drawing/2014/main" id="{C6E88D15-15F3-4206-6DE6-3DEDC2B47119}"/>
              </a:ext>
            </a:extLst>
          </p:cNvPr>
          <p:cNvCxnSpPr>
            <a:cxnSpLocks/>
          </p:cNvCxnSpPr>
          <p:nvPr/>
        </p:nvCxnSpPr>
        <p:spPr>
          <a:xfrm>
            <a:off x="6517913" y="2230912"/>
            <a:ext cx="5234" cy="2966643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직선 연결선 715">
            <a:extLst>
              <a:ext uri="{FF2B5EF4-FFF2-40B4-BE49-F238E27FC236}">
                <a16:creationId xmlns:a16="http://schemas.microsoft.com/office/drawing/2014/main" id="{11F59A67-6F83-0E3D-712F-44A97C952EE4}"/>
              </a:ext>
            </a:extLst>
          </p:cNvPr>
          <p:cNvCxnSpPr>
            <a:cxnSpLocks/>
          </p:cNvCxnSpPr>
          <p:nvPr/>
        </p:nvCxnSpPr>
        <p:spPr>
          <a:xfrm>
            <a:off x="6514207" y="2223511"/>
            <a:ext cx="692101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14" name="그룹 513">
            <a:extLst>
              <a:ext uri="{FF2B5EF4-FFF2-40B4-BE49-F238E27FC236}">
                <a16:creationId xmlns:a16="http://schemas.microsoft.com/office/drawing/2014/main" id="{1C26D4CF-338E-B262-7F41-3BB4618F2B8B}"/>
              </a:ext>
            </a:extLst>
          </p:cNvPr>
          <p:cNvGrpSpPr/>
          <p:nvPr/>
        </p:nvGrpSpPr>
        <p:grpSpPr>
          <a:xfrm>
            <a:off x="7169504" y="1666487"/>
            <a:ext cx="1526345" cy="622717"/>
            <a:chOff x="7169504" y="1666487"/>
            <a:chExt cx="1526345" cy="622717"/>
          </a:xfrm>
        </p:grpSpPr>
        <p:grpSp>
          <p:nvGrpSpPr>
            <p:cNvPr id="697" name="그룹 696">
              <a:extLst>
                <a:ext uri="{FF2B5EF4-FFF2-40B4-BE49-F238E27FC236}">
                  <a16:creationId xmlns:a16="http://schemas.microsoft.com/office/drawing/2014/main" id="{8877AA3B-8283-F6BF-9100-40AFE70EF786}"/>
                </a:ext>
              </a:extLst>
            </p:cNvPr>
            <p:cNvGrpSpPr/>
            <p:nvPr/>
          </p:nvGrpSpPr>
          <p:grpSpPr>
            <a:xfrm>
              <a:off x="7204415" y="1666487"/>
              <a:ext cx="1491434" cy="622717"/>
              <a:chOff x="6974238" y="1714898"/>
              <a:chExt cx="1491434" cy="971542"/>
            </a:xfrm>
          </p:grpSpPr>
          <p:sp>
            <p:nvSpPr>
              <p:cNvPr id="97" name="사각형: 둥근 모서리 96">
                <a:extLst>
                  <a:ext uri="{FF2B5EF4-FFF2-40B4-BE49-F238E27FC236}">
                    <a16:creationId xmlns:a16="http://schemas.microsoft.com/office/drawing/2014/main" id="{031FFD6C-5482-79F2-B250-960932BBC1EC}"/>
                  </a:ext>
                </a:extLst>
              </p:cNvPr>
              <p:cNvSpPr/>
              <p:nvPr/>
            </p:nvSpPr>
            <p:spPr>
              <a:xfrm>
                <a:off x="6974238" y="1714898"/>
                <a:ext cx="1491434" cy="971542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660" name="TextBox 659">
                <a:extLst>
                  <a:ext uri="{FF2B5EF4-FFF2-40B4-BE49-F238E27FC236}">
                    <a16:creationId xmlns:a16="http://schemas.microsoft.com/office/drawing/2014/main" id="{8C55DCC6-A5A4-048D-134F-8F99007AC04F}"/>
                  </a:ext>
                </a:extLst>
              </p:cNvPr>
              <p:cNvSpPr txBox="1"/>
              <p:nvPr/>
            </p:nvSpPr>
            <p:spPr>
              <a:xfrm>
                <a:off x="6975064" y="1731168"/>
                <a:ext cx="71417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>
                    <a:latin typeface="+mj-lt"/>
                  </a:rPr>
                  <a:t>Stack 1</a:t>
                </a:r>
                <a:endParaRPr lang="ko-KR" altLang="en-US" sz="1200" b="1">
                  <a:latin typeface="+mj-lt"/>
                </a:endParaRPr>
              </a:p>
            </p:txBody>
          </p:sp>
        </p:grpSp>
        <p:sp>
          <p:nvSpPr>
            <p:cNvPr id="762" name="직사각형 761">
              <a:extLst>
                <a:ext uri="{FF2B5EF4-FFF2-40B4-BE49-F238E27FC236}">
                  <a16:creationId xmlns:a16="http://schemas.microsoft.com/office/drawing/2014/main" id="{6CB0DF8D-AF07-7E80-4A49-0D5E33C76F59}"/>
                </a:ext>
              </a:extLst>
            </p:cNvPr>
            <p:cNvSpPr/>
            <p:nvPr/>
          </p:nvSpPr>
          <p:spPr>
            <a:xfrm>
              <a:off x="7998614" y="1998679"/>
              <a:ext cx="484612" cy="17773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763" name="TextBox 762">
              <a:extLst>
                <a:ext uri="{FF2B5EF4-FFF2-40B4-BE49-F238E27FC236}">
                  <a16:creationId xmlns:a16="http://schemas.microsoft.com/office/drawing/2014/main" id="{069D31B8-9656-8388-36CD-D0775A89921B}"/>
                </a:ext>
              </a:extLst>
            </p:cNvPr>
            <p:cNvSpPr txBox="1"/>
            <p:nvPr/>
          </p:nvSpPr>
          <p:spPr>
            <a:xfrm>
              <a:off x="7169504" y="2002261"/>
              <a:ext cx="84991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Anode1 P 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[kPa]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679" name="직사각형 678">
            <a:extLst>
              <a:ext uri="{FF2B5EF4-FFF2-40B4-BE49-F238E27FC236}">
                <a16:creationId xmlns:a16="http://schemas.microsoft.com/office/drawing/2014/main" id="{93D03195-6FAB-94D5-414D-4D1D229C0A64}"/>
              </a:ext>
            </a:extLst>
          </p:cNvPr>
          <p:cNvSpPr/>
          <p:nvPr/>
        </p:nvSpPr>
        <p:spPr>
          <a:xfrm>
            <a:off x="6997038" y="4959581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grpSp>
        <p:nvGrpSpPr>
          <p:cNvPr id="786" name="그룹 785">
            <a:extLst>
              <a:ext uri="{FF2B5EF4-FFF2-40B4-BE49-F238E27FC236}">
                <a16:creationId xmlns:a16="http://schemas.microsoft.com/office/drawing/2014/main" id="{11124756-4CB4-1CE6-66E1-CC37583B0CC4}"/>
              </a:ext>
            </a:extLst>
          </p:cNvPr>
          <p:cNvGrpSpPr/>
          <p:nvPr/>
        </p:nvGrpSpPr>
        <p:grpSpPr>
          <a:xfrm>
            <a:off x="5110931" y="3776049"/>
            <a:ext cx="550703" cy="792704"/>
            <a:chOff x="5297529" y="3808591"/>
            <a:chExt cx="550703" cy="792704"/>
          </a:xfrm>
        </p:grpSpPr>
        <p:grpSp>
          <p:nvGrpSpPr>
            <p:cNvPr id="785" name="그룹 784">
              <a:extLst>
                <a:ext uri="{FF2B5EF4-FFF2-40B4-BE49-F238E27FC236}">
                  <a16:creationId xmlns:a16="http://schemas.microsoft.com/office/drawing/2014/main" id="{09087BF2-3D5B-4AC2-F01A-F186FF910B68}"/>
                </a:ext>
              </a:extLst>
            </p:cNvPr>
            <p:cNvGrpSpPr/>
            <p:nvPr/>
          </p:nvGrpSpPr>
          <p:grpSpPr>
            <a:xfrm>
              <a:off x="5316477" y="3808591"/>
              <a:ext cx="475986" cy="792704"/>
              <a:chOff x="5316477" y="3808591"/>
              <a:chExt cx="475986" cy="792704"/>
            </a:xfrm>
          </p:grpSpPr>
          <p:sp>
            <p:nvSpPr>
              <p:cNvPr id="776" name="직사각형 775">
                <a:extLst>
                  <a:ext uri="{FF2B5EF4-FFF2-40B4-BE49-F238E27FC236}">
                    <a16:creationId xmlns:a16="http://schemas.microsoft.com/office/drawing/2014/main" id="{2ABB0A11-F38B-5814-5250-CCB85DECAFA0}"/>
                  </a:ext>
                </a:extLst>
              </p:cNvPr>
              <p:cNvSpPr/>
              <p:nvPr/>
            </p:nvSpPr>
            <p:spPr>
              <a:xfrm>
                <a:off x="5350226" y="3830300"/>
                <a:ext cx="441896" cy="7709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777" name="TextBox 776">
                <a:extLst>
                  <a:ext uri="{FF2B5EF4-FFF2-40B4-BE49-F238E27FC236}">
                    <a16:creationId xmlns:a16="http://schemas.microsoft.com/office/drawing/2014/main" id="{4FF588D2-3E53-6379-E4CB-3997F1C18922}"/>
                  </a:ext>
                </a:extLst>
              </p:cNvPr>
              <p:cNvSpPr txBox="1"/>
              <p:nvPr/>
            </p:nvSpPr>
            <p:spPr>
              <a:xfrm>
                <a:off x="5392953" y="3808591"/>
                <a:ext cx="32573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RG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778" name="직사각형 777">
                <a:extLst>
                  <a:ext uri="{FF2B5EF4-FFF2-40B4-BE49-F238E27FC236}">
                    <a16:creationId xmlns:a16="http://schemas.microsoft.com/office/drawing/2014/main" id="{4E4B6380-9A0E-D4E4-9D1D-DCE1045CB11F}"/>
                  </a:ext>
                </a:extLst>
              </p:cNvPr>
              <p:cNvSpPr/>
              <p:nvPr/>
            </p:nvSpPr>
            <p:spPr>
              <a:xfrm>
                <a:off x="5407024" y="4133309"/>
                <a:ext cx="304892" cy="12677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775" name="TextBox 774">
                <a:extLst>
                  <a:ext uri="{FF2B5EF4-FFF2-40B4-BE49-F238E27FC236}">
                    <a16:creationId xmlns:a16="http://schemas.microsoft.com/office/drawing/2014/main" id="{E31F018B-A0FE-F4E9-0EEE-E03515C72718}"/>
                  </a:ext>
                </a:extLst>
              </p:cNvPr>
              <p:cNvSpPr txBox="1"/>
              <p:nvPr/>
            </p:nvSpPr>
            <p:spPr>
              <a:xfrm>
                <a:off x="5316477" y="3970547"/>
                <a:ext cx="47598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TC  [</a:t>
                </a:r>
                <a:r>
                  <a:rPr lang="ko-KR" altLang="en-US" sz="600" b="1">
                    <a:latin typeface="+mj-lt"/>
                  </a:rPr>
                  <a:t>℃</a:t>
                </a:r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1" name="직사각형 780">
                <a:extLst>
                  <a:ext uri="{FF2B5EF4-FFF2-40B4-BE49-F238E27FC236}">
                    <a16:creationId xmlns:a16="http://schemas.microsoft.com/office/drawing/2014/main" id="{72B694EF-A264-1A18-B473-3B4D274D0B7D}"/>
                  </a:ext>
                </a:extLst>
              </p:cNvPr>
              <p:cNvSpPr/>
              <p:nvPr/>
            </p:nvSpPr>
            <p:spPr>
              <a:xfrm>
                <a:off x="5411594" y="4421310"/>
                <a:ext cx="304892" cy="1339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</p:grpSp>
        <p:sp>
          <p:nvSpPr>
            <p:cNvPr id="782" name="TextBox 781">
              <a:extLst>
                <a:ext uri="{FF2B5EF4-FFF2-40B4-BE49-F238E27FC236}">
                  <a16:creationId xmlns:a16="http://schemas.microsoft.com/office/drawing/2014/main" id="{5D419C9B-77B6-5A44-FC02-027FC81ADE65}"/>
                </a:ext>
              </a:extLst>
            </p:cNvPr>
            <p:cNvSpPr txBox="1"/>
            <p:nvPr/>
          </p:nvSpPr>
          <p:spPr>
            <a:xfrm>
              <a:off x="5297529" y="4269507"/>
              <a:ext cx="55070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PT 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789" name="직사각형 788">
            <a:extLst>
              <a:ext uri="{FF2B5EF4-FFF2-40B4-BE49-F238E27FC236}">
                <a16:creationId xmlns:a16="http://schemas.microsoft.com/office/drawing/2014/main" id="{4E76A208-785E-17B0-289A-1F0BB2F86881}"/>
              </a:ext>
            </a:extLst>
          </p:cNvPr>
          <p:cNvSpPr/>
          <p:nvPr/>
        </p:nvSpPr>
        <p:spPr>
          <a:xfrm>
            <a:off x="8427191" y="4670790"/>
            <a:ext cx="448875" cy="16972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90" name="TextBox 789">
            <a:extLst>
              <a:ext uri="{FF2B5EF4-FFF2-40B4-BE49-F238E27FC236}">
                <a16:creationId xmlns:a16="http://schemas.microsoft.com/office/drawing/2014/main" id="{D6CF068F-E3D0-747F-86FE-85F5453C6B71}"/>
              </a:ext>
            </a:extLst>
          </p:cNvPr>
          <p:cNvSpPr txBox="1"/>
          <p:nvPr/>
        </p:nvSpPr>
        <p:spPr>
          <a:xfrm>
            <a:off x="8384985" y="4494135"/>
            <a:ext cx="5629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Ch T </a:t>
            </a:r>
            <a:r>
              <a:rPr lang="en-US" altLang="ko-KR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[</a:t>
            </a:r>
            <a:r>
              <a:rPr lang="ko-KR" altLang="en-US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℃</a:t>
            </a:r>
            <a:r>
              <a:rPr lang="en-US" altLang="ko-KR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07" name="직사각형 806">
            <a:extLst>
              <a:ext uri="{FF2B5EF4-FFF2-40B4-BE49-F238E27FC236}">
                <a16:creationId xmlns:a16="http://schemas.microsoft.com/office/drawing/2014/main" id="{6C249484-C11A-EF42-BF00-6A9A5BE21127}"/>
              </a:ext>
            </a:extLst>
          </p:cNvPr>
          <p:cNvSpPr/>
          <p:nvPr/>
        </p:nvSpPr>
        <p:spPr>
          <a:xfrm>
            <a:off x="8583534" y="6486921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811" name="TextBox 810">
            <a:extLst>
              <a:ext uri="{FF2B5EF4-FFF2-40B4-BE49-F238E27FC236}">
                <a16:creationId xmlns:a16="http://schemas.microsoft.com/office/drawing/2014/main" id="{00A93AFE-484A-A62E-5B72-72E924CAF4E5}"/>
              </a:ext>
            </a:extLst>
          </p:cNvPr>
          <p:cNvSpPr txBox="1"/>
          <p:nvPr/>
        </p:nvSpPr>
        <p:spPr>
          <a:xfrm>
            <a:off x="6554912" y="5777591"/>
            <a:ext cx="632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Water IN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B3F3BCF7-F7A9-4B60-04EF-CB367D6F66CD}"/>
              </a:ext>
            </a:extLst>
          </p:cNvPr>
          <p:cNvGrpSpPr/>
          <p:nvPr/>
        </p:nvGrpSpPr>
        <p:grpSpPr>
          <a:xfrm>
            <a:off x="2661038" y="959445"/>
            <a:ext cx="1239999" cy="560250"/>
            <a:chOff x="4457672" y="1491034"/>
            <a:chExt cx="1148556" cy="560250"/>
          </a:xfrm>
        </p:grpSpPr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1F2752D5-25D7-0370-AE1F-C66140D00EDA}"/>
                </a:ext>
              </a:extLst>
            </p:cNvPr>
            <p:cNvSpPr/>
            <p:nvPr/>
          </p:nvSpPr>
          <p:spPr>
            <a:xfrm>
              <a:off x="4476538" y="1491034"/>
              <a:ext cx="1122467" cy="5602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D326D5C-2071-B4ED-29EA-1CDF51A0E025}"/>
                </a:ext>
              </a:extLst>
            </p:cNvPr>
            <p:cNvSpPr txBox="1"/>
            <p:nvPr/>
          </p:nvSpPr>
          <p:spPr>
            <a:xfrm>
              <a:off x="4457672" y="1491034"/>
              <a:ext cx="46652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>
                  <a:latin typeface="+mj-lt"/>
                </a:rPr>
                <a:t>P - Air</a:t>
              </a:r>
              <a:endParaRPr lang="ko-KR" altLang="en-US" sz="800" b="1">
                <a:latin typeface="+mj-lt"/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F58A96DF-85C3-5CA7-9A20-7DF90AD9BA72}"/>
                </a:ext>
              </a:extLst>
            </p:cNvPr>
            <p:cNvSpPr/>
            <p:nvPr/>
          </p:nvSpPr>
          <p:spPr>
            <a:xfrm>
              <a:off x="4537210" y="1811838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88F7D52-72B0-842C-22FC-C5BECE39BB19}"/>
                </a:ext>
              </a:extLst>
            </p:cNvPr>
            <p:cNvSpPr txBox="1"/>
            <p:nvPr/>
          </p:nvSpPr>
          <p:spPr>
            <a:xfrm>
              <a:off x="4497068" y="1652252"/>
              <a:ext cx="56451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 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F12BDABF-8AFE-8D5E-7402-3905233ADAFB}"/>
                </a:ext>
              </a:extLst>
            </p:cNvPr>
            <p:cNvSpPr/>
            <p:nvPr/>
          </p:nvSpPr>
          <p:spPr>
            <a:xfrm>
              <a:off x="5081653" y="1811838"/>
              <a:ext cx="448875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0DD84BDA-256F-436C-C4E2-4AE68FDF165E}"/>
                </a:ext>
              </a:extLst>
            </p:cNvPr>
            <p:cNvSpPr txBox="1"/>
            <p:nvPr/>
          </p:nvSpPr>
          <p:spPr>
            <a:xfrm>
              <a:off x="5046165" y="1652252"/>
              <a:ext cx="56006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 [</a:t>
              </a:r>
              <a:r>
                <a:rPr lang="en-US" altLang="ko-KR" sz="6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50" name="그룹 849">
            <a:extLst>
              <a:ext uri="{FF2B5EF4-FFF2-40B4-BE49-F238E27FC236}">
                <a16:creationId xmlns:a16="http://schemas.microsoft.com/office/drawing/2014/main" id="{0DCDB5CE-63C3-9377-75DA-09870FDDB8CC}"/>
              </a:ext>
            </a:extLst>
          </p:cNvPr>
          <p:cNvGrpSpPr/>
          <p:nvPr/>
        </p:nvGrpSpPr>
        <p:grpSpPr>
          <a:xfrm>
            <a:off x="9048070" y="3374908"/>
            <a:ext cx="562975" cy="820841"/>
            <a:chOff x="5314019" y="3780455"/>
            <a:chExt cx="562975" cy="820841"/>
          </a:xfrm>
        </p:grpSpPr>
        <p:grpSp>
          <p:nvGrpSpPr>
            <p:cNvPr id="851" name="그룹 850">
              <a:extLst>
                <a:ext uri="{FF2B5EF4-FFF2-40B4-BE49-F238E27FC236}">
                  <a16:creationId xmlns:a16="http://schemas.microsoft.com/office/drawing/2014/main" id="{AEE0E4FF-99FB-4624-67E3-AAE2AB51EA3F}"/>
                </a:ext>
              </a:extLst>
            </p:cNvPr>
            <p:cNvGrpSpPr/>
            <p:nvPr/>
          </p:nvGrpSpPr>
          <p:grpSpPr>
            <a:xfrm>
              <a:off x="5314019" y="3780455"/>
              <a:ext cx="562975" cy="820841"/>
              <a:chOff x="5314019" y="3780455"/>
              <a:chExt cx="562975" cy="820841"/>
            </a:xfrm>
          </p:grpSpPr>
          <p:sp>
            <p:nvSpPr>
              <p:cNvPr id="853" name="직사각형 852">
                <a:extLst>
                  <a:ext uri="{FF2B5EF4-FFF2-40B4-BE49-F238E27FC236}">
                    <a16:creationId xmlns:a16="http://schemas.microsoft.com/office/drawing/2014/main" id="{EBC7EBCA-4AF1-181A-9138-D9F759E7C915}"/>
                  </a:ext>
                </a:extLst>
              </p:cNvPr>
              <p:cNvSpPr/>
              <p:nvPr/>
            </p:nvSpPr>
            <p:spPr>
              <a:xfrm>
                <a:off x="5350225" y="3790734"/>
                <a:ext cx="470267" cy="81056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854" name="TextBox 853">
                <a:extLst>
                  <a:ext uri="{FF2B5EF4-FFF2-40B4-BE49-F238E27FC236}">
                    <a16:creationId xmlns:a16="http://schemas.microsoft.com/office/drawing/2014/main" id="{CA7AEC27-2527-CB0B-F5FD-E0E32954BCD5}"/>
                  </a:ext>
                </a:extLst>
              </p:cNvPr>
              <p:cNvSpPr txBox="1"/>
              <p:nvPr/>
            </p:nvSpPr>
            <p:spPr>
              <a:xfrm>
                <a:off x="5314019" y="3780455"/>
                <a:ext cx="56297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Exhaust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855" name="직사각형 854">
                <a:extLst>
                  <a:ext uri="{FF2B5EF4-FFF2-40B4-BE49-F238E27FC236}">
                    <a16:creationId xmlns:a16="http://schemas.microsoft.com/office/drawing/2014/main" id="{42D32D7C-4F30-1E3B-18A8-868564B8BE39}"/>
                  </a:ext>
                </a:extLst>
              </p:cNvPr>
              <p:cNvSpPr/>
              <p:nvPr/>
            </p:nvSpPr>
            <p:spPr>
              <a:xfrm>
                <a:off x="5427568" y="4138194"/>
                <a:ext cx="304892" cy="12677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856" name="TextBox 855">
                <a:extLst>
                  <a:ext uri="{FF2B5EF4-FFF2-40B4-BE49-F238E27FC236}">
                    <a16:creationId xmlns:a16="http://schemas.microsoft.com/office/drawing/2014/main" id="{DDF1A6E6-154C-B727-1EAF-BBD82E37B682}"/>
                  </a:ext>
                </a:extLst>
              </p:cNvPr>
              <p:cNvSpPr txBox="1"/>
              <p:nvPr/>
            </p:nvSpPr>
            <p:spPr>
              <a:xfrm>
                <a:off x="5337021" y="3975432"/>
                <a:ext cx="47598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TC [</a:t>
                </a:r>
                <a:r>
                  <a:rPr lang="ko-KR" altLang="en-US" sz="600" b="1">
                    <a:latin typeface="+mj-lt"/>
                  </a:rPr>
                  <a:t>℃</a:t>
                </a:r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7" name="직사각형 856">
                <a:extLst>
                  <a:ext uri="{FF2B5EF4-FFF2-40B4-BE49-F238E27FC236}">
                    <a16:creationId xmlns:a16="http://schemas.microsoft.com/office/drawing/2014/main" id="{B109FD74-A2EA-F692-5552-9EB6C0D1B179}"/>
                  </a:ext>
                </a:extLst>
              </p:cNvPr>
              <p:cNvSpPr/>
              <p:nvPr/>
            </p:nvSpPr>
            <p:spPr>
              <a:xfrm>
                <a:off x="5432138" y="4426195"/>
                <a:ext cx="304892" cy="1339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</p:grpSp>
        <p:sp>
          <p:nvSpPr>
            <p:cNvPr id="852" name="TextBox 851">
              <a:extLst>
                <a:ext uri="{FF2B5EF4-FFF2-40B4-BE49-F238E27FC236}">
                  <a16:creationId xmlns:a16="http://schemas.microsoft.com/office/drawing/2014/main" id="{3D5C4790-29B9-8575-0540-9C85F3537FA5}"/>
                </a:ext>
              </a:extLst>
            </p:cNvPr>
            <p:cNvSpPr txBox="1"/>
            <p:nvPr/>
          </p:nvSpPr>
          <p:spPr>
            <a:xfrm>
              <a:off x="5318073" y="4274392"/>
              <a:ext cx="55070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PT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877" name="TextBox 876">
            <a:extLst>
              <a:ext uri="{FF2B5EF4-FFF2-40B4-BE49-F238E27FC236}">
                <a16:creationId xmlns:a16="http://schemas.microsoft.com/office/drawing/2014/main" id="{995740D4-AE28-71DF-1648-13782619A33A}"/>
              </a:ext>
            </a:extLst>
          </p:cNvPr>
          <p:cNvSpPr txBox="1"/>
          <p:nvPr/>
        </p:nvSpPr>
        <p:spPr>
          <a:xfrm>
            <a:off x="8223796" y="5388758"/>
            <a:ext cx="63049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878" name="TextBox 877">
            <a:extLst>
              <a:ext uri="{FF2B5EF4-FFF2-40B4-BE49-F238E27FC236}">
                <a16:creationId xmlns:a16="http://schemas.microsoft.com/office/drawing/2014/main" id="{CA9D07CF-DF34-22CF-4796-31AEAD79E402}"/>
              </a:ext>
            </a:extLst>
          </p:cNvPr>
          <p:cNvSpPr txBox="1"/>
          <p:nvPr/>
        </p:nvSpPr>
        <p:spPr>
          <a:xfrm>
            <a:off x="8219345" y="5755294"/>
            <a:ext cx="63049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Anode</a:t>
            </a:r>
          </a:p>
        </p:txBody>
      </p:sp>
      <p:sp>
        <p:nvSpPr>
          <p:cNvPr id="879" name="TextBox 878">
            <a:extLst>
              <a:ext uri="{FF2B5EF4-FFF2-40B4-BE49-F238E27FC236}">
                <a16:creationId xmlns:a16="http://schemas.microsoft.com/office/drawing/2014/main" id="{9127FE23-F058-3BA1-A756-71B94559162F}"/>
              </a:ext>
            </a:extLst>
          </p:cNvPr>
          <p:cNvSpPr txBox="1"/>
          <p:nvPr/>
        </p:nvSpPr>
        <p:spPr>
          <a:xfrm>
            <a:off x="8229616" y="6119138"/>
            <a:ext cx="7189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Stack HEX</a:t>
            </a:r>
            <a:endParaRPr lang="en-US" altLang="ko-KR" sz="800" b="1" dirty="0">
              <a:latin typeface="+mj-lt"/>
              <a:ea typeface="굴림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889" name="직사각형 888">
            <a:extLst>
              <a:ext uri="{FF2B5EF4-FFF2-40B4-BE49-F238E27FC236}">
                <a16:creationId xmlns:a16="http://schemas.microsoft.com/office/drawing/2014/main" id="{FCFC28A6-8887-CB15-9BA3-EE646735D864}"/>
              </a:ext>
            </a:extLst>
          </p:cNvPr>
          <p:cNvSpPr/>
          <p:nvPr/>
        </p:nvSpPr>
        <p:spPr>
          <a:xfrm>
            <a:off x="8859397" y="5537778"/>
            <a:ext cx="448875" cy="16972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90" name="TextBox 889">
            <a:extLst>
              <a:ext uri="{FF2B5EF4-FFF2-40B4-BE49-F238E27FC236}">
                <a16:creationId xmlns:a16="http://schemas.microsoft.com/office/drawing/2014/main" id="{0EBC86E8-09B2-54C7-7A01-E1B3FF805F2C}"/>
              </a:ext>
            </a:extLst>
          </p:cNvPr>
          <p:cNvSpPr txBox="1"/>
          <p:nvPr/>
        </p:nvSpPr>
        <p:spPr>
          <a:xfrm>
            <a:off x="8810902" y="5362165"/>
            <a:ext cx="57740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PV    [</a:t>
            </a:r>
            <a:r>
              <a:rPr lang="ko-KR" altLang="en-US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℃</a:t>
            </a:r>
            <a:r>
              <a:rPr lang="en-US" altLang="ko-KR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91" name="직사각형 890">
            <a:extLst>
              <a:ext uri="{FF2B5EF4-FFF2-40B4-BE49-F238E27FC236}">
                <a16:creationId xmlns:a16="http://schemas.microsoft.com/office/drawing/2014/main" id="{9B1D8E67-63B6-F916-E8B3-D606B1B9BB74}"/>
              </a:ext>
            </a:extLst>
          </p:cNvPr>
          <p:cNvSpPr/>
          <p:nvPr/>
        </p:nvSpPr>
        <p:spPr>
          <a:xfrm>
            <a:off x="9385761" y="5533047"/>
            <a:ext cx="448875" cy="169729"/>
          </a:xfrm>
          <a:prstGeom prst="rect">
            <a:avLst/>
          </a:prstGeom>
          <a:solidFill>
            <a:srgbClr val="FEDB43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92" name="TextBox 891">
            <a:extLst>
              <a:ext uri="{FF2B5EF4-FFF2-40B4-BE49-F238E27FC236}">
                <a16:creationId xmlns:a16="http://schemas.microsoft.com/office/drawing/2014/main" id="{9CEF4F71-B7EE-B84D-26CE-0C1B1183AE9D}"/>
              </a:ext>
            </a:extLst>
          </p:cNvPr>
          <p:cNvSpPr txBox="1"/>
          <p:nvPr/>
        </p:nvSpPr>
        <p:spPr>
          <a:xfrm>
            <a:off x="9365782" y="5373587"/>
            <a:ext cx="5164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SV    [</a:t>
            </a:r>
            <a:r>
              <a:rPr lang="ko-KR" altLang="en-US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℃</a:t>
            </a:r>
            <a:r>
              <a:rPr lang="en-US" altLang="ko-KR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6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95" name="직사각형 894">
            <a:extLst>
              <a:ext uri="{FF2B5EF4-FFF2-40B4-BE49-F238E27FC236}">
                <a16:creationId xmlns:a16="http://schemas.microsoft.com/office/drawing/2014/main" id="{1C17FC74-902A-A220-72E2-4CA6BBAE29B5}"/>
              </a:ext>
            </a:extLst>
          </p:cNvPr>
          <p:cNvSpPr/>
          <p:nvPr/>
        </p:nvSpPr>
        <p:spPr>
          <a:xfrm>
            <a:off x="8872613" y="5885873"/>
            <a:ext cx="448875" cy="16972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96" name="TextBox 895">
            <a:extLst>
              <a:ext uri="{FF2B5EF4-FFF2-40B4-BE49-F238E27FC236}">
                <a16:creationId xmlns:a16="http://schemas.microsoft.com/office/drawing/2014/main" id="{B1333668-A834-E205-74F0-63C0F974E76E}"/>
              </a:ext>
            </a:extLst>
          </p:cNvPr>
          <p:cNvSpPr txBox="1"/>
          <p:nvPr/>
        </p:nvSpPr>
        <p:spPr>
          <a:xfrm>
            <a:off x="8819356" y="5722133"/>
            <a:ext cx="57740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PV    [</a:t>
            </a:r>
            <a:r>
              <a:rPr lang="ko-KR" altLang="en-US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℃</a:t>
            </a:r>
            <a:r>
              <a:rPr lang="en-US" altLang="ko-KR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97" name="직사각형 896">
            <a:extLst>
              <a:ext uri="{FF2B5EF4-FFF2-40B4-BE49-F238E27FC236}">
                <a16:creationId xmlns:a16="http://schemas.microsoft.com/office/drawing/2014/main" id="{978181A9-130A-C3E6-2B0A-3CE086CFA139}"/>
              </a:ext>
            </a:extLst>
          </p:cNvPr>
          <p:cNvSpPr/>
          <p:nvPr/>
        </p:nvSpPr>
        <p:spPr>
          <a:xfrm>
            <a:off x="9399430" y="5885873"/>
            <a:ext cx="448875" cy="169729"/>
          </a:xfrm>
          <a:prstGeom prst="rect">
            <a:avLst/>
          </a:prstGeom>
          <a:solidFill>
            <a:srgbClr val="FEDB43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08" name="직사각형 907">
            <a:extLst>
              <a:ext uri="{FF2B5EF4-FFF2-40B4-BE49-F238E27FC236}">
                <a16:creationId xmlns:a16="http://schemas.microsoft.com/office/drawing/2014/main" id="{60667F5A-CA8D-DADB-B853-AEA927094836}"/>
              </a:ext>
            </a:extLst>
          </p:cNvPr>
          <p:cNvSpPr/>
          <p:nvPr/>
        </p:nvSpPr>
        <p:spPr>
          <a:xfrm>
            <a:off x="8864826" y="6228580"/>
            <a:ext cx="448875" cy="16972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09" name="TextBox 908">
            <a:extLst>
              <a:ext uri="{FF2B5EF4-FFF2-40B4-BE49-F238E27FC236}">
                <a16:creationId xmlns:a16="http://schemas.microsoft.com/office/drawing/2014/main" id="{227CE47E-D81E-9F8E-8F2B-1A5996886038}"/>
              </a:ext>
            </a:extLst>
          </p:cNvPr>
          <p:cNvSpPr txBox="1"/>
          <p:nvPr/>
        </p:nvSpPr>
        <p:spPr>
          <a:xfrm>
            <a:off x="8810902" y="6063128"/>
            <a:ext cx="57740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PV    [</a:t>
            </a:r>
            <a:r>
              <a:rPr lang="ko-KR" altLang="en-US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℃</a:t>
            </a:r>
            <a:r>
              <a:rPr lang="en-US" altLang="ko-KR" sz="7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910" name="직사각형 909">
            <a:extLst>
              <a:ext uri="{FF2B5EF4-FFF2-40B4-BE49-F238E27FC236}">
                <a16:creationId xmlns:a16="http://schemas.microsoft.com/office/drawing/2014/main" id="{793EE6EB-8150-2229-5073-588BF3B461D6}"/>
              </a:ext>
            </a:extLst>
          </p:cNvPr>
          <p:cNvSpPr/>
          <p:nvPr/>
        </p:nvSpPr>
        <p:spPr>
          <a:xfrm>
            <a:off x="9379737" y="6225708"/>
            <a:ext cx="448875" cy="169729"/>
          </a:xfrm>
          <a:prstGeom prst="rect">
            <a:avLst/>
          </a:prstGeom>
          <a:solidFill>
            <a:srgbClr val="FEDB43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11" name="TextBox 910">
            <a:extLst>
              <a:ext uri="{FF2B5EF4-FFF2-40B4-BE49-F238E27FC236}">
                <a16:creationId xmlns:a16="http://schemas.microsoft.com/office/drawing/2014/main" id="{C5A3E512-CF1B-74B2-D295-081E47062C53}"/>
              </a:ext>
            </a:extLst>
          </p:cNvPr>
          <p:cNvSpPr txBox="1"/>
          <p:nvPr/>
        </p:nvSpPr>
        <p:spPr>
          <a:xfrm>
            <a:off x="9353517" y="6071022"/>
            <a:ext cx="5164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SV    </a:t>
            </a:r>
            <a:r>
              <a:rPr lang="en-US" altLang="ko-KR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[</a:t>
            </a:r>
            <a:r>
              <a:rPr lang="ko-KR" altLang="en-US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℃</a:t>
            </a:r>
            <a:r>
              <a:rPr lang="en-US" altLang="ko-KR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600" b="1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0EF9E0E4-507C-8A85-CDF7-F86D2316ED45}"/>
              </a:ext>
            </a:extLst>
          </p:cNvPr>
          <p:cNvCxnSpPr>
            <a:cxnSpLocks/>
          </p:cNvCxnSpPr>
          <p:nvPr/>
        </p:nvCxnSpPr>
        <p:spPr>
          <a:xfrm>
            <a:off x="8265252" y="5270938"/>
            <a:ext cx="788776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01A3D4D8-C1E7-4ED0-78D4-53FA5CE01F56}"/>
              </a:ext>
            </a:extLst>
          </p:cNvPr>
          <p:cNvCxnSpPr>
            <a:cxnSpLocks/>
          </p:cNvCxnSpPr>
          <p:nvPr/>
        </p:nvCxnSpPr>
        <p:spPr>
          <a:xfrm>
            <a:off x="8265252" y="5274311"/>
            <a:ext cx="0" cy="12382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F990A288-87AC-109D-12F5-EF10C7B88A97}"/>
              </a:ext>
            </a:extLst>
          </p:cNvPr>
          <p:cNvGrpSpPr/>
          <p:nvPr/>
        </p:nvGrpSpPr>
        <p:grpSpPr>
          <a:xfrm>
            <a:off x="5863121" y="3964652"/>
            <a:ext cx="485775" cy="580848"/>
            <a:chOff x="3367104" y="4514851"/>
            <a:chExt cx="485775" cy="580848"/>
          </a:xfrm>
        </p:grpSpPr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90DCCAF2-410B-90DF-17E6-7B8514E906F0}"/>
                </a:ext>
              </a:extLst>
            </p:cNvPr>
            <p:cNvGrpSpPr/>
            <p:nvPr/>
          </p:nvGrpSpPr>
          <p:grpSpPr>
            <a:xfrm>
              <a:off x="3367104" y="4514851"/>
              <a:ext cx="479618" cy="580848"/>
              <a:chOff x="1674555" y="3495419"/>
              <a:chExt cx="479618" cy="580848"/>
            </a:xfrm>
          </p:grpSpPr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CDEFB7A1-FF83-4E73-535B-07E0D3E5032B}"/>
                  </a:ext>
                </a:extLst>
              </p:cNvPr>
              <p:cNvSpPr/>
              <p:nvPr/>
            </p:nvSpPr>
            <p:spPr>
              <a:xfrm>
                <a:off x="1718093" y="3495419"/>
                <a:ext cx="416422" cy="58084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EBA87B94-47A2-7672-76F2-731A441B1193}"/>
                  </a:ext>
                </a:extLst>
              </p:cNvPr>
              <p:cNvSpPr txBox="1"/>
              <p:nvPr/>
            </p:nvSpPr>
            <p:spPr>
              <a:xfrm>
                <a:off x="1674555" y="3502662"/>
                <a:ext cx="47961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ST RG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318D23FC-470D-FBAA-BBB3-D1A1DA88100C}"/>
                  </a:ext>
                </a:extLst>
              </p:cNvPr>
              <p:cNvSpPr/>
              <p:nvPr/>
            </p:nvSpPr>
            <p:spPr>
              <a:xfrm>
                <a:off x="1768205" y="3864583"/>
                <a:ext cx="304892" cy="1741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A928082-C95B-484E-C823-7121EF703ED6}"/>
                </a:ext>
              </a:extLst>
            </p:cNvPr>
            <p:cNvSpPr txBox="1"/>
            <p:nvPr/>
          </p:nvSpPr>
          <p:spPr>
            <a:xfrm>
              <a:off x="3376893" y="4710046"/>
              <a:ext cx="47598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  [</a:t>
              </a:r>
              <a:r>
                <a:rPr lang="ko-KR" altLang="en-US" sz="600" b="1">
                  <a:latin typeface="+mj-lt"/>
                </a:rPr>
                <a:t>℃</a:t>
              </a:r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07D846DE-6257-81BF-47AF-0FE2C5BC6A58}"/>
              </a:ext>
            </a:extLst>
          </p:cNvPr>
          <p:cNvCxnSpPr>
            <a:cxnSpLocks/>
          </p:cNvCxnSpPr>
          <p:nvPr/>
        </p:nvCxnSpPr>
        <p:spPr>
          <a:xfrm flipH="1">
            <a:off x="5472187" y="5748656"/>
            <a:ext cx="1651050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EA02FD7B-27D4-8316-E998-22655A9BFF13}"/>
              </a:ext>
            </a:extLst>
          </p:cNvPr>
          <p:cNvCxnSpPr>
            <a:cxnSpLocks/>
          </p:cNvCxnSpPr>
          <p:nvPr/>
        </p:nvCxnSpPr>
        <p:spPr>
          <a:xfrm flipH="1">
            <a:off x="5472187" y="5213986"/>
            <a:ext cx="1051828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1" name="직사각형 710">
            <a:extLst>
              <a:ext uri="{FF2B5EF4-FFF2-40B4-BE49-F238E27FC236}">
                <a16:creationId xmlns:a16="http://schemas.microsoft.com/office/drawing/2014/main" id="{534FA337-612E-210C-7980-5A761EE8F1C4}"/>
              </a:ext>
            </a:extLst>
          </p:cNvPr>
          <p:cNvSpPr/>
          <p:nvPr/>
        </p:nvSpPr>
        <p:spPr>
          <a:xfrm>
            <a:off x="5955928" y="5143940"/>
            <a:ext cx="352233" cy="17884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73D1EB6E-EA2F-0374-C243-906198624D8A}"/>
              </a:ext>
            </a:extLst>
          </p:cNvPr>
          <p:cNvCxnSpPr/>
          <p:nvPr/>
        </p:nvCxnSpPr>
        <p:spPr>
          <a:xfrm flipH="1">
            <a:off x="5478251" y="5585631"/>
            <a:ext cx="1304176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7" name="직사각형 686">
            <a:extLst>
              <a:ext uri="{FF2B5EF4-FFF2-40B4-BE49-F238E27FC236}">
                <a16:creationId xmlns:a16="http://schemas.microsoft.com/office/drawing/2014/main" id="{6F796583-72D3-020F-AD4F-424063251ACA}"/>
              </a:ext>
            </a:extLst>
          </p:cNvPr>
          <p:cNvSpPr/>
          <p:nvPr/>
        </p:nvSpPr>
        <p:spPr>
          <a:xfrm>
            <a:off x="5955928" y="5484889"/>
            <a:ext cx="352233" cy="17884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183" name="직선 화살표 연결선 182">
            <a:extLst>
              <a:ext uri="{FF2B5EF4-FFF2-40B4-BE49-F238E27FC236}">
                <a16:creationId xmlns:a16="http://schemas.microsoft.com/office/drawing/2014/main" id="{2642F86A-C651-1297-2F79-1BABAD665C79}"/>
              </a:ext>
            </a:extLst>
          </p:cNvPr>
          <p:cNvCxnSpPr>
            <a:cxnSpLocks/>
          </p:cNvCxnSpPr>
          <p:nvPr/>
        </p:nvCxnSpPr>
        <p:spPr>
          <a:xfrm>
            <a:off x="6039267" y="2851902"/>
            <a:ext cx="1164859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64782BE0-DC45-ED00-6E10-7D142C2C1F7A}"/>
              </a:ext>
            </a:extLst>
          </p:cNvPr>
          <p:cNvCxnSpPr>
            <a:cxnSpLocks/>
          </p:cNvCxnSpPr>
          <p:nvPr/>
        </p:nvCxnSpPr>
        <p:spPr>
          <a:xfrm>
            <a:off x="6036517" y="2139362"/>
            <a:ext cx="1167609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TextBox 240">
            <a:extLst>
              <a:ext uri="{FF2B5EF4-FFF2-40B4-BE49-F238E27FC236}">
                <a16:creationId xmlns:a16="http://schemas.microsoft.com/office/drawing/2014/main" id="{46614CE0-5AB7-494E-7457-06B9EF80EAB1}"/>
              </a:ext>
            </a:extLst>
          </p:cNvPr>
          <p:cNvSpPr txBox="1"/>
          <p:nvPr/>
        </p:nvSpPr>
        <p:spPr>
          <a:xfrm>
            <a:off x="7815164" y="4137266"/>
            <a:ext cx="375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1">
                <a:latin typeface="+mj-lt"/>
                <a:cs typeface="Times New Roman" panose="02020603050405020304" pitchFamily="18" charset="0"/>
              </a:rPr>
              <a:t>Ch</a:t>
            </a:r>
            <a:endParaRPr lang="ko-KR" altLang="en-US" sz="1200" b="1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43" name="직선 화살표 연결선 242">
            <a:extLst>
              <a:ext uri="{FF2B5EF4-FFF2-40B4-BE49-F238E27FC236}">
                <a16:creationId xmlns:a16="http://schemas.microsoft.com/office/drawing/2014/main" id="{4E669994-6DD7-CE79-9388-7D38BCC3EBCD}"/>
              </a:ext>
            </a:extLst>
          </p:cNvPr>
          <p:cNvCxnSpPr>
            <a:cxnSpLocks/>
          </p:cNvCxnSpPr>
          <p:nvPr/>
        </p:nvCxnSpPr>
        <p:spPr>
          <a:xfrm>
            <a:off x="6096000" y="2732416"/>
            <a:ext cx="111370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직선 화살표 연결선 261">
            <a:extLst>
              <a:ext uri="{FF2B5EF4-FFF2-40B4-BE49-F238E27FC236}">
                <a16:creationId xmlns:a16="http://schemas.microsoft.com/office/drawing/2014/main" id="{28D84A88-9DE5-D8CC-165E-8AB3438727AA}"/>
              </a:ext>
            </a:extLst>
          </p:cNvPr>
          <p:cNvCxnSpPr>
            <a:cxnSpLocks/>
          </p:cNvCxnSpPr>
          <p:nvPr/>
        </p:nvCxnSpPr>
        <p:spPr>
          <a:xfrm flipV="1">
            <a:off x="3598709" y="2369063"/>
            <a:ext cx="0" cy="262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직선 화살표 연결선 267">
            <a:extLst>
              <a:ext uri="{FF2B5EF4-FFF2-40B4-BE49-F238E27FC236}">
                <a16:creationId xmlns:a16="http://schemas.microsoft.com/office/drawing/2014/main" id="{381EC234-E85F-E83C-4826-D28D4F319685}"/>
              </a:ext>
            </a:extLst>
          </p:cNvPr>
          <p:cNvCxnSpPr/>
          <p:nvPr/>
        </p:nvCxnSpPr>
        <p:spPr>
          <a:xfrm>
            <a:off x="801812" y="2649885"/>
            <a:ext cx="14382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3865AFC3-82CD-E760-DD3F-BAA66ADE1A62}"/>
              </a:ext>
            </a:extLst>
          </p:cNvPr>
          <p:cNvGrpSpPr/>
          <p:nvPr/>
        </p:nvGrpSpPr>
        <p:grpSpPr>
          <a:xfrm>
            <a:off x="172238" y="2050571"/>
            <a:ext cx="614300" cy="891103"/>
            <a:chOff x="541832" y="3224461"/>
            <a:chExt cx="614300" cy="891103"/>
          </a:xfrm>
        </p:grpSpPr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3E882F4B-2B43-2B9E-C1FA-B3C4D6BC46B0}"/>
                </a:ext>
              </a:extLst>
            </p:cNvPr>
            <p:cNvSpPr/>
            <p:nvPr/>
          </p:nvSpPr>
          <p:spPr>
            <a:xfrm>
              <a:off x="563992" y="3224461"/>
              <a:ext cx="592140" cy="8911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F1E2CD14-BC5D-B7F9-ADCA-9A0D13FF2EB5}"/>
                </a:ext>
              </a:extLst>
            </p:cNvPr>
            <p:cNvSpPr txBox="1"/>
            <p:nvPr/>
          </p:nvSpPr>
          <p:spPr>
            <a:xfrm>
              <a:off x="541832" y="3262364"/>
              <a:ext cx="43954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>
                  <a:latin typeface="+mj-lt"/>
                </a:rPr>
                <a:t>NG P</a:t>
              </a:r>
              <a:endParaRPr lang="ko-KR" altLang="en-US" sz="800" b="1">
                <a:latin typeface="+mj-lt"/>
              </a:endParaRPr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DB288D0B-5C7D-0151-14A3-E93B4D846DCD}"/>
                </a:ext>
              </a:extLst>
            </p:cNvPr>
            <p:cNvSpPr/>
            <p:nvPr/>
          </p:nvSpPr>
          <p:spPr>
            <a:xfrm>
              <a:off x="606752" y="3564281"/>
              <a:ext cx="484612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E196C552-2552-58A7-BB23-4841A7271BF6}"/>
                </a:ext>
              </a:extLst>
            </p:cNvPr>
            <p:cNvSpPr txBox="1"/>
            <p:nvPr/>
          </p:nvSpPr>
          <p:spPr>
            <a:xfrm>
              <a:off x="591467" y="3404695"/>
              <a:ext cx="55335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PV  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1362BA51-5C5C-9FFE-BFA0-3D9B120AC769}"/>
                </a:ext>
              </a:extLst>
            </p:cNvPr>
            <p:cNvSpPr/>
            <p:nvPr/>
          </p:nvSpPr>
          <p:spPr>
            <a:xfrm>
              <a:off x="606752" y="3878659"/>
              <a:ext cx="484612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0FDA86DB-ECC5-16AB-8FF0-F15D3F481C29}"/>
                </a:ext>
              </a:extLst>
            </p:cNvPr>
            <p:cNvSpPr txBox="1"/>
            <p:nvPr/>
          </p:nvSpPr>
          <p:spPr>
            <a:xfrm>
              <a:off x="596492" y="3719073"/>
              <a:ext cx="54854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SV   [kPa]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73" name="직선 화살표 연결선 272">
            <a:extLst>
              <a:ext uri="{FF2B5EF4-FFF2-40B4-BE49-F238E27FC236}">
                <a16:creationId xmlns:a16="http://schemas.microsoft.com/office/drawing/2014/main" id="{50529B80-B493-5C1E-B5EB-A43AF9E4434F}"/>
              </a:ext>
            </a:extLst>
          </p:cNvPr>
          <p:cNvCxnSpPr>
            <a:cxnSpLocks/>
          </p:cNvCxnSpPr>
          <p:nvPr/>
        </p:nvCxnSpPr>
        <p:spPr>
          <a:xfrm flipV="1">
            <a:off x="288257" y="3536657"/>
            <a:ext cx="1951830" cy="81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직선 화살표 연결선 274">
            <a:extLst>
              <a:ext uri="{FF2B5EF4-FFF2-40B4-BE49-F238E27FC236}">
                <a16:creationId xmlns:a16="http://schemas.microsoft.com/office/drawing/2014/main" id="{35074B34-686E-989A-469D-A3258300DE0C}"/>
              </a:ext>
            </a:extLst>
          </p:cNvPr>
          <p:cNvCxnSpPr/>
          <p:nvPr/>
        </p:nvCxnSpPr>
        <p:spPr>
          <a:xfrm flipV="1">
            <a:off x="1032546" y="3548976"/>
            <a:ext cx="0" cy="77400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직선 화살표 연결선 282">
            <a:extLst>
              <a:ext uri="{FF2B5EF4-FFF2-40B4-BE49-F238E27FC236}">
                <a16:creationId xmlns:a16="http://schemas.microsoft.com/office/drawing/2014/main" id="{CDC6711E-4537-8785-943F-50376192F7BD}"/>
              </a:ext>
            </a:extLst>
          </p:cNvPr>
          <p:cNvCxnSpPr>
            <a:cxnSpLocks/>
          </p:cNvCxnSpPr>
          <p:nvPr/>
        </p:nvCxnSpPr>
        <p:spPr>
          <a:xfrm>
            <a:off x="4463945" y="1305329"/>
            <a:ext cx="0" cy="213940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직선 화살표 연결선 293">
            <a:extLst>
              <a:ext uri="{FF2B5EF4-FFF2-40B4-BE49-F238E27FC236}">
                <a16:creationId xmlns:a16="http://schemas.microsoft.com/office/drawing/2014/main" id="{B53453AA-E552-0F31-F329-BEADF5CE9AB4}"/>
              </a:ext>
            </a:extLst>
          </p:cNvPr>
          <p:cNvCxnSpPr/>
          <p:nvPr/>
        </p:nvCxnSpPr>
        <p:spPr>
          <a:xfrm>
            <a:off x="6554912" y="1948547"/>
            <a:ext cx="640080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직선 화살표 연결선 296">
            <a:extLst>
              <a:ext uri="{FF2B5EF4-FFF2-40B4-BE49-F238E27FC236}">
                <a16:creationId xmlns:a16="http://schemas.microsoft.com/office/drawing/2014/main" id="{3679838E-2007-5CDB-5880-477800A17DC6}"/>
              </a:ext>
            </a:extLst>
          </p:cNvPr>
          <p:cNvCxnSpPr>
            <a:cxnSpLocks/>
          </p:cNvCxnSpPr>
          <p:nvPr/>
        </p:nvCxnSpPr>
        <p:spPr>
          <a:xfrm>
            <a:off x="8876395" y="2033564"/>
            <a:ext cx="4613" cy="210100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D9EF2BB2-CE6F-7953-8D66-75DF4A047644}"/>
              </a:ext>
            </a:extLst>
          </p:cNvPr>
          <p:cNvSpPr txBox="1"/>
          <p:nvPr/>
        </p:nvSpPr>
        <p:spPr>
          <a:xfrm>
            <a:off x="8023327" y="3535951"/>
            <a:ext cx="95430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ST OUT Air  [</a:t>
            </a:r>
            <a:r>
              <a:rPr lang="ko-KR" altLang="en-US" sz="700" b="1">
                <a:latin typeface="+mj-lt"/>
              </a:rPr>
              <a:t>℃</a:t>
            </a:r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56" name="직사각형 455">
            <a:extLst>
              <a:ext uri="{FF2B5EF4-FFF2-40B4-BE49-F238E27FC236}">
                <a16:creationId xmlns:a16="http://schemas.microsoft.com/office/drawing/2014/main" id="{BAD452DB-DA3E-F14B-865E-36CEABE7E385}"/>
              </a:ext>
            </a:extLst>
          </p:cNvPr>
          <p:cNvSpPr/>
          <p:nvPr/>
        </p:nvSpPr>
        <p:spPr>
          <a:xfrm>
            <a:off x="8597992" y="3719496"/>
            <a:ext cx="352233" cy="1673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299" name="직선 화살표 연결선 298">
            <a:extLst>
              <a:ext uri="{FF2B5EF4-FFF2-40B4-BE49-F238E27FC236}">
                <a16:creationId xmlns:a16="http://schemas.microsoft.com/office/drawing/2014/main" id="{9110C2A1-AAF8-6987-06D7-DCBBCDBD8A21}"/>
              </a:ext>
            </a:extLst>
          </p:cNvPr>
          <p:cNvCxnSpPr>
            <a:cxnSpLocks/>
          </p:cNvCxnSpPr>
          <p:nvPr/>
        </p:nvCxnSpPr>
        <p:spPr>
          <a:xfrm flipV="1">
            <a:off x="3330246" y="4400495"/>
            <a:ext cx="0" cy="317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직선 화살표 연결선 302">
            <a:extLst>
              <a:ext uri="{FF2B5EF4-FFF2-40B4-BE49-F238E27FC236}">
                <a16:creationId xmlns:a16="http://schemas.microsoft.com/office/drawing/2014/main" id="{8AF3B468-EE63-6C03-A30C-1E4B07ABCDFA}"/>
              </a:ext>
            </a:extLst>
          </p:cNvPr>
          <p:cNvCxnSpPr/>
          <p:nvPr/>
        </p:nvCxnSpPr>
        <p:spPr>
          <a:xfrm>
            <a:off x="7722797" y="4578020"/>
            <a:ext cx="14021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직선 화살표 연결선 311">
            <a:extLst>
              <a:ext uri="{FF2B5EF4-FFF2-40B4-BE49-F238E27FC236}">
                <a16:creationId xmlns:a16="http://schemas.microsoft.com/office/drawing/2014/main" id="{4950168E-E624-F923-213B-DBAE49EB3F74}"/>
              </a:ext>
            </a:extLst>
          </p:cNvPr>
          <p:cNvCxnSpPr>
            <a:cxnSpLocks/>
          </p:cNvCxnSpPr>
          <p:nvPr/>
        </p:nvCxnSpPr>
        <p:spPr>
          <a:xfrm flipV="1">
            <a:off x="2391957" y="4372755"/>
            <a:ext cx="12715" cy="1025381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직선 화살표 연결선 400">
            <a:extLst>
              <a:ext uri="{FF2B5EF4-FFF2-40B4-BE49-F238E27FC236}">
                <a16:creationId xmlns:a16="http://schemas.microsoft.com/office/drawing/2014/main" id="{52AE51CA-764A-0954-EE5A-AE1971C2892F}"/>
              </a:ext>
            </a:extLst>
          </p:cNvPr>
          <p:cNvCxnSpPr>
            <a:cxnSpLocks/>
          </p:cNvCxnSpPr>
          <p:nvPr/>
        </p:nvCxnSpPr>
        <p:spPr>
          <a:xfrm>
            <a:off x="7015287" y="6078460"/>
            <a:ext cx="261870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직선 화살표 연결선 403">
            <a:extLst>
              <a:ext uri="{FF2B5EF4-FFF2-40B4-BE49-F238E27FC236}">
                <a16:creationId xmlns:a16="http://schemas.microsoft.com/office/drawing/2014/main" id="{1FF4CEF2-9419-0FC5-77E5-40FCDAD890A5}"/>
              </a:ext>
            </a:extLst>
          </p:cNvPr>
          <p:cNvCxnSpPr>
            <a:cxnSpLocks/>
          </p:cNvCxnSpPr>
          <p:nvPr/>
        </p:nvCxnSpPr>
        <p:spPr>
          <a:xfrm>
            <a:off x="8317335" y="6633550"/>
            <a:ext cx="267407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직선 화살표 연결선 418">
            <a:extLst>
              <a:ext uri="{FF2B5EF4-FFF2-40B4-BE49-F238E27FC236}">
                <a16:creationId xmlns:a16="http://schemas.microsoft.com/office/drawing/2014/main" id="{7C29EC11-C1E3-81C6-A63F-C485D8D903A0}"/>
              </a:ext>
            </a:extLst>
          </p:cNvPr>
          <p:cNvCxnSpPr>
            <a:cxnSpLocks/>
          </p:cNvCxnSpPr>
          <p:nvPr/>
        </p:nvCxnSpPr>
        <p:spPr>
          <a:xfrm>
            <a:off x="8299045" y="5610334"/>
            <a:ext cx="556155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직선 화살표 연결선 422">
            <a:extLst>
              <a:ext uri="{FF2B5EF4-FFF2-40B4-BE49-F238E27FC236}">
                <a16:creationId xmlns:a16="http://schemas.microsoft.com/office/drawing/2014/main" id="{DCB68793-5D14-EE1B-5469-42EFD13D7701}"/>
              </a:ext>
            </a:extLst>
          </p:cNvPr>
          <p:cNvCxnSpPr>
            <a:cxnSpLocks/>
          </p:cNvCxnSpPr>
          <p:nvPr/>
        </p:nvCxnSpPr>
        <p:spPr>
          <a:xfrm>
            <a:off x="8308811" y="5970738"/>
            <a:ext cx="559605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직선 화살표 연결선 423">
            <a:extLst>
              <a:ext uri="{FF2B5EF4-FFF2-40B4-BE49-F238E27FC236}">
                <a16:creationId xmlns:a16="http://schemas.microsoft.com/office/drawing/2014/main" id="{5314966C-56CA-E46D-5E8C-157089A3DE36}"/>
              </a:ext>
            </a:extLst>
          </p:cNvPr>
          <p:cNvCxnSpPr>
            <a:cxnSpLocks/>
          </p:cNvCxnSpPr>
          <p:nvPr/>
        </p:nvCxnSpPr>
        <p:spPr>
          <a:xfrm>
            <a:off x="8276816" y="6330093"/>
            <a:ext cx="586557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1" name="그룹 470">
            <a:extLst>
              <a:ext uri="{FF2B5EF4-FFF2-40B4-BE49-F238E27FC236}">
                <a16:creationId xmlns:a16="http://schemas.microsoft.com/office/drawing/2014/main" id="{196810DC-2B12-655E-180D-21DCB025FD46}"/>
              </a:ext>
            </a:extLst>
          </p:cNvPr>
          <p:cNvGrpSpPr/>
          <p:nvPr/>
        </p:nvGrpSpPr>
        <p:grpSpPr>
          <a:xfrm>
            <a:off x="1648265" y="3279962"/>
            <a:ext cx="475986" cy="563320"/>
            <a:chOff x="1665298" y="3323215"/>
            <a:chExt cx="475986" cy="563320"/>
          </a:xfrm>
        </p:grpSpPr>
        <p:grpSp>
          <p:nvGrpSpPr>
            <p:cNvPr id="540" name="그룹 539">
              <a:extLst>
                <a:ext uri="{FF2B5EF4-FFF2-40B4-BE49-F238E27FC236}">
                  <a16:creationId xmlns:a16="http://schemas.microsoft.com/office/drawing/2014/main" id="{639DB8F5-2842-9BA8-6E97-705A649D7885}"/>
                </a:ext>
              </a:extLst>
            </p:cNvPr>
            <p:cNvGrpSpPr/>
            <p:nvPr/>
          </p:nvGrpSpPr>
          <p:grpSpPr>
            <a:xfrm>
              <a:off x="1681815" y="3323215"/>
              <a:ext cx="416422" cy="563320"/>
              <a:chOff x="1718093" y="3546574"/>
              <a:chExt cx="416422" cy="563320"/>
            </a:xfrm>
          </p:grpSpPr>
          <p:sp>
            <p:nvSpPr>
              <p:cNvPr id="233" name="직사각형 232">
                <a:extLst>
                  <a:ext uri="{FF2B5EF4-FFF2-40B4-BE49-F238E27FC236}">
                    <a16:creationId xmlns:a16="http://schemas.microsoft.com/office/drawing/2014/main" id="{277C16ED-4DA2-64D1-E072-8A6085E49CE8}"/>
                  </a:ext>
                </a:extLst>
              </p:cNvPr>
              <p:cNvSpPr/>
              <p:nvPr/>
            </p:nvSpPr>
            <p:spPr>
              <a:xfrm>
                <a:off x="1718093" y="3546574"/>
                <a:ext cx="416422" cy="5633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828560B9-E500-5422-5DEE-87ADB46B22E1}"/>
                  </a:ext>
                </a:extLst>
              </p:cNvPr>
              <p:cNvSpPr txBox="1"/>
              <p:nvPr/>
            </p:nvSpPr>
            <p:spPr>
              <a:xfrm>
                <a:off x="1771884" y="3552724"/>
                <a:ext cx="30489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BF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237" name="직사각형 236">
                <a:extLst>
                  <a:ext uri="{FF2B5EF4-FFF2-40B4-BE49-F238E27FC236}">
                    <a16:creationId xmlns:a16="http://schemas.microsoft.com/office/drawing/2014/main" id="{D6D00C4A-7F8C-16C0-FF63-40967EFA0F54}"/>
                  </a:ext>
                </a:extLst>
              </p:cNvPr>
              <p:cNvSpPr/>
              <p:nvPr/>
            </p:nvSpPr>
            <p:spPr>
              <a:xfrm>
                <a:off x="1768205" y="3864583"/>
                <a:ext cx="304892" cy="1741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</p:grpSp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164B925F-63A6-B473-FC69-A839DDE11103}"/>
                </a:ext>
              </a:extLst>
            </p:cNvPr>
            <p:cNvSpPr txBox="1"/>
            <p:nvPr/>
          </p:nvSpPr>
          <p:spPr>
            <a:xfrm>
              <a:off x="1665298" y="3498287"/>
              <a:ext cx="47598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  [</a:t>
              </a:r>
              <a:r>
                <a:rPr lang="ko-KR" altLang="en-US" sz="600" b="1">
                  <a:latin typeface="+mj-lt"/>
                </a:rPr>
                <a:t>℃</a:t>
              </a:r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835C1846-146C-F1E6-EDEB-954CF4B366FA}"/>
              </a:ext>
            </a:extLst>
          </p:cNvPr>
          <p:cNvCxnSpPr>
            <a:cxnSpLocks/>
            <a:stCxn id="592" idx="2"/>
          </p:cNvCxnSpPr>
          <p:nvPr/>
        </p:nvCxnSpPr>
        <p:spPr>
          <a:xfrm>
            <a:off x="7751551" y="1500824"/>
            <a:ext cx="0" cy="1729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0" name="직사각형 809">
            <a:extLst>
              <a:ext uri="{FF2B5EF4-FFF2-40B4-BE49-F238E27FC236}">
                <a16:creationId xmlns:a16="http://schemas.microsoft.com/office/drawing/2014/main" id="{32763A6C-FB7D-A58C-63C3-7E85A23D1D70}"/>
              </a:ext>
            </a:extLst>
          </p:cNvPr>
          <p:cNvSpPr/>
          <p:nvPr/>
        </p:nvSpPr>
        <p:spPr>
          <a:xfrm>
            <a:off x="6751908" y="5980077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76A39F73-20C4-F235-11B5-3BA0E7521A15}"/>
              </a:ext>
            </a:extLst>
          </p:cNvPr>
          <p:cNvCxnSpPr>
            <a:cxnSpLocks/>
          </p:cNvCxnSpPr>
          <p:nvPr/>
        </p:nvCxnSpPr>
        <p:spPr>
          <a:xfrm>
            <a:off x="6643688" y="6437384"/>
            <a:ext cx="629575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B174E1CB-20E0-BD40-FB5C-DCC77C8F68B9}"/>
              </a:ext>
            </a:extLst>
          </p:cNvPr>
          <p:cNvCxnSpPr>
            <a:cxnSpLocks/>
          </p:cNvCxnSpPr>
          <p:nvPr/>
        </p:nvCxnSpPr>
        <p:spPr>
          <a:xfrm flipH="1">
            <a:off x="6635122" y="6577822"/>
            <a:ext cx="723832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9041BDDB-30B3-D3C5-9F1F-FF3DB2129391}"/>
              </a:ext>
            </a:extLst>
          </p:cNvPr>
          <p:cNvSpPr/>
          <p:nvPr/>
        </p:nvSpPr>
        <p:spPr>
          <a:xfrm>
            <a:off x="1049459" y="1267229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id="{21D97B5C-A00E-6CF0-5CC7-6AB4527D7E5F}"/>
              </a:ext>
            </a:extLst>
          </p:cNvPr>
          <p:cNvCxnSpPr>
            <a:cxnSpLocks/>
            <a:endCxn id="427" idx="0"/>
          </p:cNvCxnSpPr>
          <p:nvPr/>
        </p:nvCxnSpPr>
        <p:spPr>
          <a:xfrm>
            <a:off x="3819587" y="3134096"/>
            <a:ext cx="0" cy="33996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6844DD99-B0E9-4B27-F656-92E49F63D97B}"/>
              </a:ext>
            </a:extLst>
          </p:cNvPr>
          <p:cNvSpPr/>
          <p:nvPr/>
        </p:nvSpPr>
        <p:spPr>
          <a:xfrm>
            <a:off x="7441246" y="4454975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6622F707-FFD5-8D8C-F777-B70C192F31BD}"/>
              </a:ext>
            </a:extLst>
          </p:cNvPr>
          <p:cNvCxnSpPr>
            <a:cxnSpLocks/>
          </p:cNvCxnSpPr>
          <p:nvPr/>
        </p:nvCxnSpPr>
        <p:spPr>
          <a:xfrm flipV="1">
            <a:off x="7569023" y="4242503"/>
            <a:ext cx="0" cy="2033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82D18C6E-D1EA-852A-EDFF-AC3CE5EF559B}"/>
              </a:ext>
            </a:extLst>
          </p:cNvPr>
          <p:cNvCxnSpPr>
            <a:cxnSpLocks/>
          </p:cNvCxnSpPr>
          <p:nvPr/>
        </p:nvCxnSpPr>
        <p:spPr>
          <a:xfrm flipH="1">
            <a:off x="3454056" y="6182996"/>
            <a:ext cx="692522" cy="0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DFA8343F-AF78-7D69-AA56-7E77094F850A}"/>
              </a:ext>
            </a:extLst>
          </p:cNvPr>
          <p:cNvCxnSpPr>
            <a:cxnSpLocks/>
          </p:cNvCxnSpPr>
          <p:nvPr/>
        </p:nvCxnSpPr>
        <p:spPr>
          <a:xfrm>
            <a:off x="4151060" y="5982986"/>
            <a:ext cx="0" cy="204454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47" name="그룹 546">
            <a:extLst>
              <a:ext uri="{FF2B5EF4-FFF2-40B4-BE49-F238E27FC236}">
                <a16:creationId xmlns:a16="http://schemas.microsoft.com/office/drawing/2014/main" id="{8A5A87C3-844D-6EE2-E17B-44449AC5CD6F}"/>
              </a:ext>
            </a:extLst>
          </p:cNvPr>
          <p:cNvGrpSpPr/>
          <p:nvPr/>
        </p:nvGrpSpPr>
        <p:grpSpPr>
          <a:xfrm>
            <a:off x="4004036" y="4969214"/>
            <a:ext cx="1539166" cy="1010703"/>
            <a:chOff x="4026880" y="4870731"/>
            <a:chExt cx="1539166" cy="1010703"/>
          </a:xfrm>
        </p:grpSpPr>
        <p:sp>
          <p:nvSpPr>
            <p:cNvPr id="266" name="직사각형 265">
              <a:extLst>
                <a:ext uri="{FF2B5EF4-FFF2-40B4-BE49-F238E27FC236}">
                  <a16:creationId xmlns:a16="http://schemas.microsoft.com/office/drawing/2014/main" id="{B20E0628-3CEF-868C-60B9-6A3595EF4293}"/>
                </a:ext>
              </a:extLst>
            </p:cNvPr>
            <p:cNvSpPr/>
            <p:nvPr/>
          </p:nvSpPr>
          <p:spPr>
            <a:xfrm>
              <a:off x="4026880" y="4870731"/>
              <a:ext cx="1469045" cy="1010703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9FBDBFD4-7AFE-4902-E2F8-26CDBFA4C793}"/>
                </a:ext>
              </a:extLst>
            </p:cNvPr>
            <p:cNvSpPr txBox="1"/>
            <p:nvPr/>
          </p:nvSpPr>
          <p:spPr>
            <a:xfrm>
              <a:off x="4034571" y="4923900"/>
              <a:ext cx="7392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b="1">
                  <a:latin typeface="+mj-lt"/>
                  <a:cs typeface="Times New Roman" panose="02020603050405020304" pitchFamily="18" charset="0"/>
                </a:rPr>
                <a:t>DI Tank</a:t>
              </a:r>
              <a:endParaRPr lang="ko-KR" altLang="en-US" sz="12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70" name="직사각형 269">
              <a:extLst>
                <a:ext uri="{FF2B5EF4-FFF2-40B4-BE49-F238E27FC236}">
                  <a16:creationId xmlns:a16="http://schemas.microsoft.com/office/drawing/2014/main" id="{12A9039F-036E-89BA-B995-1160FF9A889B}"/>
                </a:ext>
              </a:extLst>
            </p:cNvPr>
            <p:cNvSpPr/>
            <p:nvPr/>
          </p:nvSpPr>
          <p:spPr>
            <a:xfrm>
              <a:off x="4856574" y="5085015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D04DA53F-C862-C4C3-AA56-BE826906F9E0}"/>
                </a:ext>
              </a:extLst>
            </p:cNvPr>
            <p:cNvSpPr txBox="1"/>
            <p:nvPr/>
          </p:nvSpPr>
          <p:spPr>
            <a:xfrm>
              <a:off x="4664837" y="4908360"/>
              <a:ext cx="90120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Tank </a:t>
              </a:r>
              <a:r>
                <a:rPr lang="en-US" altLang="ko-KR" sz="7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Temp. 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</a:t>
              </a:r>
              <a:r>
                <a:rPr lang="ko-KR" altLang="en-US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℃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77" name="직사각형 276">
              <a:extLst>
                <a:ext uri="{FF2B5EF4-FFF2-40B4-BE49-F238E27FC236}">
                  <a16:creationId xmlns:a16="http://schemas.microsoft.com/office/drawing/2014/main" id="{6981A90D-5EF9-D401-B10F-34053BB08E1B}"/>
                </a:ext>
              </a:extLst>
            </p:cNvPr>
            <p:cNvSpPr/>
            <p:nvPr/>
          </p:nvSpPr>
          <p:spPr>
            <a:xfrm>
              <a:off x="4141495" y="5607946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  <a:latin typeface="+mj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8" name="TextBox 277">
                  <a:extLst>
                    <a:ext uri="{FF2B5EF4-FFF2-40B4-BE49-F238E27FC236}">
                      <a16:creationId xmlns:a16="http://schemas.microsoft.com/office/drawing/2014/main" id="{549FC0F3-6A7C-FF73-DDEF-DA0AB96C0614}"/>
                    </a:ext>
                  </a:extLst>
                </p:cNvPr>
                <p:cNvSpPr txBox="1"/>
                <p:nvPr/>
              </p:nvSpPr>
              <p:spPr>
                <a:xfrm>
                  <a:off x="4063755" y="5425381"/>
                  <a:ext cx="691728" cy="2024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7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PV [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700" b="1" i="1" smtClean="0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ko-KR" altLang="en-US" sz="700" b="1" i="1" smtClean="0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𝝁</m:t>
                          </m:r>
                          <m:r>
                            <m:rPr>
                              <m:sty m:val="p"/>
                            </m:rPr>
                            <a:rPr lang="en-US" altLang="ko-KR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s</m:t>
                          </m:r>
                          <m:r>
                            <a:rPr lang="en-US" altLang="ko-KR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US" altLang="ko-KR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cm</m:t>
                          </m:r>
                        </m:e>
                        <m:sup>
                          <m:r>
                            <a:rPr lang="en-US" altLang="ko-KR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altLang="ko-KR" sz="7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]</a:t>
                  </a:r>
                  <a:endParaRPr lang="ko-KR" altLang="en-US" sz="7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8" name="TextBox 277">
                  <a:extLst>
                    <a:ext uri="{FF2B5EF4-FFF2-40B4-BE49-F238E27FC236}">
                      <a16:creationId xmlns:a16="http://schemas.microsoft.com/office/drawing/2014/main" id="{549FC0F3-6A7C-FF73-DDEF-DA0AB96C06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3755" y="5425381"/>
                  <a:ext cx="691728" cy="202491"/>
                </a:xfrm>
                <a:prstGeom prst="rect">
                  <a:avLst/>
                </a:prstGeom>
                <a:blipFill>
                  <a:blip r:embed="rId4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9" name="직사각형 278">
              <a:extLst>
                <a:ext uri="{FF2B5EF4-FFF2-40B4-BE49-F238E27FC236}">
                  <a16:creationId xmlns:a16="http://schemas.microsoft.com/office/drawing/2014/main" id="{6857FDBC-3625-9515-8026-8E6C8EF35E6B}"/>
                </a:ext>
              </a:extLst>
            </p:cNvPr>
            <p:cNvSpPr/>
            <p:nvPr/>
          </p:nvSpPr>
          <p:spPr>
            <a:xfrm>
              <a:off x="4788391" y="5607946"/>
              <a:ext cx="448875" cy="169729"/>
            </a:xfrm>
            <a:prstGeom prst="rect">
              <a:avLst/>
            </a:prstGeom>
            <a:solidFill>
              <a:srgbClr val="FEDB43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  <a:latin typeface="+mj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0" name="TextBox 279">
                  <a:extLst>
                    <a:ext uri="{FF2B5EF4-FFF2-40B4-BE49-F238E27FC236}">
                      <a16:creationId xmlns:a16="http://schemas.microsoft.com/office/drawing/2014/main" id="{21E79391-3950-5EDB-AE58-9A3AECD21526}"/>
                    </a:ext>
                  </a:extLst>
                </p:cNvPr>
                <p:cNvSpPr txBox="1"/>
                <p:nvPr/>
              </p:nvSpPr>
              <p:spPr>
                <a:xfrm>
                  <a:off x="4683186" y="5425990"/>
                  <a:ext cx="720583" cy="2024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700" b="1" dirty="0">
                      <a:latin typeface="+mj-lt"/>
                      <a:cs typeface="Times New Roman" panose="02020603050405020304" pitchFamily="18" charset="0"/>
                    </a:rPr>
                    <a:t>SV </a:t>
                  </a:r>
                  <a:r>
                    <a:rPr lang="en-US" altLang="ko-KR" sz="7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 [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ko-KR" altLang="en-US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𝝁</m:t>
                          </m:r>
                          <m:r>
                            <m:rPr>
                              <m:sty m:val="p"/>
                            </m:rPr>
                            <a:rPr lang="en-US" altLang="ko-KR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s</m:t>
                          </m:r>
                          <m:r>
                            <a:rPr lang="en-US" altLang="ko-KR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n-US" altLang="ko-KR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cm</m:t>
                          </m:r>
                        </m:e>
                        <m:sup>
                          <m:r>
                            <a:rPr lang="en-US" altLang="ko-KR" sz="700" b="1" i="1">
                              <a:latin typeface="Cambria Math" panose="02040503050406030204" pitchFamily="18" charset="0"/>
                              <a:ea typeface="굴림" panose="020B0600000101010101" pitchFamily="50" charset="-127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altLang="ko-KR" sz="700" b="1" dirty="0">
                      <a:latin typeface="+mj-lt"/>
                      <a:ea typeface="굴림" panose="020B0600000101010101" pitchFamily="50" charset="-127"/>
                      <a:cs typeface="Times New Roman" panose="02020603050405020304" pitchFamily="18" charset="0"/>
                    </a:rPr>
                    <a:t>]</a:t>
                  </a:r>
                  <a:endParaRPr lang="ko-KR" altLang="en-US" sz="700" b="1" dirty="0">
                    <a:latin typeface="+mj-lt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0" name="TextBox 279">
                  <a:extLst>
                    <a:ext uri="{FF2B5EF4-FFF2-40B4-BE49-F238E27FC236}">
                      <a16:creationId xmlns:a16="http://schemas.microsoft.com/office/drawing/2014/main" id="{21E79391-3950-5EDB-AE58-9A3AECD215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3186" y="5425990"/>
                  <a:ext cx="720583" cy="202491"/>
                </a:xfrm>
                <a:prstGeom prst="rect">
                  <a:avLst/>
                </a:prstGeom>
                <a:blipFill>
                  <a:blip r:embed="rId5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4EA7FE8F-76C6-05E2-50EE-757F4F545CA2}"/>
                </a:ext>
              </a:extLst>
            </p:cNvPr>
            <p:cNvSpPr txBox="1"/>
            <p:nvPr/>
          </p:nvSpPr>
          <p:spPr>
            <a:xfrm>
              <a:off x="4030091" y="5259913"/>
              <a:ext cx="97921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latin typeface="+mj-lt"/>
                </a:rPr>
                <a:t>DI Conductivity</a:t>
              </a:r>
              <a:endParaRPr lang="ko-KR" altLang="en-US" sz="800" b="1" dirty="0">
                <a:latin typeface="+mj-lt"/>
              </a:endParaRPr>
            </a:p>
          </p:txBody>
        </p:sp>
      </p:grpSp>
      <p:sp>
        <p:nvSpPr>
          <p:cNvPr id="665" name="직사각형 664">
            <a:extLst>
              <a:ext uri="{FF2B5EF4-FFF2-40B4-BE49-F238E27FC236}">
                <a16:creationId xmlns:a16="http://schemas.microsoft.com/office/drawing/2014/main" id="{D3B84863-94C3-9D50-C98E-F27E72A1D131}"/>
              </a:ext>
            </a:extLst>
          </p:cNvPr>
          <p:cNvSpPr/>
          <p:nvPr/>
        </p:nvSpPr>
        <p:spPr>
          <a:xfrm>
            <a:off x="3177418" y="6085766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F2A16D2E-3D8D-4D9F-1859-986B478C3CBC}"/>
              </a:ext>
            </a:extLst>
          </p:cNvPr>
          <p:cNvGrpSpPr/>
          <p:nvPr/>
        </p:nvGrpSpPr>
        <p:grpSpPr>
          <a:xfrm>
            <a:off x="2547593" y="5180905"/>
            <a:ext cx="1243246" cy="744057"/>
            <a:chOff x="4772358" y="2684942"/>
            <a:chExt cx="1243246" cy="744057"/>
          </a:xfrm>
        </p:grpSpPr>
        <p:grpSp>
          <p:nvGrpSpPr>
            <p:cNvPr id="202" name="그룹 201">
              <a:extLst>
                <a:ext uri="{FF2B5EF4-FFF2-40B4-BE49-F238E27FC236}">
                  <a16:creationId xmlns:a16="http://schemas.microsoft.com/office/drawing/2014/main" id="{9A13B82B-65E9-1B09-DE1C-1817402A0B81}"/>
                </a:ext>
              </a:extLst>
            </p:cNvPr>
            <p:cNvGrpSpPr/>
            <p:nvPr/>
          </p:nvGrpSpPr>
          <p:grpSpPr>
            <a:xfrm>
              <a:off x="4772358" y="2684942"/>
              <a:ext cx="1243246" cy="744057"/>
              <a:chOff x="4449401" y="1398868"/>
              <a:chExt cx="1151563" cy="744057"/>
            </a:xfrm>
          </p:grpSpPr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3B923D96-D503-CF26-D1D6-8A50B0491A72}"/>
                  </a:ext>
                </a:extLst>
              </p:cNvPr>
              <p:cNvSpPr/>
              <p:nvPr/>
            </p:nvSpPr>
            <p:spPr>
              <a:xfrm>
                <a:off x="4478497" y="1408132"/>
                <a:ext cx="1122467" cy="73479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D31B16B4-88D1-A560-291A-19CCA14E6A3D}"/>
                  </a:ext>
                </a:extLst>
              </p:cNvPr>
              <p:cNvSpPr txBox="1"/>
              <p:nvPr/>
            </p:nvSpPr>
            <p:spPr>
              <a:xfrm>
                <a:off x="4449401" y="1398868"/>
                <a:ext cx="45167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Ref W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234" name="직사각형 233">
                <a:extLst>
                  <a:ext uri="{FF2B5EF4-FFF2-40B4-BE49-F238E27FC236}">
                    <a16:creationId xmlns:a16="http://schemas.microsoft.com/office/drawing/2014/main" id="{E2350DF3-A90A-68D0-F9E5-A4B8DCE1FB9B}"/>
                  </a:ext>
                </a:extLst>
              </p:cNvPr>
              <p:cNvSpPr/>
              <p:nvPr/>
            </p:nvSpPr>
            <p:spPr>
              <a:xfrm>
                <a:off x="4526516" y="1715832"/>
                <a:ext cx="448875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25DA11B9-6214-C930-1FEB-9872F897F8C8}"/>
                  </a:ext>
                </a:extLst>
              </p:cNvPr>
              <p:cNvSpPr txBox="1"/>
              <p:nvPr/>
            </p:nvSpPr>
            <p:spPr>
              <a:xfrm>
                <a:off x="4486374" y="1556246"/>
                <a:ext cx="564517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PV    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[LPM]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ED066FE0-1603-C2F1-6C24-77E50B44B780}"/>
                  </a:ext>
                </a:extLst>
              </p:cNvPr>
              <p:cNvSpPr/>
              <p:nvPr/>
            </p:nvSpPr>
            <p:spPr>
              <a:xfrm>
                <a:off x="5070960" y="1715832"/>
                <a:ext cx="448875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9F0436EE-8B05-2485-61C4-9C7D8C1879C5}"/>
                  </a:ext>
                </a:extLst>
              </p:cNvPr>
              <p:cNvSpPr txBox="1"/>
              <p:nvPr/>
            </p:nvSpPr>
            <p:spPr>
              <a:xfrm>
                <a:off x="5035471" y="1556246"/>
                <a:ext cx="560063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 [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LPM]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67F664E1-95BD-6C26-7663-3186D420820F}"/>
                </a:ext>
              </a:extLst>
            </p:cNvPr>
            <p:cNvSpPr/>
            <p:nvPr/>
          </p:nvSpPr>
          <p:spPr>
            <a:xfrm>
              <a:off x="5441453" y="3207692"/>
              <a:ext cx="484612" cy="17773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66773043-5F41-DA63-55A8-481D8CB6A771}"/>
                </a:ext>
              </a:extLst>
            </p:cNvPr>
            <p:cNvSpPr txBox="1"/>
            <p:nvPr/>
          </p:nvSpPr>
          <p:spPr>
            <a:xfrm>
              <a:off x="5016135" y="3199733"/>
              <a:ext cx="48763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P 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[kPa]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245" name="TextBox 244">
            <a:extLst>
              <a:ext uri="{FF2B5EF4-FFF2-40B4-BE49-F238E27FC236}">
                <a16:creationId xmlns:a16="http://schemas.microsoft.com/office/drawing/2014/main" id="{9D89F157-6857-6F5B-3F48-52DE32A10890}"/>
              </a:ext>
            </a:extLst>
          </p:cNvPr>
          <p:cNvSpPr txBox="1"/>
          <p:nvPr/>
        </p:nvSpPr>
        <p:spPr>
          <a:xfrm>
            <a:off x="6466516" y="2505573"/>
            <a:ext cx="6850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ST1 Out [</a:t>
            </a:r>
            <a:r>
              <a:rPr lang="ko-KR" altLang="en-US" sz="700" b="1">
                <a:latin typeface="+mj-lt"/>
              </a:rPr>
              <a:t>℃</a:t>
            </a:r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9AE293A1-8EE0-6131-364D-B45F60F674D9}"/>
              </a:ext>
            </a:extLst>
          </p:cNvPr>
          <p:cNvSpPr/>
          <p:nvPr/>
        </p:nvSpPr>
        <p:spPr>
          <a:xfrm>
            <a:off x="6338090" y="2341134"/>
            <a:ext cx="352233" cy="17884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FE98910F-F3C6-A078-E29F-ABB2089952A1}"/>
              </a:ext>
            </a:extLst>
          </p:cNvPr>
          <p:cNvSpPr/>
          <p:nvPr/>
        </p:nvSpPr>
        <p:spPr>
          <a:xfrm>
            <a:off x="6630501" y="3241720"/>
            <a:ext cx="352233" cy="17884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A04277E6-DE59-11CC-66D6-F604A8166092}"/>
              </a:ext>
            </a:extLst>
          </p:cNvPr>
          <p:cNvGrpSpPr/>
          <p:nvPr/>
        </p:nvGrpSpPr>
        <p:grpSpPr>
          <a:xfrm>
            <a:off x="8904863" y="4548946"/>
            <a:ext cx="703823" cy="788197"/>
            <a:chOff x="5240673" y="3809287"/>
            <a:chExt cx="703823" cy="788197"/>
          </a:xfrm>
        </p:grpSpPr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8552005D-BAA6-F4B2-30A6-0EB0EF7EE410}"/>
                </a:ext>
              </a:extLst>
            </p:cNvPr>
            <p:cNvGrpSpPr/>
            <p:nvPr/>
          </p:nvGrpSpPr>
          <p:grpSpPr>
            <a:xfrm>
              <a:off x="5344761" y="3809287"/>
              <a:ext cx="521297" cy="788197"/>
              <a:chOff x="5344761" y="3809287"/>
              <a:chExt cx="521297" cy="788197"/>
            </a:xfrm>
          </p:grpSpPr>
          <p:sp>
            <p:nvSpPr>
              <p:cNvPr id="276" name="직사각형 275">
                <a:extLst>
                  <a:ext uri="{FF2B5EF4-FFF2-40B4-BE49-F238E27FC236}">
                    <a16:creationId xmlns:a16="http://schemas.microsoft.com/office/drawing/2014/main" id="{295282A3-A8EC-2EC7-DBF7-2A392E918E21}"/>
                  </a:ext>
                </a:extLst>
              </p:cNvPr>
              <p:cNvSpPr/>
              <p:nvPr/>
            </p:nvSpPr>
            <p:spPr>
              <a:xfrm>
                <a:off x="5361934" y="3826489"/>
                <a:ext cx="491655" cy="7709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25D8179E-6C55-E4B7-1572-5CB3E4943387}"/>
                  </a:ext>
                </a:extLst>
              </p:cNvPr>
              <p:cNvSpPr txBox="1"/>
              <p:nvPr/>
            </p:nvSpPr>
            <p:spPr>
              <a:xfrm>
                <a:off x="5344761" y="3809287"/>
                <a:ext cx="52129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C-Flow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287" name="직사각형 286">
                <a:extLst>
                  <a:ext uri="{FF2B5EF4-FFF2-40B4-BE49-F238E27FC236}">
                    <a16:creationId xmlns:a16="http://schemas.microsoft.com/office/drawing/2014/main" id="{FB2A3874-86BF-1A77-C642-6509B3C3F05F}"/>
                  </a:ext>
                </a:extLst>
              </p:cNvPr>
              <p:cNvSpPr/>
              <p:nvPr/>
            </p:nvSpPr>
            <p:spPr>
              <a:xfrm>
                <a:off x="5445825" y="4132469"/>
                <a:ext cx="304892" cy="12677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48F3AC3E-2C24-D0D0-A36A-32E5C551F9C2}"/>
                  </a:ext>
                </a:extLst>
              </p:cNvPr>
              <p:cNvSpPr txBox="1"/>
              <p:nvPr/>
            </p:nvSpPr>
            <p:spPr>
              <a:xfrm>
                <a:off x="5355278" y="3969707"/>
                <a:ext cx="47598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TC  [</a:t>
                </a:r>
                <a:r>
                  <a:rPr lang="ko-KR" altLang="en-US" sz="600" b="1">
                    <a:latin typeface="+mj-lt"/>
                  </a:rPr>
                  <a:t>℃</a:t>
                </a:r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9" name="직사각형 288">
                <a:extLst>
                  <a:ext uri="{FF2B5EF4-FFF2-40B4-BE49-F238E27FC236}">
                    <a16:creationId xmlns:a16="http://schemas.microsoft.com/office/drawing/2014/main" id="{4556987C-4C2B-BA72-6179-DA7375C22F7B}"/>
                  </a:ext>
                </a:extLst>
              </p:cNvPr>
              <p:cNvSpPr/>
              <p:nvPr/>
            </p:nvSpPr>
            <p:spPr>
              <a:xfrm>
                <a:off x="5450395" y="4420470"/>
                <a:ext cx="304892" cy="1339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</p:grp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E18E7482-2C32-12B3-E0B2-C96ED5B1443B}"/>
                </a:ext>
              </a:extLst>
            </p:cNvPr>
            <p:cNvSpPr txBox="1"/>
            <p:nvPr/>
          </p:nvSpPr>
          <p:spPr>
            <a:xfrm>
              <a:off x="5240673" y="4266435"/>
              <a:ext cx="703823" cy="184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  FM [LPM]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5" name="그룹 344">
            <a:extLst>
              <a:ext uri="{FF2B5EF4-FFF2-40B4-BE49-F238E27FC236}">
                <a16:creationId xmlns:a16="http://schemas.microsoft.com/office/drawing/2014/main" id="{708FB1C8-3ABF-0E80-DA3B-595A6C750985}"/>
              </a:ext>
            </a:extLst>
          </p:cNvPr>
          <p:cNvGrpSpPr/>
          <p:nvPr/>
        </p:nvGrpSpPr>
        <p:grpSpPr>
          <a:xfrm>
            <a:off x="1586334" y="2271358"/>
            <a:ext cx="550703" cy="810562"/>
            <a:chOff x="3426516" y="2663500"/>
            <a:chExt cx="550703" cy="810562"/>
          </a:xfrm>
        </p:grpSpPr>
        <p:grpSp>
          <p:nvGrpSpPr>
            <p:cNvPr id="293" name="그룹 292">
              <a:extLst>
                <a:ext uri="{FF2B5EF4-FFF2-40B4-BE49-F238E27FC236}">
                  <a16:creationId xmlns:a16="http://schemas.microsoft.com/office/drawing/2014/main" id="{96BDB2CA-DDFF-80E6-50B9-96D0F9FE29A1}"/>
                </a:ext>
              </a:extLst>
            </p:cNvPr>
            <p:cNvGrpSpPr/>
            <p:nvPr/>
          </p:nvGrpSpPr>
          <p:grpSpPr>
            <a:xfrm>
              <a:off x="3426516" y="2663500"/>
              <a:ext cx="550703" cy="810562"/>
              <a:chOff x="5317592" y="3790734"/>
              <a:chExt cx="550703" cy="810562"/>
            </a:xfrm>
          </p:grpSpPr>
          <p:grpSp>
            <p:nvGrpSpPr>
              <p:cNvPr id="296" name="그룹 295">
                <a:extLst>
                  <a:ext uri="{FF2B5EF4-FFF2-40B4-BE49-F238E27FC236}">
                    <a16:creationId xmlns:a16="http://schemas.microsoft.com/office/drawing/2014/main" id="{3207F9B2-701D-3866-526F-1C91BEA572CF}"/>
                  </a:ext>
                </a:extLst>
              </p:cNvPr>
              <p:cNvGrpSpPr/>
              <p:nvPr/>
            </p:nvGrpSpPr>
            <p:grpSpPr>
              <a:xfrm>
                <a:off x="5334419" y="3790734"/>
                <a:ext cx="526106" cy="810562"/>
                <a:chOff x="5334419" y="3790734"/>
                <a:chExt cx="526106" cy="810562"/>
              </a:xfrm>
            </p:grpSpPr>
            <p:sp>
              <p:nvSpPr>
                <p:cNvPr id="300" name="직사각형 299">
                  <a:extLst>
                    <a:ext uri="{FF2B5EF4-FFF2-40B4-BE49-F238E27FC236}">
                      <a16:creationId xmlns:a16="http://schemas.microsoft.com/office/drawing/2014/main" id="{D325C7DB-1DAF-6268-5EFB-F2BE1FB3450F}"/>
                    </a:ext>
                  </a:extLst>
                </p:cNvPr>
                <p:cNvSpPr/>
                <p:nvPr/>
              </p:nvSpPr>
              <p:spPr>
                <a:xfrm>
                  <a:off x="5350225" y="3790734"/>
                  <a:ext cx="470267" cy="810562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308" name="TextBox 307">
                  <a:extLst>
                    <a:ext uri="{FF2B5EF4-FFF2-40B4-BE49-F238E27FC236}">
                      <a16:creationId xmlns:a16="http://schemas.microsoft.com/office/drawing/2014/main" id="{BFDD4FB5-C1F0-E531-3A35-492F1ED5C04C}"/>
                    </a:ext>
                  </a:extLst>
                </p:cNvPr>
                <p:cNvSpPr txBox="1"/>
                <p:nvPr/>
              </p:nvSpPr>
              <p:spPr>
                <a:xfrm>
                  <a:off x="5334419" y="3800247"/>
                  <a:ext cx="526106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700" b="1">
                      <a:latin typeface="+mj-lt"/>
                    </a:rPr>
                    <a:t>PNG BV</a:t>
                  </a:r>
                  <a:endParaRPr lang="ko-KR" altLang="en-US" sz="700" b="1">
                    <a:latin typeface="+mj-lt"/>
                  </a:endParaRPr>
                </a:p>
              </p:txBody>
            </p:sp>
            <p:sp>
              <p:nvSpPr>
                <p:cNvPr id="343" name="직사각형 342">
                  <a:extLst>
                    <a:ext uri="{FF2B5EF4-FFF2-40B4-BE49-F238E27FC236}">
                      <a16:creationId xmlns:a16="http://schemas.microsoft.com/office/drawing/2014/main" id="{BCB6D7E8-DBCE-1E29-001D-E2AFC13506E4}"/>
                    </a:ext>
                  </a:extLst>
                </p:cNvPr>
                <p:cNvSpPr/>
                <p:nvPr/>
              </p:nvSpPr>
              <p:spPr>
                <a:xfrm>
                  <a:off x="5431657" y="4399671"/>
                  <a:ext cx="304892" cy="1339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</p:grpSp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83BC6292-09BF-22DD-3ADE-AF3ECE27762E}"/>
                  </a:ext>
                </a:extLst>
              </p:cNvPr>
              <p:cNvSpPr txBox="1"/>
              <p:nvPr/>
            </p:nvSpPr>
            <p:spPr>
              <a:xfrm>
                <a:off x="5317592" y="4247868"/>
                <a:ext cx="55070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PT [kPa]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367DDC37-634B-99CF-F6FF-DCA9972A4A24}"/>
                </a:ext>
              </a:extLst>
            </p:cNvPr>
            <p:cNvSpPr/>
            <p:nvPr/>
          </p:nvSpPr>
          <p:spPr>
            <a:xfrm>
              <a:off x="3544485" y="2863234"/>
              <a:ext cx="276225" cy="23797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</p:grpSp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7F1D4ACB-F5BE-6B55-3373-0640738DE287}"/>
              </a:ext>
            </a:extLst>
          </p:cNvPr>
          <p:cNvGrpSpPr/>
          <p:nvPr/>
        </p:nvGrpSpPr>
        <p:grpSpPr>
          <a:xfrm>
            <a:off x="1097713" y="3222021"/>
            <a:ext cx="550703" cy="810562"/>
            <a:chOff x="3426516" y="2663500"/>
            <a:chExt cx="550703" cy="810562"/>
          </a:xfrm>
        </p:grpSpPr>
        <p:grpSp>
          <p:nvGrpSpPr>
            <p:cNvPr id="357" name="그룹 356">
              <a:extLst>
                <a:ext uri="{FF2B5EF4-FFF2-40B4-BE49-F238E27FC236}">
                  <a16:creationId xmlns:a16="http://schemas.microsoft.com/office/drawing/2014/main" id="{DC893104-7A3C-C44A-E3DD-C6C4F5C8C798}"/>
                </a:ext>
              </a:extLst>
            </p:cNvPr>
            <p:cNvGrpSpPr/>
            <p:nvPr/>
          </p:nvGrpSpPr>
          <p:grpSpPr>
            <a:xfrm>
              <a:off x="3426516" y="2663500"/>
              <a:ext cx="550703" cy="810562"/>
              <a:chOff x="5317592" y="3790734"/>
              <a:chExt cx="550703" cy="810562"/>
            </a:xfrm>
          </p:grpSpPr>
          <p:grpSp>
            <p:nvGrpSpPr>
              <p:cNvPr id="371" name="그룹 370">
                <a:extLst>
                  <a:ext uri="{FF2B5EF4-FFF2-40B4-BE49-F238E27FC236}">
                    <a16:creationId xmlns:a16="http://schemas.microsoft.com/office/drawing/2014/main" id="{1FADFC25-38F6-711E-58AD-D3327FCDEF18}"/>
                  </a:ext>
                </a:extLst>
              </p:cNvPr>
              <p:cNvGrpSpPr/>
              <p:nvPr/>
            </p:nvGrpSpPr>
            <p:grpSpPr>
              <a:xfrm>
                <a:off x="5333128" y="3790734"/>
                <a:ext cx="529312" cy="810562"/>
                <a:chOff x="5333128" y="3790734"/>
                <a:chExt cx="529312" cy="810562"/>
              </a:xfrm>
            </p:grpSpPr>
            <p:sp>
              <p:nvSpPr>
                <p:cNvPr id="403" name="직사각형 402">
                  <a:extLst>
                    <a:ext uri="{FF2B5EF4-FFF2-40B4-BE49-F238E27FC236}">
                      <a16:creationId xmlns:a16="http://schemas.microsoft.com/office/drawing/2014/main" id="{0325E311-FB11-2988-EADC-AAEB483DDEF8}"/>
                    </a:ext>
                  </a:extLst>
                </p:cNvPr>
                <p:cNvSpPr/>
                <p:nvPr/>
              </p:nvSpPr>
              <p:spPr>
                <a:xfrm>
                  <a:off x="5350225" y="3790734"/>
                  <a:ext cx="470267" cy="810562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405" name="TextBox 404">
                  <a:extLst>
                    <a:ext uri="{FF2B5EF4-FFF2-40B4-BE49-F238E27FC236}">
                      <a16:creationId xmlns:a16="http://schemas.microsoft.com/office/drawing/2014/main" id="{DC251ED0-A58D-B5CF-FF75-B895218572AC}"/>
                    </a:ext>
                  </a:extLst>
                </p:cNvPr>
                <p:cNvSpPr txBox="1"/>
                <p:nvPr/>
              </p:nvSpPr>
              <p:spPr>
                <a:xfrm>
                  <a:off x="5333128" y="3797658"/>
                  <a:ext cx="529312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700" b="1">
                      <a:latin typeface="+mj-lt"/>
                    </a:rPr>
                    <a:t>BNG BV</a:t>
                  </a:r>
                  <a:endParaRPr lang="ko-KR" altLang="en-US" sz="700" b="1">
                    <a:latin typeface="+mj-lt"/>
                  </a:endParaRPr>
                </a:p>
              </p:txBody>
            </p:sp>
            <p:sp>
              <p:nvSpPr>
                <p:cNvPr id="406" name="직사각형 405">
                  <a:extLst>
                    <a:ext uri="{FF2B5EF4-FFF2-40B4-BE49-F238E27FC236}">
                      <a16:creationId xmlns:a16="http://schemas.microsoft.com/office/drawing/2014/main" id="{0E72EB26-61AD-5F33-6596-A1FCD2EE69EA}"/>
                    </a:ext>
                  </a:extLst>
                </p:cNvPr>
                <p:cNvSpPr/>
                <p:nvPr/>
              </p:nvSpPr>
              <p:spPr>
                <a:xfrm>
                  <a:off x="5431657" y="4399671"/>
                  <a:ext cx="304892" cy="1339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</p:grpSp>
          <p:sp>
            <p:nvSpPr>
              <p:cNvPr id="402" name="TextBox 401">
                <a:extLst>
                  <a:ext uri="{FF2B5EF4-FFF2-40B4-BE49-F238E27FC236}">
                    <a16:creationId xmlns:a16="http://schemas.microsoft.com/office/drawing/2014/main" id="{D80863F5-47A5-C0A3-37FF-2CADA3DD6DC6}"/>
                  </a:ext>
                </a:extLst>
              </p:cNvPr>
              <p:cNvSpPr txBox="1"/>
              <p:nvPr/>
            </p:nvSpPr>
            <p:spPr>
              <a:xfrm>
                <a:off x="5317592" y="4247868"/>
                <a:ext cx="55070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PT [kPa]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58" name="직사각형 357">
              <a:extLst>
                <a:ext uri="{FF2B5EF4-FFF2-40B4-BE49-F238E27FC236}">
                  <a16:creationId xmlns:a16="http://schemas.microsoft.com/office/drawing/2014/main" id="{CD595E8C-A6AD-679A-55AC-737B5EF9BB57}"/>
                </a:ext>
              </a:extLst>
            </p:cNvPr>
            <p:cNvSpPr/>
            <p:nvPr/>
          </p:nvSpPr>
          <p:spPr>
            <a:xfrm>
              <a:off x="3544485" y="2863234"/>
              <a:ext cx="276225" cy="237974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</p:grpSp>
      <p:grpSp>
        <p:nvGrpSpPr>
          <p:cNvPr id="420" name="그룹 419">
            <a:extLst>
              <a:ext uri="{FF2B5EF4-FFF2-40B4-BE49-F238E27FC236}">
                <a16:creationId xmlns:a16="http://schemas.microsoft.com/office/drawing/2014/main" id="{6B0C7F6B-A7FF-CE4C-02B0-F3D4E514A9EC}"/>
              </a:ext>
            </a:extLst>
          </p:cNvPr>
          <p:cNvGrpSpPr/>
          <p:nvPr/>
        </p:nvGrpSpPr>
        <p:grpSpPr>
          <a:xfrm>
            <a:off x="334050" y="3174136"/>
            <a:ext cx="617246" cy="891103"/>
            <a:chOff x="334050" y="3174136"/>
            <a:chExt cx="617246" cy="891103"/>
          </a:xfrm>
        </p:grpSpPr>
        <p:grpSp>
          <p:nvGrpSpPr>
            <p:cNvPr id="211" name="그룹 210">
              <a:extLst>
                <a:ext uri="{FF2B5EF4-FFF2-40B4-BE49-F238E27FC236}">
                  <a16:creationId xmlns:a16="http://schemas.microsoft.com/office/drawing/2014/main" id="{6C8B7894-C8B0-5A02-7343-B5DA31BA7797}"/>
                </a:ext>
              </a:extLst>
            </p:cNvPr>
            <p:cNvGrpSpPr/>
            <p:nvPr/>
          </p:nvGrpSpPr>
          <p:grpSpPr>
            <a:xfrm>
              <a:off x="334050" y="3174136"/>
              <a:ext cx="617246" cy="891103"/>
              <a:chOff x="542221" y="3224461"/>
              <a:chExt cx="617246" cy="891103"/>
            </a:xfrm>
          </p:grpSpPr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8315F145-E342-3AE5-FDB8-F2519F0BDB5C}"/>
                  </a:ext>
                </a:extLst>
              </p:cNvPr>
              <p:cNvSpPr/>
              <p:nvPr/>
            </p:nvSpPr>
            <p:spPr>
              <a:xfrm>
                <a:off x="563992" y="3224461"/>
                <a:ext cx="592140" cy="8911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0B0D8B9C-2EBD-11D8-8FFE-ADD5308344CC}"/>
                  </a:ext>
                </a:extLst>
              </p:cNvPr>
              <p:cNvSpPr txBox="1"/>
              <p:nvPr/>
            </p:nvSpPr>
            <p:spPr>
              <a:xfrm>
                <a:off x="542221" y="3231708"/>
                <a:ext cx="40588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BNG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619A1D4D-1F5A-2FBE-A937-1164A326BFF9}"/>
                  </a:ext>
                </a:extLst>
              </p:cNvPr>
              <p:cNvSpPr/>
              <p:nvPr/>
            </p:nvSpPr>
            <p:spPr>
              <a:xfrm>
                <a:off x="606752" y="3564281"/>
                <a:ext cx="484612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FDE8F5B1-0CAE-9964-FF8C-C5512E7424D0}"/>
                  </a:ext>
                </a:extLst>
              </p:cNvPr>
              <p:cNvSpPr txBox="1"/>
              <p:nvPr/>
            </p:nvSpPr>
            <p:spPr>
              <a:xfrm>
                <a:off x="577040" y="3404695"/>
                <a:ext cx="58221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PV   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[LPM]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E37D5FFD-A74E-AE41-18AE-7DDAC9E2149E}"/>
                  </a:ext>
                </a:extLst>
              </p:cNvPr>
              <p:cNvSpPr/>
              <p:nvPr/>
            </p:nvSpPr>
            <p:spPr>
              <a:xfrm>
                <a:off x="606752" y="3878659"/>
                <a:ext cx="484612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7BDBC165-0072-9F5C-C720-539429F3988F}"/>
                  </a:ext>
                </a:extLst>
              </p:cNvPr>
              <p:cNvSpPr txBox="1"/>
              <p:nvPr/>
            </p:nvSpPr>
            <p:spPr>
              <a:xfrm>
                <a:off x="582065" y="3719073"/>
                <a:ext cx="57740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[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LPM]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352" name="그림 351">
              <a:extLst>
                <a:ext uri="{FF2B5EF4-FFF2-40B4-BE49-F238E27FC236}">
                  <a16:creationId xmlns:a16="http://schemas.microsoft.com/office/drawing/2014/main" id="{B742C48B-B6BE-9374-B531-1CD95639118C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/>
            <a:srcRect l="29075" t="34902" r="65924" b="55922"/>
            <a:stretch/>
          </p:blipFill>
          <p:spPr>
            <a:xfrm>
              <a:off x="729323" y="3192925"/>
              <a:ext cx="148780" cy="157234"/>
            </a:xfrm>
            <a:prstGeom prst="rect">
              <a:avLst/>
            </a:prstGeom>
          </p:spPr>
        </p:pic>
      </p:grpSp>
      <p:grpSp>
        <p:nvGrpSpPr>
          <p:cNvPr id="418" name="그룹 417">
            <a:extLst>
              <a:ext uri="{FF2B5EF4-FFF2-40B4-BE49-F238E27FC236}">
                <a16:creationId xmlns:a16="http://schemas.microsoft.com/office/drawing/2014/main" id="{9ADD33C0-2C1C-120B-6326-BE8A8BAE6A2A}"/>
              </a:ext>
            </a:extLst>
          </p:cNvPr>
          <p:cNvGrpSpPr/>
          <p:nvPr/>
        </p:nvGrpSpPr>
        <p:grpSpPr>
          <a:xfrm>
            <a:off x="869591" y="2185942"/>
            <a:ext cx="630553" cy="891103"/>
            <a:chOff x="692771" y="2201295"/>
            <a:chExt cx="630553" cy="891103"/>
          </a:xfrm>
        </p:grpSpPr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288F2850-4A7F-0D65-2B3E-03734EF5EB1D}"/>
                </a:ext>
              </a:extLst>
            </p:cNvPr>
            <p:cNvGrpSpPr/>
            <p:nvPr/>
          </p:nvGrpSpPr>
          <p:grpSpPr>
            <a:xfrm>
              <a:off x="692771" y="2201295"/>
              <a:ext cx="630553" cy="891103"/>
              <a:chOff x="528914" y="3224461"/>
              <a:chExt cx="630553" cy="891103"/>
            </a:xfrm>
          </p:grpSpPr>
          <p:sp>
            <p:nvSpPr>
              <p:cNvPr id="213" name="직사각형 212">
                <a:extLst>
                  <a:ext uri="{FF2B5EF4-FFF2-40B4-BE49-F238E27FC236}">
                    <a16:creationId xmlns:a16="http://schemas.microsoft.com/office/drawing/2014/main" id="{7828E510-15EA-3CF3-45BA-993A79B94BEA}"/>
                  </a:ext>
                </a:extLst>
              </p:cNvPr>
              <p:cNvSpPr/>
              <p:nvPr/>
            </p:nvSpPr>
            <p:spPr>
              <a:xfrm>
                <a:off x="563992" y="3224461"/>
                <a:ext cx="592140" cy="8911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5A0C5AD1-2624-5D71-F6E5-DC882905705F}"/>
                  </a:ext>
                </a:extLst>
              </p:cNvPr>
              <p:cNvSpPr txBox="1"/>
              <p:nvPr/>
            </p:nvSpPr>
            <p:spPr>
              <a:xfrm>
                <a:off x="528914" y="3239079"/>
                <a:ext cx="40267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PNG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215" name="직사각형 214">
                <a:extLst>
                  <a:ext uri="{FF2B5EF4-FFF2-40B4-BE49-F238E27FC236}">
                    <a16:creationId xmlns:a16="http://schemas.microsoft.com/office/drawing/2014/main" id="{429034DA-B4CB-7A69-8673-71BCD421511A}"/>
                  </a:ext>
                </a:extLst>
              </p:cNvPr>
              <p:cNvSpPr/>
              <p:nvPr/>
            </p:nvSpPr>
            <p:spPr>
              <a:xfrm>
                <a:off x="606752" y="3564281"/>
                <a:ext cx="484612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F4AAD973-194F-3186-4905-6299959A9D52}"/>
                  </a:ext>
                </a:extLst>
              </p:cNvPr>
              <p:cNvSpPr txBox="1"/>
              <p:nvPr/>
            </p:nvSpPr>
            <p:spPr>
              <a:xfrm>
                <a:off x="577040" y="3404695"/>
                <a:ext cx="58221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PV   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[LPM]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7" name="직사각형 216">
                <a:extLst>
                  <a:ext uri="{FF2B5EF4-FFF2-40B4-BE49-F238E27FC236}">
                    <a16:creationId xmlns:a16="http://schemas.microsoft.com/office/drawing/2014/main" id="{68F07D00-A1AD-F071-7516-801B77DAEF2F}"/>
                  </a:ext>
                </a:extLst>
              </p:cNvPr>
              <p:cNvSpPr/>
              <p:nvPr/>
            </p:nvSpPr>
            <p:spPr>
              <a:xfrm>
                <a:off x="606752" y="3878659"/>
                <a:ext cx="484612" cy="169729"/>
              </a:xfrm>
              <a:prstGeom prst="rect">
                <a:avLst/>
              </a:prstGeom>
              <a:solidFill>
                <a:srgbClr val="FEDB43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0EE58503-0723-45D4-BE33-09E9AF3589BF}"/>
                  </a:ext>
                </a:extLst>
              </p:cNvPr>
              <p:cNvSpPr txBox="1"/>
              <p:nvPr/>
            </p:nvSpPr>
            <p:spPr>
              <a:xfrm>
                <a:off x="582065" y="3719073"/>
                <a:ext cx="57740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6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SV   [</a:t>
                </a:r>
                <a:r>
                  <a:rPr lang="en-US" altLang="ko-KR" sz="6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LPM]</a:t>
                </a:r>
                <a:endParaRPr lang="ko-KR" altLang="en-US" sz="6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353" name="그림 352">
              <a:extLst>
                <a:ext uri="{FF2B5EF4-FFF2-40B4-BE49-F238E27FC236}">
                  <a16:creationId xmlns:a16="http://schemas.microsoft.com/office/drawing/2014/main" id="{8AAF4A34-2358-38A7-7115-716550C65D24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/>
            <a:srcRect l="29075" t="34902" r="65924" b="55922"/>
            <a:stretch/>
          </p:blipFill>
          <p:spPr>
            <a:xfrm>
              <a:off x="1096619" y="2245580"/>
              <a:ext cx="148780" cy="157234"/>
            </a:xfrm>
            <a:prstGeom prst="rect">
              <a:avLst/>
            </a:prstGeom>
          </p:spPr>
        </p:pic>
      </p:grpSp>
      <p:grpSp>
        <p:nvGrpSpPr>
          <p:cNvPr id="421" name="그룹 420">
            <a:extLst>
              <a:ext uri="{FF2B5EF4-FFF2-40B4-BE49-F238E27FC236}">
                <a16:creationId xmlns:a16="http://schemas.microsoft.com/office/drawing/2014/main" id="{CD7BFAF5-91FE-720F-56DB-9D5CDB47EA88}"/>
              </a:ext>
            </a:extLst>
          </p:cNvPr>
          <p:cNvGrpSpPr/>
          <p:nvPr/>
        </p:nvGrpSpPr>
        <p:grpSpPr>
          <a:xfrm>
            <a:off x="3575298" y="3474062"/>
            <a:ext cx="475986" cy="545727"/>
            <a:chOff x="3374564" y="4549973"/>
            <a:chExt cx="475986" cy="545727"/>
          </a:xfrm>
        </p:grpSpPr>
        <p:grpSp>
          <p:nvGrpSpPr>
            <p:cNvPr id="422" name="그룹 421">
              <a:extLst>
                <a:ext uri="{FF2B5EF4-FFF2-40B4-BE49-F238E27FC236}">
                  <a16:creationId xmlns:a16="http://schemas.microsoft.com/office/drawing/2014/main" id="{13F66BFE-E549-2A48-C6CA-47031568C95B}"/>
                </a:ext>
              </a:extLst>
            </p:cNvPr>
            <p:cNvGrpSpPr/>
            <p:nvPr/>
          </p:nvGrpSpPr>
          <p:grpSpPr>
            <a:xfrm>
              <a:off x="3375604" y="4549973"/>
              <a:ext cx="451460" cy="545727"/>
              <a:chOff x="1683055" y="3530541"/>
              <a:chExt cx="451460" cy="545727"/>
            </a:xfrm>
          </p:grpSpPr>
          <p:sp>
            <p:nvSpPr>
              <p:cNvPr id="427" name="직사각형 426">
                <a:extLst>
                  <a:ext uri="{FF2B5EF4-FFF2-40B4-BE49-F238E27FC236}">
                    <a16:creationId xmlns:a16="http://schemas.microsoft.com/office/drawing/2014/main" id="{11D940E4-2AA0-A7D2-E081-963E4FFE77B3}"/>
                  </a:ext>
                </a:extLst>
              </p:cNvPr>
              <p:cNvSpPr/>
              <p:nvPr/>
            </p:nvSpPr>
            <p:spPr>
              <a:xfrm>
                <a:off x="1718093" y="3530542"/>
                <a:ext cx="416422" cy="54572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146B1D79-8B27-AFC9-538F-197FE5B26738}"/>
                  </a:ext>
                </a:extLst>
              </p:cNvPr>
              <p:cNvSpPr txBox="1"/>
              <p:nvPr/>
            </p:nvSpPr>
            <p:spPr>
              <a:xfrm>
                <a:off x="1683055" y="3530541"/>
                <a:ext cx="39946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  RG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429" name="직사각형 428">
                <a:extLst>
                  <a:ext uri="{FF2B5EF4-FFF2-40B4-BE49-F238E27FC236}">
                    <a16:creationId xmlns:a16="http://schemas.microsoft.com/office/drawing/2014/main" id="{17956303-9492-9948-1A40-0FACE9E9B7C4}"/>
                  </a:ext>
                </a:extLst>
              </p:cNvPr>
              <p:cNvSpPr/>
              <p:nvPr/>
            </p:nvSpPr>
            <p:spPr>
              <a:xfrm>
                <a:off x="1768205" y="3864583"/>
                <a:ext cx="304892" cy="1741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</p:grpSp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id="{4611E3B6-44F2-75FD-00B4-A0A270B7EE09}"/>
                </a:ext>
              </a:extLst>
            </p:cNvPr>
            <p:cNvSpPr txBox="1"/>
            <p:nvPr/>
          </p:nvSpPr>
          <p:spPr>
            <a:xfrm>
              <a:off x="3374564" y="4738545"/>
              <a:ext cx="47598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  [</a:t>
              </a:r>
              <a:r>
                <a:rPr lang="ko-KR" altLang="en-US" sz="600" b="1">
                  <a:latin typeface="+mj-lt"/>
                </a:rPr>
                <a:t>℃</a:t>
              </a:r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71EBA6D3-A61A-A1AE-2467-9B4033F84FCD}"/>
              </a:ext>
            </a:extLst>
          </p:cNvPr>
          <p:cNvSpPr/>
          <p:nvPr/>
        </p:nvSpPr>
        <p:spPr>
          <a:xfrm>
            <a:off x="3680118" y="2906729"/>
            <a:ext cx="276225" cy="23797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lt"/>
            </a:endParaRPr>
          </a:p>
        </p:txBody>
      </p:sp>
      <p:grpSp>
        <p:nvGrpSpPr>
          <p:cNvPr id="449" name="그룹 448">
            <a:extLst>
              <a:ext uri="{FF2B5EF4-FFF2-40B4-BE49-F238E27FC236}">
                <a16:creationId xmlns:a16="http://schemas.microsoft.com/office/drawing/2014/main" id="{AD62E22D-E645-5C2B-F008-39B024E7EE16}"/>
              </a:ext>
            </a:extLst>
          </p:cNvPr>
          <p:cNvGrpSpPr/>
          <p:nvPr/>
        </p:nvGrpSpPr>
        <p:grpSpPr>
          <a:xfrm>
            <a:off x="3395995" y="1759848"/>
            <a:ext cx="475986" cy="610434"/>
            <a:chOff x="3380823" y="4485265"/>
            <a:chExt cx="475986" cy="610434"/>
          </a:xfrm>
        </p:grpSpPr>
        <p:grpSp>
          <p:nvGrpSpPr>
            <p:cNvPr id="450" name="그룹 449">
              <a:extLst>
                <a:ext uri="{FF2B5EF4-FFF2-40B4-BE49-F238E27FC236}">
                  <a16:creationId xmlns:a16="http://schemas.microsoft.com/office/drawing/2014/main" id="{8A21565E-8680-FFA6-5A27-AB85135CE3D5}"/>
                </a:ext>
              </a:extLst>
            </p:cNvPr>
            <p:cNvGrpSpPr/>
            <p:nvPr/>
          </p:nvGrpSpPr>
          <p:grpSpPr>
            <a:xfrm>
              <a:off x="3410642" y="4485265"/>
              <a:ext cx="416422" cy="610434"/>
              <a:chOff x="1718093" y="3465833"/>
              <a:chExt cx="416422" cy="610434"/>
            </a:xfrm>
          </p:grpSpPr>
          <p:sp>
            <p:nvSpPr>
              <p:cNvPr id="452" name="직사각형 451">
                <a:extLst>
                  <a:ext uri="{FF2B5EF4-FFF2-40B4-BE49-F238E27FC236}">
                    <a16:creationId xmlns:a16="http://schemas.microsoft.com/office/drawing/2014/main" id="{CE2CF755-ADD2-4AA4-CEB9-E11888493B56}"/>
                  </a:ext>
                </a:extLst>
              </p:cNvPr>
              <p:cNvSpPr/>
              <p:nvPr/>
            </p:nvSpPr>
            <p:spPr>
              <a:xfrm>
                <a:off x="1718093" y="3477808"/>
                <a:ext cx="416422" cy="59845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60351E14-A1CE-C9DE-A2E7-5B5393031B0D}"/>
                  </a:ext>
                </a:extLst>
              </p:cNvPr>
              <p:cNvSpPr txBox="1"/>
              <p:nvPr/>
            </p:nvSpPr>
            <p:spPr>
              <a:xfrm>
                <a:off x="1771400" y="3465833"/>
                <a:ext cx="31290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>
                    <a:latin typeface="+mj-lt"/>
                  </a:rPr>
                  <a:t>EG</a:t>
                </a:r>
                <a:endParaRPr lang="ko-KR" altLang="en-US" sz="800" b="1">
                  <a:latin typeface="+mj-lt"/>
                </a:endParaRPr>
              </a:p>
            </p:txBody>
          </p:sp>
          <p:sp>
            <p:nvSpPr>
              <p:cNvPr id="454" name="직사각형 453">
                <a:extLst>
                  <a:ext uri="{FF2B5EF4-FFF2-40B4-BE49-F238E27FC236}">
                    <a16:creationId xmlns:a16="http://schemas.microsoft.com/office/drawing/2014/main" id="{68373D13-52E2-CAAA-3DEC-7B4F4E915881}"/>
                  </a:ext>
                </a:extLst>
              </p:cNvPr>
              <p:cNvSpPr/>
              <p:nvPr/>
            </p:nvSpPr>
            <p:spPr>
              <a:xfrm>
                <a:off x="1772135" y="3855479"/>
                <a:ext cx="304892" cy="1741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</p:grp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5026AA6B-8DC2-8426-1617-D0F8644E15BE}"/>
                </a:ext>
              </a:extLst>
            </p:cNvPr>
            <p:cNvSpPr txBox="1"/>
            <p:nvPr/>
          </p:nvSpPr>
          <p:spPr>
            <a:xfrm>
              <a:off x="3380823" y="4700942"/>
              <a:ext cx="47598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TC  [</a:t>
              </a:r>
              <a:r>
                <a:rPr lang="ko-KR" altLang="en-US" sz="600" b="1">
                  <a:latin typeface="+mj-lt"/>
                </a:rPr>
                <a:t>℃</a:t>
              </a:r>
              <a:r>
                <a:rPr lang="en-US" altLang="ko-KR" sz="6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]</a:t>
              </a:r>
              <a:endParaRPr lang="ko-KR" altLang="en-US" sz="6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62" name="직선 연결선 461">
            <a:extLst>
              <a:ext uri="{FF2B5EF4-FFF2-40B4-BE49-F238E27FC236}">
                <a16:creationId xmlns:a16="http://schemas.microsoft.com/office/drawing/2014/main" id="{3AAC074C-51FC-454C-231C-E72D161B6D0D}"/>
              </a:ext>
            </a:extLst>
          </p:cNvPr>
          <p:cNvCxnSpPr>
            <a:cxnSpLocks/>
          </p:cNvCxnSpPr>
          <p:nvPr/>
        </p:nvCxnSpPr>
        <p:spPr>
          <a:xfrm>
            <a:off x="8943199" y="4379942"/>
            <a:ext cx="36314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4" name="직선 화살표 연결선 463">
            <a:extLst>
              <a:ext uri="{FF2B5EF4-FFF2-40B4-BE49-F238E27FC236}">
                <a16:creationId xmlns:a16="http://schemas.microsoft.com/office/drawing/2014/main" id="{21406EF5-800F-504A-FEC2-0833E3A1C9CB}"/>
              </a:ext>
            </a:extLst>
          </p:cNvPr>
          <p:cNvCxnSpPr>
            <a:cxnSpLocks/>
          </p:cNvCxnSpPr>
          <p:nvPr/>
        </p:nvCxnSpPr>
        <p:spPr>
          <a:xfrm flipV="1">
            <a:off x="9295136" y="4231332"/>
            <a:ext cx="0" cy="1415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6" name="그룹 465">
            <a:extLst>
              <a:ext uri="{FF2B5EF4-FFF2-40B4-BE49-F238E27FC236}">
                <a16:creationId xmlns:a16="http://schemas.microsoft.com/office/drawing/2014/main" id="{65AB414D-98B2-530C-1556-E2A3294CA2EA}"/>
              </a:ext>
            </a:extLst>
          </p:cNvPr>
          <p:cNvGrpSpPr/>
          <p:nvPr/>
        </p:nvGrpSpPr>
        <p:grpSpPr>
          <a:xfrm>
            <a:off x="2240087" y="2369187"/>
            <a:ext cx="1238737" cy="2019297"/>
            <a:chOff x="2240087" y="2369187"/>
            <a:chExt cx="1238737" cy="2019297"/>
          </a:xfrm>
        </p:grpSpPr>
        <p:sp>
          <p:nvSpPr>
            <p:cNvPr id="95" name="사각형: 잘린 한쪽 모서리 94">
              <a:extLst>
                <a:ext uri="{FF2B5EF4-FFF2-40B4-BE49-F238E27FC236}">
                  <a16:creationId xmlns:a16="http://schemas.microsoft.com/office/drawing/2014/main" id="{3B43F222-49D6-490D-E048-750EF2B1CC06}"/>
                </a:ext>
              </a:extLst>
            </p:cNvPr>
            <p:cNvSpPr/>
            <p:nvPr/>
          </p:nvSpPr>
          <p:spPr>
            <a:xfrm>
              <a:off x="2240087" y="2369187"/>
              <a:ext cx="1238737" cy="2019297"/>
            </a:xfrm>
            <a:prstGeom prst="snip1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lt"/>
              </a:endParaRPr>
            </a:p>
          </p:txBody>
        </p:sp>
        <p:grpSp>
          <p:nvGrpSpPr>
            <p:cNvPr id="844" name="그룹 843">
              <a:extLst>
                <a:ext uri="{FF2B5EF4-FFF2-40B4-BE49-F238E27FC236}">
                  <a16:creationId xmlns:a16="http://schemas.microsoft.com/office/drawing/2014/main" id="{9431E960-7E86-D8CC-411E-17A0CD4B9E55}"/>
                </a:ext>
              </a:extLst>
            </p:cNvPr>
            <p:cNvGrpSpPr/>
            <p:nvPr/>
          </p:nvGrpSpPr>
          <p:grpSpPr>
            <a:xfrm>
              <a:off x="2265657" y="2384665"/>
              <a:ext cx="1112773" cy="1951050"/>
              <a:chOff x="2263945" y="2434829"/>
              <a:chExt cx="1112773" cy="1951050"/>
            </a:xfrm>
          </p:grpSpPr>
          <p:grpSp>
            <p:nvGrpSpPr>
              <p:cNvPr id="165" name="그룹 164">
                <a:extLst>
                  <a:ext uri="{FF2B5EF4-FFF2-40B4-BE49-F238E27FC236}">
                    <a16:creationId xmlns:a16="http://schemas.microsoft.com/office/drawing/2014/main" id="{255A3C61-42E1-87EC-5DC5-20BC087D7048}"/>
                  </a:ext>
                </a:extLst>
              </p:cNvPr>
              <p:cNvGrpSpPr/>
              <p:nvPr/>
            </p:nvGrpSpPr>
            <p:grpSpPr>
              <a:xfrm>
                <a:off x="2263945" y="2721113"/>
                <a:ext cx="1112773" cy="1664766"/>
                <a:chOff x="152714" y="2631677"/>
                <a:chExt cx="1112773" cy="1664766"/>
              </a:xfrm>
            </p:grpSpPr>
            <p:grpSp>
              <p:nvGrpSpPr>
                <p:cNvPr id="152" name="그룹 151">
                  <a:extLst>
                    <a:ext uri="{FF2B5EF4-FFF2-40B4-BE49-F238E27FC236}">
                      <a16:creationId xmlns:a16="http://schemas.microsoft.com/office/drawing/2014/main" id="{E43AAC7C-F0A1-CBD9-C1E7-2FD5AF1BA61F}"/>
                    </a:ext>
                  </a:extLst>
                </p:cNvPr>
                <p:cNvGrpSpPr/>
                <p:nvPr/>
              </p:nvGrpSpPr>
              <p:grpSpPr>
                <a:xfrm>
                  <a:off x="152714" y="2631677"/>
                  <a:ext cx="1112773" cy="1664766"/>
                  <a:chOff x="152714" y="2631677"/>
                  <a:chExt cx="1112773" cy="1664766"/>
                </a:xfrm>
              </p:grpSpPr>
              <p:sp>
                <p:nvSpPr>
                  <p:cNvPr id="126" name="직사각형 125">
                    <a:extLst>
                      <a:ext uri="{FF2B5EF4-FFF2-40B4-BE49-F238E27FC236}">
                        <a16:creationId xmlns:a16="http://schemas.microsoft.com/office/drawing/2014/main" id="{938DA9CD-4A94-35A3-D671-9C3510DEA55C}"/>
                      </a:ext>
                    </a:extLst>
                  </p:cNvPr>
                  <p:cNvSpPr/>
                  <p:nvPr/>
                </p:nvSpPr>
                <p:spPr>
                  <a:xfrm>
                    <a:off x="816612" y="2663889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+mj-lt"/>
                    </a:endParaRPr>
                  </a:p>
                </p:txBody>
              </p:sp>
              <p:sp>
                <p:nvSpPr>
                  <p:cNvPr id="127" name="TextBox 126">
                    <a:extLst>
                      <a:ext uri="{FF2B5EF4-FFF2-40B4-BE49-F238E27FC236}">
                        <a16:creationId xmlns:a16="http://schemas.microsoft.com/office/drawing/2014/main" id="{2560CF78-2740-3FCC-57F9-5A4695ACFA95}"/>
                      </a:ext>
                    </a:extLst>
                  </p:cNvPr>
                  <p:cNvSpPr txBox="1"/>
                  <p:nvPr/>
                </p:nvSpPr>
                <p:spPr>
                  <a:xfrm>
                    <a:off x="152714" y="2631677"/>
                    <a:ext cx="577402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 BN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8" name="직사각형 127">
                    <a:extLst>
                      <a:ext uri="{FF2B5EF4-FFF2-40B4-BE49-F238E27FC236}">
                        <a16:creationId xmlns:a16="http://schemas.microsoft.com/office/drawing/2014/main" id="{85C179B2-2F54-BBC9-A3E3-127EF4E7104D}"/>
                      </a:ext>
                    </a:extLst>
                  </p:cNvPr>
                  <p:cNvSpPr/>
                  <p:nvPr/>
                </p:nvSpPr>
                <p:spPr>
                  <a:xfrm>
                    <a:off x="816612" y="2938026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+mj-lt"/>
                    </a:endParaRPr>
                  </a:p>
                </p:txBody>
              </p:sp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B6E5396A-0058-3900-60E1-853C695565BE}"/>
                      </a:ext>
                    </a:extLst>
                  </p:cNvPr>
                  <p:cNvSpPr txBox="1"/>
                  <p:nvPr/>
                </p:nvSpPr>
                <p:spPr>
                  <a:xfrm>
                    <a:off x="163025" y="2915169"/>
                    <a:ext cx="614271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SR 1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0" name="직사각형 129">
                    <a:extLst>
                      <a:ext uri="{FF2B5EF4-FFF2-40B4-BE49-F238E27FC236}">
                        <a16:creationId xmlns:a16="http://schemas.microsoft.com/office/drawing/2014/main" id="{48C3602D-35C8-0D9A-DB77-7ED734574A69}"/>
                      </a:ext>
                    </a:extLst>
                  </p:cNvPr>
                  <p:cNvSpPr/>
                  <p:nvPr/>
                </p:nvSpPr>
                <p:spPr>
                  <a:xfrm>
                    <a:off x="816612" y="3224114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+mj-lt"/>
                    </a:endParaRPr>
                  </a:p>
                </p:txBody>
              </p:sp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EFDCE2BE-D037-5BE3-2397-A60E6BFF1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63025" y="3200077"/>
                    <a:ext cx="614272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SR 2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3" name="TextBox 132">
                    <a:extLst>
                      <a:ext uri="{FF2B5EF4-FFF2-40B4-BE49-F238E27FC236}">
                        <a16:creationId xmlns:a16="http://schemas.microsoft.com/office/drawing/2014/main" id="{620CB655-57FE-1840-3E85-2C3F09E39D75}"/>
                      </a:ext>
                    </a:extLst>
                  </p:cNvPr>
                  <p:cNvSpPr txBox="1"/>
                  <p:nvPr/>
                </p:nvSpPr>
                <p:spPr>
                  <a:xfrm>
                    <a:off x="163025" y="3490201"/>
                    <a:ext cx="614272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SR 3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4" name="직사각형 133">
                    <a:extLst>
                      <a:ext uri="{FF2B5EF4-FFF2-40B4-BE49-F238E27FC236}">
                        <a16:creationId xmlns:a16="http://schemas.microsoft.com/office/drawing/2014/main" id="{927ACC5E-55CD-C536-2DE7-4CF9C8607A43}"/>
                      </a:ext>
                    </a:extLst>
                  </p:cNvPr>
                  <p:cNvSpPr/>
                  <p:nvPr/>
                </p:nvSpPr>
                <p:spPr>
                  <a:xfrm>
                    <a:off x="816612" y="3818382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+mj-lt"/>
                    </a:endParaRPr>
                  </a:p>
                </p:txBody>
              </p:sp>
              <p:sp>
                <p:nvSpPr>
                  <p:cNvPr id="135" name="TextBox 134">
                    <a:extLst>
                      <a:ext uri="{FF2B5EF4-FFF2-40B4-BE49-F238E27FC236}">
                        <a16:creationId xmlns:a16="http://schemas.microsoft.com/office/drawing/2014/main" id="{2E0F0861-7562-BEF4-FAE2-C99212507529}"/>
                      </a:ext>
                    </a:extLst>
                  </p:cNvPr>
                  <p:cNvSpPr txBox="1"/>
                  <p:nvPr/>
                </p:nvSpPr>
                <p:spPr>
                  <a:xfrm>
                    <a:off x="157415" y="3785489"/>
                    <a:ext cx="625492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SH 1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6" name="직사각형 135">
                    <a:extLst>
                      <a:ext uri="{FF2B5EF4-FFF2-40B4-BE49-F238E27FC236}">
                        <a16:creationId xmlns:a16="http://schemas.microsoft.com/office/drawing/2014/main" id="{C9D513F1-640A-889B-DE56-35BE896B9C44}"/>
                      </a:ext>
                    </a:extLst>
                  </p:cNvPr>
                  <p:cNvSpPr/>
                  <p:nvPr/>
                </p:nvSpPr>
                <p:spPr>
                  <a:xfrm>
                    <a:off x="816612" y="4110519"/>
                    <a:ext cx="448875" cy="169729"/>
                  </a:xfrm>
                  <a:prstGeom prst="rect">
                    <a:avLst/>
                  </a:prstGeom>
                  <a:solidFill>
                    <a:schemeClr val="bg1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+mj-lt"/>
                    </a:endParaRPr>
                  </a:p>
                </p:txBody>
              </p:sp>
              <p:sp>
                <p:nvSpPr>
                  <p:cNvPr id="137" name="TextBox 136">
                    <a:extLst>
                      <a:ext uri="{FF2B5EF4-FFF2-40B4-BE49-F238E27FC236}">
                        <a16:creationId xmlns:a16="http://schemas.microsoft.com/office/drawing/2014/main" id="{B5441879-DBDF-7702-D088-A5ABF5A46500}"/>
                      </a:ext>
                    </a:extLst>
                  </p:cNvPr>
                  <p:cNvSpPr txBox="1"/>
                  <p:nvPr/>
                </p:nvSpPr>
                <p:spPr>
                  <a:xfrm>
                    <a:off x="157415" y="4080999"/>
                    <a:ext cx="625492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SH 2 [</a:t>
                    </a:r>
                    <a:r>
                      <a:rPr lang="ko-KR" altLang="en-US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℃</a:t>
                    </a:r>
                    <a:r>
                      <a:rPr lang="en-US" altLang="ko-KR" sz="800" b="1" dirty="0">
                        <a:latin typeface="+mj-lt"/>
                        <a:ea typeface="굴림" panose="020B0600000101010101" pitchFamily="50" charset="-127"/>
                        <a:cs typeface="Times New Roman" panose="02020603050405020304" pitchFamily="18" charset="0"/>
                      </a:rPr>
                      <a:t>]</a:t>
                    </a:r>
                    <a:endParaRPr lang="ko-KR" altLang="en-US" sz="800" b="1" dirty="0">
                      <a:latin typeface="+mj-lt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CEAA30DF-D8AE-7C63-B3A7-C3F1B6178DE2}"/>
                    </a:ext>
                  </a:extLst>
                </p:cNvPr>
                <p:cNvSpPr/>
                <p:nvPr/>
              </p:nvSpPr>
              <p:spPr>
                <a:xfrm>
                  <a:off x="816612" y="3537561"/>
                  <a:ext cx="448875" cy="16972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j-lt"/>
                  </a:endParaRPr>
                </a:p>
              </p:txBody>
            </p:sp>
          </p:grpSp>
          <p:sp>
            <p:nvSpPr>
              <p:cNvPr id="658" name="TextBox 657">
                <a:extLst>
                  <a:ext uri="{FF2B5EF4-FFF2-40B4-BE49-F238E27FC236}">
                    <a16:creationId xmlns:a16="http://schemas.microsoft.com/office/drawing/2014/main" id="{D2A1D13A-40C2-FE68-DFF6-8C18C07A94A3}"/>
                  </a:ext>
                </a:extLst>
              </p:cNvPr>
              <p:cNvSpPr txBox="1"/>
              <p:nvPr/>
            </p:nvSpPr>
            <p:spPr>
              <a:xfrm>
                <a:off x="2403443" y="2434829"/>
                <a:ext cx="8685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>
                    <a:latin typeface="+mj-lt"/>
                  </a:rPr>
                  <a:t>Reformer</a:t>
                </a:r>
                <a:endParaRPr lang="ko-KR" altLang="en-US" sz="1200" b="1">
                  <a:latin typeface="+mj-lt"/>
                </a:endParaRPr>
              </a:p>
            </p:txBody>
          </p:sp>
        </p:grpSp>
      </p:grpSp>
      <p:grpSp>
        <p:nvGrpSpPr>
          <p:cNvPr id="515" name="그룹 514">
            <a:extLst>
              <a:ext uri="{FF2B5EF4-FFF2-40B4-BE49-F238E27FC236}">
                <a16:creationId xmlns:a16="http://schemas.microsoft.com/office/drawing/2014/main" id="{517503E0-C80A-EB2C-209C-D45BF308E4BA}"/>
              </a:ext>
            </a:extLst>
          </p:cNvPr>
          <p:cNvGrpSpPr/>
          <p:nvPr/>
        </p:nvGrpSpPr>
        <p:grpSpPr>
          <a:xfrm>
            <a:off x="7157582" y="2514517"/>
            <a:ext cx="1526345" cy="622717"/>
            <a:chOff x="7169504" y="1666487"/>
            <a:chExt cx="1526345" cy="622717"/>
          </a:xfrm>
        </p:grpSpPr>
        <p:grpSp>
          <p:nvGrpSpPr>
            <p:cNvPr id="516" name="그룹 515">
              <a:extLst>
                <a:ext uri="{FF2B5EF4-FFF2-40B4-BE49-F238E27FC236}">
                  <a16:creationId xmlns:a16="http://schemas.microsoft.com/office/drawing/2014/main" id="{2DF5FB60-D3A1-BD40-3C4F-02A3C46E927D}"/>
                </a:ext>
              </a:extLst>
            </p:cNvPr>
            <p:cNvGrpSpPr/>
            <p:nvPr/>
          </p:nvGrpSpPr>
          <p:grpSpPr>
            <a:xfrm>
              <a:off x="7204415" y="1666487"/>
              <a:ext cx="1491434" cy="622717"/>
              <a:chOff x="6974238" y="1714898"/>
              <a:chExt cx="1491434" cy="971542"/>
            </a:xfrm>
          </p:grpSpPr>
          <p:sp>
            <p:nvSpPr>
              <p:cNvPr id="519" name="사각형: 둥근 모서리 518">
                <a:extLst>
                  <a:ext uri="{FF2B5EF4-FFF2-40B4-BE49-F238E27FC236}">
                    <a16:creationId xmlns:a16="http://schemas.microsoft.com/office/drawing/2014/main" id="{21DBD932-07AA-8E32-010D-970366FB7C11}"/>
                  </a:ext>
                </a:extLst>
              </p:cNvPr>
              <p:cNvSpPr/>
              <p:nvPr/>
            </p:nvSpPr>
            <p:spPr>
              <a:xfrm>
                <a:off x="6974238" y="1714898"/>
                <a:ext cx="1491434" cy="971542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lt"/>
                </a:endParaRPr>
              </a:p>
            </p:txBody>
          </p:sp>
          <p:sp>
            <p:nvSpPr>
              <p:cNvPr id="520" name="TextBox 519">
                <a:extLst>
                  <a:ext uri="{FF2B5EF4-FFF2-40B4-BE49-F238E27FC236}">
                    <a16:creationId xmlns:a16="http://schemas.microsoft.com/office/drawing/2014/main" id="{928CA7B3-EC09-57CD-0F7E-1FB101E3B0B0}"/>
                  </a:ext>
                </a:extLst>
              </p:cNvPr>
              <p:cNvSpPr txBox="1"/>
              <p:nvPr/>
            </p:nvSpPr>
            <p:spPr>
              <a:xfrm>
                <a:off x="6975064" y="1731167"/>
                <a:ext cx="714170" cy="4321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b="1">
                    <a:latin typeface="+mj-lt"/>
                  </a:rPr>
                  <a:t>Stack 2</a:t>
                </a:r>
                <a:endParaRPr lang="ko-KR" altLang="en-US" sz="1200" b="1">
                  <a:latin typeface="+mj-lt"/>
                </a:endParaRPr>
              </a:p>
            </p:txBody>
          </p:sp>
        </p:grpSp>
        <p:sp>
          <p:nvSpPr>
            <p:cNvPr id="517" name="직사각형 516">
              <a:extLst>
                <a:ext uri="{FF2B5EF4-FFF2-40B4-BE49-F238E27FC236}">
                  <a16:creationId xmlns:a16="http://schemas.microsoft.com/office/drawing/2014/main" id="{FDF64CE9-B6AB-CDE4-F32A-F731F69D3E17}"/>
                </a:ext>
              </a:extLst>
            </p:cNvPr>
            <p:cNvSpPr/>
            <p:nvPr/>
          </p:nvSpPr>
          <p:spPr>
            <a:xfrm>
              <a:off x="7998614" y="1998679"/>
              <a:ext cx="484612" cy="17773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6F7FD3C3-F7C2-007A-11F7-1B43F7F3A7D9}"/>
                </a:ext>
              </a:extLst>
            </p:cNvPr>
            <p:cNvSpPr txBox="1"/>
            <p:nvPr/>
          </p:nvSpPr>
          <p:spPr>
            <a:xfrm>
              <a:off x="7169504" y="2002261"/>
              <a:ext cx="84991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Anode2 P </a:t>
              </a:r>
              <a:r>
                <a:rPr lang="en-US" altLang="ko-KR" sz="700" b="1" dirty="0">
                  <a:latin typeface="+mj-lt"/>
                  <a:ea typeface="굴림" panose="020B0600000101010101" pitchFamily="50" charset="-127"/>
                  <a:cs typeface="Times New Roman" panose="02020603050405020304" pitchFamily="18" charset="0"/>
                </a:rPr>
                <a:t>[kPa]</a:t>
              </a:r>
              <a:endParaRPr lang="ko-KR" altLang="en-US" sz="7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sp>
        <p:nvSpPr>
          <p:cNvPr id="537" name="TextBox 536">
            <a:extLst>
              <a:ext uri="{FF2B5EF4-FFF2-40B4-BE49-F238E27FC236}">
                <a16:creationId xmlns:a16="http://schemas.microsoft.com/office/drawing/2014/main" id="{BB2BDDC7-522D-EA24-A28C-92F66ECA46D9}"/>
              </a:ext>
            </a:extLst>
          </p:cNvPr>
          <p:cNvSpPr txBox="1"/>
          <p:nvPr/>
        </p:nvSpPr>
        <p:spPr>
          <a:xfrm>
            <a:off x="6734522" y="3414576"/>
            <a:ext cx="6850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ST2 Out [</a:t>
            </a:r>
            <a:r>
              <a:rPr lang="ko-KR" altLang="en-US" sz="700" b="1">
                <a:latin typeface="+mj-lt"/>
              </a:rPr>
              <a:t>℃</a:t>
            </a:r>
            <a:r>
              <a:rPr lang="en-US" altLang="ko-KR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]</a:t>
            </a:r>
            <a:endParaRPr lang="ko-KR" altLang="en-US" sz="700" b="1" dirty="0"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42A6948-AD01-F8E4-7CD0-C4996F10E4A0}"/>
              </a:ext>
            </a:extLst>
          </p:cNvPr>
          <p:cNvGrpSpPr/>
          <p:nvPr/>
        </p:nvGrpSpPr>
        <p:grpSpPr>
          <a:xfrm>
            <a:off x="7271044" y="5303933"/>
            <a:ext cx="1126449" cy="1440387"/>
            <a:chOff x="7321371" y="5412332"/>
            <a:chExt cx="1126449" cy="1440387"/>
          </a:xfrm>
        </p:grpSpPr>
        <p:grpSp>
          <p:nvGrpSpPr>
            <p:cNvPr id="886" name="그룹 885">
              <a:extLst>
                <a:ext uri="{FF2B5EF4-FFF2-40B4-BE49-F238E27FC236}">
                  <a16:creationId xmlns:a16="http://schemas.microsoft.com/office/drawing/2014/main" id="{9A98E381-6ADB-2C42-979E-0FD0035DFD60}"/>
                </a:ext>
              </a:extLst>
            </p:cNvPr>
            <p:cNvGrpSpPr/>
            <p:nvPr/>
          </p:nvGrpSpPr>
          <p:grpSpPr>
            <a:xfrm>
              <a:off x="7321371" y="5412332"/>
              <a:ext cx="1042616" cy="1440387"/>
              <a:chOff x="7511678" y="5400878"/>
              <a:chExt cx="1042616" cy="1527551"/>
            </a:xfrm>
          </p:grpSpPr>
          <p:grpSp>
            <p:nvGrpSpPr>
              <p:cNvPr id="797" name="그룹 796">
                <a:extLst>
                  <a:ext uri="{FF2B5EF4-FFF2-40B4-BE49-F238E27FC236}">
                    <a16:creationId xmlns:a16="http://schemas.microsoft.com/office/drawing/2014/main" id="{CA925CAC-1883-B68B-75C5-0E3CE7D59DFA}"/>
                  </a:ext>
                </a:extLst>
              </p:cNvPr>
              <p:cNvGrpSpPr/>
              <p:nvPr/>
            </p:nvGrpSpPr>
            <p:grpSpPr>
              <a:xfrm>
                <a:off x="7521077" y="5400878"/>
                <a:ext cx="1033217" cy="1527551"/>
                <a:chOff x="7801186" y="5432099"/>
                <a:chExt cx="1033217" cy="1527551"/>
              </a:xfrm>
            </p:grpSpPr>
            <p:sp>
              <p:nvSpPr>
                <p:cNvPr id="795" name="사각형: 잘린 위쪽 모서리 794">
                  <a:extLst>
                    <a:ext uri="{FF2B5EF4-FFF2-40B4-BE49-F238E27FC236}">
                      <a16:creationId xmlns:a16="http://schemas.microsoft.com/office/drawing/2014/main" id="{81BCF7B9-B324-569E-4449-CD64CD83EB3B}"/>
                    </a:ext>
                  </a:extLst>
                </p:cNvPr>
                <p:cNvSpPr/>
                <p:nvPr/>
              </p:nvSpPr>
              <p:spPr>
                <a:xfrm>
                  <a:off x="7801186" y="5432099"/>
                  <a:ext cx="1033217" cy="1527551"/>
                </a:xfrm>
                <a:prstGeom prst="snip2Same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lt"/>
                  </a:endParaRPr>
                </a:p>
              </p:txBody>
            </p:sp>
            <p:sp>
              <p:nvSpPr>
                <p:cNvPr id="796" name="TextBox 795">
                  <a:extLst>
                    <a:ext uri="{FF2B5EF4-FFF2-40B4-BE49-F238E27FC236}">
                      <a16:creationId xmlns:a16="http://schemas.microsoft.com/office/drawing/2014/main" id="{48F677A1-6A30-F5AC-A2D1-BF7548CDCA47}"/>
                    </a:ext>
                  </a:extLst>
                </p:cNvPr>
                <p:cNvSpPr txBox="1"/>
                <p:nvPr/>
              </p:nvSpPr>
              <p:spPr>
                <a:xfrm>
                  <a:off x="7969805" y="5436359"/>
                  <a:ext cx="657552" cy="2937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b="1">
                      <a:latin typeface="+mj-lt"/>
                    </a:rPr>
                    <a:t>H W T</a:t>
                  </a:r>
                  <a:endParaRPr lang="ko-KR" altLang="en-US" sz="1200" b="1">
                    <a:latin typeface="+mj-lt"/>
                  </a:endParaRPr>
                </a:p>
              </p:txBody>
            </p:sp>
          </p:grpSp>
          <p:sp>
            <p:nvSpPr>
              <p:cNvPr id="881" name="TextBox 880">
                <a:extLst>
                  <a:ext uri="{FF2B5EF4-FFF2-40B4-BE49-F238E27FC236}">
                    <a16:creationId xmlns:a16="http://schemas.microsoft.com/office/drawing/2014/main" id="{752EB69C-1A35-C781-43AB-69ADE36A9FE2}"/>
                  </a:ext>
                </a:extLst>
              </p:cNvPr>
              <p:cNvSpPr txBox="1"/>
              <p:nvPr/>
            </p:nvSpPr>
            <p:spPr>
              <a:xfrm>
                <a:off x="7511678" y="5664344"/>
                <a:ext cx="654345" cy="212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High T [</a:t>
                </a:r>
                <a:r>
                  <a:rPr lang="ko-KR" altLang="en-US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</a:t>
                </a:r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3" name="TextBox 882">
                <a:extLst>
                  <a:ext uri="{FF2B5EF4-FFF2-40B4-BE49-F238E27FC236}">
                    <a16:creationId xmlns:a16="http://schemas.microsoft.com/office/drawing/2014/main" id="{93F3B631-7311-729A-3BD7-D3890BECCDA9}"/>
                  </a:ext>
                </a:extLst>
              </p:cNvPr>
              <p:cNvSpPr txBox="1"/>
              <p:nvPr/>
            </p:nvSpPr>
            <p:spPr>
              <a:xfrm>
                <a:off x="7519813" y="6455965"/>
                <a:ext cx="625491" cy="212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Low </a:t>
                </a:r>
                <a:r>
                  <a:rPr lang="en-US" altLang="ko-KR" sz="700" b="1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T [</a:t>
                </a:r>
                <a:r>
                  <a:rPr lang="en-US" altLang="ko-KR" sz="700" b="1" dirty="0">
                    <a:latin typeface="+mj-lt"/>
                    <a:ea typeface="굴림" panose="020B0600000101010101" pitchFamily="50" charset="-127"/>
                    <a:cs typeface="Times New Roman" panose="02020603050405020304" pitchFamily="18" charset="0"/>
                  </a:rPr>
                  <a:t>℃]</a:t>
                </a:r>
                <a:endParaRPr lang="ko-KR" altLang="en-US" sz="7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  <p:sp>
            <p:nvSpPr>
              <p:cNvPr id="882" name="직사각형 881">
                <a:extLst>
                  <a:ext uri="{FF2B5EF4-FFF2-40B4-BE49-F238E27FC236}">
                    <a16:creationId xmlns:a16="http://schemas.microsoft.com/office/drawing/2014/main" id="{26E65AEA-9B68-EEB6-97E7-03480F1281FE}"/>
                  </a:ext>
                </a:extLst>
              </p:cNvPr>
              <p:cNvSpPr/>
              <p:nvPr/>
            </p:nvSpPr>
            <p:spPr>
              <a:xfrm>
                <a:off x="7586765" y="6627000"/>
                <a:ext cx="448875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880" name="직사각형 879">
                <a:extLst>
                  <a:ext uri="{FF2B5EF4-FFF2-40B4-BE49-F238E27FC236}">
                    <a16:creationId xmlns:a16="http://schemas.microsoft.com/office/drawing/2014/main" id="{E21D348C-4C6B-AF6B-67B0-61EA23F1656B}"/>
                  </a:ext>
                </a:extLst>
              </p:cNvPr>
              <p:cNvSpPr/>
              <p:nvPr/>
            </p:nvSpPr>
            <p:spPr>
              <a:xfrm>
                <a:off x="7587426" y="5862656"/>
                <a:ext cx="448875" cy="16972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00">
                  <a:solidFill>
                    <a:schemeClr val="tx1"/>
                  </a:solidFill>
                  <a:latin typeface="+mj-lt"/>
                </a:endParaRPr>
              </a:p>
            </p:txBody>
          </p:sp>
        </p:grpSp>
        <p:pic>
          <p:nvPicPr>
            <p:cNvPr id="236" name="그림 235">
              <a:extLst>
                <a:ext uri="{FF2B5EF4-FFF2-40B4-BE49-F238E27FC236}">
                  <a16:creationId xmlns:a16="http://schemas.microsoft.com/office/drawing/2014/main" id="{7B51359E-F5D5-67DF-6C6F-745C6A301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backgroundMark x1="93930" y1="41137" x2="93930" y2="41137"/>
                          <a14:backgroundMark x1="78914" y1="19398" x2="88498" y2="54181"/>
                          <a14:backgroundMark x1="25879" y1="12375" x2="7029" y2="30100"/>
                          <a14:backgroundMark x1="7029" y1="30100" x2="7668" y2="58528"/>
                          <a14:backgroundMark x1="7668" y1="58528" x2="13738" y2="78595"/>
                          <a14:backgroundMark x1="13738" y1="78595" x2="32907" y2="97659"/>
                          <a14:backgroundMark x1="32907" y1="97659" x2="49521" y2="98328"/>
                          <a14:backgroundMark x1="49521" y1="98328" x2="76038" y2="94314"/>
                          <a14:backgroundMark x1="76038" y1="94314" x2="84665" y2="75585"/>
                          <a14:backgroundMark x1="84665" y1="75585" x2="83387" y2="41137"/>
                          <a14:backgroundMark x1="83387" y1="41137" x2="74760" y2="14716"/>
                          <a14:backgroundMark x1="74760" y1="14716" x2="52077" y2="4013"/>
                          <a14:backgroundMark x1="52077" y1="4013" x2="25879" y2="12375"/>
                          <a14:backgroundMark x1="25879" y1="12375" x2="21406" y2="1605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491412" y="5881783"/>
              <a:ext cx="956408" cy="722546"/>
            </a:xfrm>
            <a:prstGeom prst="rect">
              <a:avLst/>
            </a:prstGeom>
          </p:spPr>
        </p:pic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30389839-C69E-5715-53B8-80C425AB7386}"/>
              </a:ext>
            </a:extLst>
          </p:cNvPr>
          <p:cNvGrpSpPr/>
          <p:nvPr/>
        </p:nvGrpSpPr>
        <p:grpSpPr>
          <a:xfrm>
            <a:off x="4390512" y="6180380"/>
            <a:ext cx="2192457" cy="538225"/>
            <a:chOff x="4289858" y="6106584"/>
            <a:chExt cx="2192457" cy="538225"/>
          </a:xfrm>
        </p:grpSpPr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F439A96E-5599-00DB-5C39-D5AE52754042}"/>
                </a:ext>
              </a:extLst>
            </p:cNvPr>
            <p:cNvGrpSpPr/>
            <p:nvPr/>
          </p:nvGrpSpPr>
          <p:grpSpPr>
            <a:xfrm>
              <a:off x="4289858" y="6106584"/>
              <a:ext cx="860782" cy="536706"/>
              <a:chOff x="3141383" y="6124245"/>
              <a:chExt cx="860782" cy="536706"/>
            </a:xfrm>
          </p:grpSpPr>
          <p:grpSp>
            <p:nvGrpSpPr>
              <p:cNvPr id="240" name="그룹 239">
                <a:extLst>
                  <a:ext uri="{FF2B5EF4-FFF2-40B4-BE49-F238E27FC236}">
                    <a16:creationId xmlns:a16="http://schemas.microsoft.com/office/drawing/2014/main" id="{7B198DE9-DA8B-60E3-F05D-C4FC1BB895E3}"/>
                  </a:ext>
                </a:extLst>
              </p:cNvPr>
              <p:cNvGrpSpPr/>
              <p:nvPr/>
            </p:nvGrpSpPr>
            <p:grpSpPr>
              <a:xfrm>
                <a:off x="3238170" y="6294018"/>
                <a:ext cx="763995" cy="366933"/>
                <a:chOff x="3230068" y="6163839"/>
                <a:chExt cx="763995" cy="366933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248EFA0F-82FB-B6F9-7F16-C2C9B4D1AACA}"/>
                    </a:ext>
                  </a:extLst>
                </p:cNvPr>
                <p:cNvSpPr txBox="1"/>
                <p:nvPr/>
              </p:nvSpPr>
              <p:spPr>
                <a:xfrm>
                  <a:off x="3230068" y="6163839"/>
                  <a:ext cx="763995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ko-KR"/>
                  </a:defPPr>
                  <a:lvl1pPr algn="ctr">
                    <a:defRPr sz="800" b="1"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</a:lstStyle>
                <a:p>
                  <a:r>
                    <a:rPr lang="en-US" altLang="ko-KR">
                      <a:latin typeface="+mj-lt"/>
                      <a:ea typeface="굴림" panose="020B0600000101010101" pitchFamily="50" charset="-127"/>
                    </a:rPr>
                    <a:t>IN T [</a:t>
                  </a:r>
                  <a:r>
                    <a:rPr lang="ko-KR" altLang="en-US">
                      <a:latin typeface="+mj-lt"/>
                      <a:ea typeface="굴림" panose="020B0600000101010101" pitchFamily="50" charset="-127"/>
                    </a:rPr>
                    <a:t>℃</a:t>
                  </a:r>
                  <a:r>
                    <a:rPr lang="en-US" altLang="ko-KR">
                      <a:latin typeface="+mj-lt"/>
                      <a:ea typeface="굴림" panose="020B0600000101010101" pitchFamily="50" charset="-127"/>
                    </a:rPr>
                    <a:t>]</a:t>
                  </a:r>
                  <a:endParaRPr lang="ko-KR" altLang="en-US" dirty="0">
                    <a:latin typeface="+mj-lt"/>
                  </a:endParaRPr>
                </a:p>
              </p:txBody>
            </p:sp>
            <p:sp>
              <p:nvSpPr>
                <p:cNvPr id="188" name="직사각형 187">
                  <a:extLst>
                    <a:ext uri="{FF2B5EF4-FFF2-40B4-BE49-F238E27FC236}">
                      <a16:creationId xmlns:a16="http://schemas.microsoft.com/office/drawing/2014/main" id="{6072C4C0-4996-5BB2-F13D-6BC98DD006B5}"/>
                    </a:ext>
                  </a:extLst>
                </p:cNvPr>
                <p:cNvSpPr/>
                <p:nvPr/>
              </p:nvSpPr>
              <p:spPr>
                <a:xfrm>
                  <a:off x="3389519" y="6361043"/>
                  <a:ext cx="448875" cy="16972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700">
                    <a:solidFill>
                      <a:schemeClr val="tx1"/>
                    </a:solidFill>
                    <a:latin typeface="+mj-lt"/>
                  </a:endParaRPr>
                </a:p>
              </p:txBody>
            </p:sp>
          </p:grp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9E656C-61B5-674D-32B1-C8507E810A5F}"/>
                  </a:ext>
                </a:extLst>
              </p:cNvPr>
              <p:cNvSpPr txBox="1"/>
              <p:nvPr/>
            </p:nvSpPr>
            <p:spPr>
              <a:xfrm>
                <a:off x="3141383" y="6124245"/>
                <a:ext cx="48763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200" b="1">
                    <a:latin typeface="+mj-lt"/>
                    <a:cs typeface="Times New Roman" panose="02020603050405020304" pitchFamily="18" charset="0"/>
                  </a:rPr>
                  <a:t>EHR</a:t>
                </a:r>
                <a:endParaRPr lang="ko-KR" altLang="en-US" sz="1200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77D64CC2-7E58-FF6C-F65F-3B501B5FF2A2}"/>
                </a:ext>
              </a:extLst>
            </p:cNvPr>
            <p:cNvSpPr txBox="1"/>
            <p:nvPr/>
          </p:nvSpPr>
          <p:spPr>
            <a:xfrm>
              <a:off x="5036667" y="6277876"/>
              <a:ext cx="76399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ko-KR">
                  <a:latin typeface="+mj-lt"/>
                  <a:ea typeface="굴림" panose="020B0600000101010101" pitchFamily="50" charset="-127"/>
                </a:rPr>
                <a:t>OUT T [</a:t>
              </a:r>
              <a:r>
                <a:rPr lang="ko-KR" altLang="en-US">
                  <a:latin typeface="+mj-lt"/>
                  <a:ea typeface="굴림" panose="020B0600000101010101" pitchFamily="50" charset="-127"/>
                </a:rPr>
                <a:t>℃</a:t>
              </a:r>
              <a:r>
                <a:rPr lang="en-US" altLang="ko-KR">
                  <a:latin typeface="+mj-lt"/>
                  <a:ea typeface="굴림" panose="020B0600000101010101" pitchFamily="50" charset="-127"/>
                </a:rPr>
                <a:t>]</a:t>
              </a:r>
              <a:endParaRPr lang="ko-KR" altLang="en-US" dirty="0">
                <a:latin typeface="+mj-lt"/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6D69E45A-43F0-37A3-2B56-49A198418CC0}"/>
                </a:ext>
              </a:extLst>
            </p:cNvPr>
            <p:cNvSpPr/>
            <p:nvPr/>
          </p:nvSpPr>
          <p:spPr>
            <a:xfrm>
              <a:off x="5177921" y="6475080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60C0D73-CC26-B876-1958-587FE1A5D8B8}"/>
                </a:ext>
              </a:extLst>
            </p:cNvPr>
            <p:cNvSpPr txBox="1"/>
            <p:nvPr/>
          </p:nvSpPr>
          <p:spPr>
            <a:xfrm>
              <a:off x="5718320" y="6281321"/>
              <a:ext cx="76399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 b="1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ko-KR">
                  <a:latin typeface="+mj-lt"/>
                  <a:ea typeface="굴림" panose="020B0600000101010101" pitchFamily="50" charset="-127"/>
                </a:rPr>
                <a:t>Flow [LPM]</a:t>
              </a:r>
              <a:endParaRPr lang="ko-KR" altLang="en-US" dirty="0">
                <a:latin typeface="+mj-lt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201DBE02-7647-7658-2CDE-B73C4966095A}"/>
                </a:ext>
              </a:extLst>
            </p:cNvPr>
            <p:cNvSpPr/>
            <p:nvPr/>
          </p:nvSpPr>
          <p:spPr>
            <a:xfrm>
              <a:off x="5883444" y="6472195"/>
              <a:ext cx="448875" cy="1697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>
                <a:solidFill>
                  <a:schemeClr val="tx1"/>
                </a:solidFill>
                <a:latin typeface="+mj-lt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8CC3558-96AF-BDE9-A986-B181875D1089}"/>
              </a:ext>
            </a:extLst>
          </p:cNvPr>
          <p:cNvSpPr txBox="1"/>
          <p:nvPr/>
        </p:nvSpPr>
        <p:spPr>
          <a:xfrm>
            <a:off x="877992" y="2501560"/>
            <a:ext cx="6469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i="0" u="none" strike="noStrike">
                <a:solidFill>
                  <a:srgbClr val="000000"/>
                </a:solidFill>
                <a:effectLst/>
                <a:highlight>
                  <a:srgbClr val="00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RS 232 2</a:t>
            </a:r>
            <a:r>
              <a:rPr lang="en-US" altLang="ko-KR" sz="800" b="1">
                <a:effectLst/>
                <a:highlight>
                  <a:srgbClr val="00FFFF"/>
                </a:highlight>
              </a:rPr>
              <a:t> 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30D2F6-CE8E-04BB-8999-30FF839041ED}"/>
              </a:ext>
            </a:extLst>
          </p:cNvPr>
          <p:cNvSpPr txBox="1"/>
          <p:nvPr/>
        </p:nvSpPr>
        <p:spPr>
          <a:xfrm>
            <a:off x="333872" y="3491564"/>
            <a:ext cx="6469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i="0" u="none" strike="noStrike">
                <a:solidFill>
                  <a:srgbClr val="000000"/>
                </a:solidFill>
                <a:effectLst/>
                <a:highlight>
                  <a:srgbClr val="00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RS 232 3</a:t>
            </a:r>
            <a:r>
              <a:rPr lang="en-US" altLang="ko-KR" sz="800" b="1">
                <a:effectLst/>
                <a:highlight>
                  <a:srgbClr val="00FFFF"/>
                </a:highlight>
              </a:rPr>
              <a:t> 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74A506-7593-7490-32A4-3C2D86BD0BD4}"/>
              </a:ext>
            </a:extLst>
          </p:cNvPr>
          <p:cNvSpPr txBox="1"/>
          <p:nvPr/>
        </p:nvSpPr>
        <p:spPr>
          <a:xfrm>
            <a:off x="2585811" y="5477909"/>
            <a:ext cx="6469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i="0" u="none" strike="noStrike">
                <a:solidFill>
                  <a:srgbClr val="000000"/>
                </a:solidFill>
                <a:effectLst/>
                <a:highlight>
                  <a:srgbClr val="00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RS 232 5</a:t>
            </a:r>
            <a:r>
              <a:rPr lang="en-US" altLang="ko-KR" sz="800" b="1">
                <a:effectLst/>
                <a:highlight>
                  <a:srgbClr val="00FFFF"/>
                </a:highlight>
              </a:rPr>
              <a:t> 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BDDC16-EB08-0716-9CFE-0EBD3A9CF6FB}"/>
              </a:ext>
            </a:extLst>
          </p:cNvPr>
          <p:cNvSpPr txBox="1"/>
          <p:nvPr/>
        </p:nvSpPr>
        <p:spPr>
          <a:xfrm>
            <a:off x="7158691" y="1252215"/>
            <a:ext cx="6469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i="0" u="none" strike="noStrike">
                <a:solidFill>
                  <a:srgbClr val="000000"/>
                </a:solidFill>
                <a:effectLst/>
                <a:highlight>
                  <a:srgbClr val="00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RS 485 8</a:t>
            </a:r>
            <a:r>
              <a:rPr lang="en-US" altLang="ko-KR" sz="800" b="1">
                <a:effectLst/>
                <a:highlight>
                  <a:srgbClr val="00FFFF"/>
                </a:highlight>
              </a:rPr>
              <a:t> 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F94C08-A6E2-C710-98D5-957DE698848C}"/>
              </a:ext>
            </a:extLst>
          </p:cNvPr>
          <p:cNvSpPr txBox="1"/>
          <p:nvPr/>
        </p:nvSpPr>
        <p:spPr>
          <a:xfrm>
            <a:off x="2865780" y="2615038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A 0 TC180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95CF335-2FAF-4549-07A6-6A741F7CBC22}"/>
              </a:ext>
            </a:extLst>
          </p:cNvPr>
          <p:cNvSpPr txBox="1"/>
          <p:nvPr/>
        </p:nvSpPr>
        <p:spPr>
          <a:xfrm>
            <a:off x="2882686" y="2893915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A 1 TC181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8C3514A-34EA-FC7C-3583-B6A78AB8B4FE}"/>
              </a:ext>
            </a:extLst>
          </p:cNvPr>
          <p:cNvSpPr txBox="1"/>
          <p:nvPr/>
        </p:nvSpPr>
        <p:spPr>
          <a:xfrm>
            <a:off x="2882275" y="3178908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A 2 TC182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7DA78ED-CD5F-4F6E-2D5B-19ADE5A2399E}"/>
              </a:ext>
            </a:extLst>
          </p:cNvPr>
          <p:cNvSpPr txBox="1"/>
          <p:nvPr/>
        </p:nvSpPr>
        <p:spPr>
          <a:xfrm>
            <a:off x="2882275" y="3490084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A 3 TC183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F6E174C-947E-46EF-669E-EDA9DD073C01}"/>
              </a:ext>
            </a:extLst>
          </p:cNvPr>
          <p:cNvSpPr txBox="1"/>
          <p:nvPr/>
        </p:nvSpPr>
        <p:spPr>
          <a:xfrm>
            <a:off x="2882275" y="3767496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A 4 TC184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1CAE216-2F8E-56B4-1B9D-6B8C44A1238B}"/>
              </a:ext>
            </a:extLst>
          </p:cNvPr>
          <p:cNvSpPr txBox="1"/>
          <p:nvPr/>
        </p:nvSpPr>
        <p:spPr>
          <a:xfrm>
            <a:off x="2882275" y="4060788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A 5 TC185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2A683CB-6DE8-765A-8DA1-03EA57E450DA}"/>
              </a:ext>
            </a:extLst>
          </p:cNvPr>
          <p:cNvSpPr txBox="1"/>
          <p:nvPr/>
        </p:nvSpPr>
        <p:spPr>
          <a:xfrm>
            <a:off x="3549852" y="3784451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A 6 TC186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89680BB-D432-B5C3-1C30-107714404C81}"/>
              </a:ext>
            </a:extLst>
          </p:cNvPr>
          <p:cNvSpPr txBox="1"/>
          <p:nvPr/>
        </p:nvSpPr>
        <p:spPr>
          <a:xfrm>
            <a:off x="3355947" y="2071717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A 7 TC187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B3F4652-C6B0-5258-DA65-38448167EF44}"/>
              </a:ext>
            </a:extLst>
          </p:cNvPr>
          <p:cNvSpPr txBox="1"/>
          <p:nvPr/>
        </p:nvSpPr>
        <p:spPr>
          <a:xfrm>
            <a:off x="4462034" y="3631386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A 8 TC188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C5B5AAE-11EE-6B41-9FC5-69788FC1A78B}"/>
              </a:ext>
            </a:extLst>
          </p:cNvPr>
          <p:cNvSpPr txBox="1"/>
          <p:nvPr/>
        </p:nvSpPr>
        <p:spPr>
          <a:xfrm>
            <a:off x="4467244" y="3921643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A 9 TC189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CFCB63B-0B31-511D-7328-BCC5C3E92216}"/>
              </a:ext>
            </a:extLst>
          </p:cNvPr>
          <p:cNvSpPr txBox="1"/>
          <p:nvPr/>
        </p:nvSpPr>
        <p:spPr>
          <a:xfrm>
            <a:off x="4468330" y="4199867"/>
            <a:ext cx="7182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A 10 TC190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67FD2D-73B7-6293-0944-1F5401F024D2}"/>
              </a:ext>
            </a:extLst>
          </p:cNvPr>
          <p:cNvSpPr txBox="1"/>
          <p:nvPr/>
        </p:nvSpPr>
        <p:spPr>
          <a:xfrm>
            <a:off x="1455200" y="1733103"/>
            <a:ext cx="11466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0 / TC105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CA99471-DD75-CD5E-3B5E-9DD674A3C1AE}"/>
              </a:ext>
            </a:extLst>
          </p:cNvPr>
          <p:cNvSpPr txBox="1"/>
          <p:nvPr/>
        </p:nvSpPr>
        <p:spPr>
          <a:xfrm>
            <a:off x="1632907" y="3559035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1 TC125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E3BF6D4-B3AD-03A2-8104-5B4B0542C9AF}"/>
              </a:ext>
            </a:extLst>
          </p:cNvPr>
          <p:cNvSpPr txBox="1"/>
          <p:nvPr/>
        </p:nvSpPr>
        <p:spPr>
          <a:xfrm>
            <a:off x="4930526" y="4068335"/>
            <a:ext cx="107011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2 / TC146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66DF4AB-8B2A-92BF-09BB-24457D9CFFC1}"/>
              </a:ext>
            </a:extLst>
          </p:cNvPr>
          <p:cNvSpPr txBox="1"/>
          <p:nvPr/>
        </p:nvSpPr>
        <p:spPr>
          <a:xfrm>
            <a:off x="5870948" y="4271606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3 TC151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E79C152-1930-94C4-956E-4A547A44CF14}"/>
              </a:ext>
            </a:extLst>
          </p:cNvPr>
          <p:cNvSpPr txBox="1"/>
          <p:nvPr/>
        </p:nvSpPr>
        <p:spPr>
          <a:xfrm>
            <a:off x="3381627" y="4780493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4 TC167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DBA4D02-C870-642E-9E03-3C18BEECD4A1}"/>
              </a:ext>
            </a:extLst>
          </p:cNvPr>
          <p:cNvSpPr txBox="1"/>
          <p:nvPr/>
        </p:nvSpPr>
        <p:spPr>
          <a:xfrm>
            <a:off x="8921607" y="3706697"/>
            <a:ext cx="9668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5 / TC174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E9E5082-2EF1-7906-8694-0592D8960B07}"/>
              </a:ext>
            </a:extLst>
          </p:cNvPr>
          <p:cNvSpPr txBox="1"/>
          <p:nvPr/>
        </p:nvSpPr>
        <p:spPr>
          <a:xfrm>
            <a:off x="6297712" y="1303966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6 TC214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857FB83-3FCE-12B6-5AD9-152EAC69123F}"/>
              </a:ext>
            </a:extLst>
          </p:cNvPr>
          <p:cNvSpPr txBox="1"/>
          <p:nvPr/>
        </p:nvSpPr>
        <p:spPr>
          <a:xfrm>
            <a:off x="8423661" y="3710532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7 TC215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7926AD8-C499-AB88-284F-0EEBCBEB964E}"/>
              </a:ext>
            </a:extLst>
          </p:cNvPr>
          <p:cNvSpPr txBox="1"/>
          <p:nvPr/>
        </p:nvSpPr>
        <p:spPr>
          <a:xfrm>
            <a:off x="4798057" y="5138495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8 TC303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E3C9961-B0EC-6410-222D-DC499A99A06A}"/>
              </a:ext>
            </a:extLst>
          </p:cNvPr>
          <p:cNvSpPr txBox="1"/>
          <p:nvPr/>
        </p:nvSpPr>
        <p:spPr>
          <a:xfrm>
            <a:off x="6159237" y="2292540"/>
            <a:ext cx="5074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9 TC316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B85BE2D-18B1-5870-C0F9-33E57FD76CE5}"/>
              </a:ext>
            </a:extLst>
          </p:cNvPr>
          <p:cNvSpPr txBox="1"/>
          <p:nvPr/>
        </p:nvSpPr>
        <p:spPr>
          <a:xfrm>
            <a:off x="6550630" y="3165914"/>
            <a:ext cx="8571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10 TC318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4E4E8DF-8072-B315-BFC4-38E46735FA7D}"/>
              </a:ext>
            </a:extLst>
          </p:cNvPr>
          <p:cNvSpPr txBox="1"/>
          <p:nvPr/>
        </p:nvSpPr>
        <p:spPr>
          <a:xfrm>
            <a:off x="5781632" y="5146358"/>
            <a:ext cx="98504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11 / TC326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E44FA13-9381-222D-E2AE-2C1D71FA541D}"/>
              </a:ext>
            </a:extLst>
          </p:cNvPr>
          <p:cNvSpPr txBox="1"/>
          <p:nvPr/>
        </p:nvSpPr>
        <p:spPr>
          <a:xfrm>
            <a:off x="5680950" y="5467486"/>
            <a:ext cx="11055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12 / TC328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290C9CC-C7CC-C647-3A60-EB95EB356B85}"/>
              </a:ext>
            </a:extLst>
          </p:cNvPr>
          <p:cNvSpPr txBox="1"/>
          <p:nvPr/>
        </p:nvSpPr>
        <p:spPr>
          <a:xfrm>
            <a:off x="8387196" y="4619498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13 TC348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C8B0175-F8AD-7EF8-912C-E93E00A83F49}"/>
              </a:ext>
            </a:extLst>
          </p:cNvPr>
          <p:cNvSpPr txBox="1"/>
          <p:nvPr/>
        </p:nvSpPr>
        <p:spPr>
          <a:xfrm>
            <a:off x="7262875" y="5695203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14 TC402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64830E3-A94F-62D9-D578-AE86E5F45676}"/>
              </a:ext>
            </a:extLst>
          </p:cNvPr>
          <p:cNvSpPr txBox="1"/>
          <p:nvPr/>
        </p:nvSpPr>
        <p:spPr>
          <a:xfrm>
            <a:off x="7295027" y="6444221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15 TC403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75724009-055D-2DD1-138C-7C9D0AAB236E}"/>
              </a:ext>
            </a:extLst>
          </p:cNvPr>
          <p:cNvSpPr txBox="1"/>
          <p:nvPr/>
        </p:nvSpPr>
        <p:spPr>
          <a:xfrm>
            <a:off x="8797502" y="4851859"/>
            <a:ext cx="10445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16 / TC413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12A4EA0-CD3A-1752-2B19-52B9DE090BDF}"/>
              </a:ext>
            </a:extLst>
          </p:cNvPr>
          <p:cNvSpPr txBox="1"/>
          <p:nvPr/>
        </p:nvSpPr>
        <p:spPr>
          <a:xfrm>
            <a:off x="4592330" y="6496786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17 TC425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00EE595-8388-3210-54AE-AC54973A4337}"/>
              </a:ext>
            </a:extLst>
          </p:cNvPr>
          <p:cNvSpPr txBox="1"/>
          <p:nvPr/>
        </p:nvSpPr>
        <p:spPr>
          <a:xfrm>
            <a:off x="5212461" y="6508679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18 TC426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19893A2-0966-4DB4-474D-23E4B6343306}"/>
              </a:ext>
            </a:extLst>
          </p:cNvPr>
          <p:cNvSpPr txBox="1"/>
          <p:nvPr/>
        </p:nvSpPr>
        <p:spPr>
          <a:xfrm>
            <a:off x="5265556" y="330291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TC B 19 TC507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C8E7B67-F850-C604-F619-F1142A29B214}"/>
              </a:ext>
            </a:extLst>
          </p:cNvPr>
          <p:cNvSpPr txBox="1"/>
          <p:nvPr/>
        </p:nvSpPr>
        <p:spPr>
          <a:xfrm>
            <a:off x="1487777" y="1398835"/>
            <a:ext cx="1272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AI 0 / PT104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40BFA30-E677-267D-DF20-AFF710F19717}"/>
              </a:ext>
            </a:extLst>
          </p:cNvPr>
          <p:cNvSpPr txBox="1"/>
          <p:nvPr/>
        </p:nvSpPr>
        <p:spPr>
          <a:xfrm>
            <a:off x="72551" y="2381896"/>
            <a:ext cx="1272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AI 1 / PT110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EBB1E706-ABB2-C672-593A-6F6E7B35B8CA}"/>
              </a:ext>
            </a:extLst>
          </p:cNvPr>
          <p:cNvSpPr txBox="1"/>
          <p:nvPr/>
        </p:nvSpPr>
        <p:spPr>
          <a:xfrm>
            <a:off x="979803" y="3806469"/>
            <a:ext cx="1272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AI 2 / PT124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B603B580-D99D-7856-C85F-140057190BB2}"/>
              </a:ext>
            </a:extLst>
          </p:cNvPr>
          <p:cNvSpPr txBox="1"/>
          <p:nvPr/>
        </p:nvSpPr>
        <p:spPr>
          <a:xfrm>
            <a:off x="1502525" y="2857591"/>
            <a:ext cx="1272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AI 3 / PT134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C5AADF1A-5533-4EFD-0AE4-0889BD5D7A71}"/>
              </a:ext>
            </a:extLst>
          </p:cNvPr>
          <p:cNvSpPr txBox="1"/>
          <p:nvPr/>
        </p:nvSpPr>
        <p:spPr>
          <a:xfrm>
            <a:off x="4972965" y="4370592"/>
            <a:ext cx="1272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AI 4 / PT145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76FB3E0-49C2-4196-1AC6-D6FA73111C04}"/>
              </a:ext>
            </a:extLst>
          </p:cNvPr>
          <p:cNvSpPr txBox="1"/>
          <p:nvPr/>
        </p:nvSpPr>
        <p:spPr>
          <a:xfrm>
            <a:off x="7981844" y="1915877"/>
            <a:ext cx="4905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AI 5 PT153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9A380EDC-5496-1AD6-BD9F-E214F19F7187}"/>
              </a:ext>
            </a:extLst>
          </p:cNvPr>
          <p:cNvSpPr txBox="1"/>
          <p:nvPr/>
        </p:nvSpPr>
        <p:spPr>
          <a:xfrm>
            <a:off x="7997578" y="2762808"/>
            <a:ext cx="4905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AI 6 PT154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05EE720-E58F-FD80-B40E-A53A8D41A2FA}"/>
              </a:ext>
            </a:extLst>
          </p:cNvPr>
          <p:cNvSpPr txBox="1"/>
          <p:nvPr/>
        </p:nvSpPr>
        <p:spPr>
          <a:xfrm>
            <a:off x="8950994" y="3996270"/>
            <a:ext cx="1272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AI 7 / PT175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4F5BCCDC-C61D-987C-B49D-E8DD9A7F8557}"/>
              </a:ext>
            </a:extLst>
          </p:cNvPr>
          <p:cNvSpPr txBox="1"/>
          <p:nvPr/>
        </p:nvSpPr>
        <p:spPr>
          <a:xfrm>
            <a:off x="4861826" y="1276218"/>
            <a:ext cx="549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AI 8 FM211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423E5469-53E3-5B3E-D548-373601AD41DC}"/>
              </a:ext>
            </a:extLst>
          </p:cNvPr>
          <p:cNvSpPr txBox="1"/>
          <p:nvPr/>
        </p:nvSpPr>
        <p:spPr>
          <a:xfrm>
            <a:off x="2745639" y="1209310"/>
            <a:ext cx="549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AI 9 FM231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4B61F7C1-C974-4E7A-A61B-B89030B21377}"/>
              </a:ext>
            </a:extLst>
          </p:cNvPr>
          <p:cNvSpPr txBox="1"/>
          <p:nvPr/>
        </p:nvSpPr>
        <p:spPr>
          <a:xfrm>
            <a:off x="334499" y="4597215"/>
            <a:ext cx="549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AI 10 FM241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040621-54C4-2F43-6F68-155DACDCB031}"/>
              </a:ext>
            </a:extLst>
          </p:cNvPr>
          <p:cNvSpPr txBox="1"/>
          <p:nvPr/>
        </p:nvSpPr>
        <p:spPr>
          <a:xfrm>
            <a:off x="4081705" y="5665330"/>
            <a:ext cx="549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AI 11 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CS302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3DA4AC36-532D-20F5-18BA-485097214B70}"/>
              </a:ext>
            </a:extLst>
          </p:cNvPr>
          <p:cNvSpPr txBox="1"/>
          <p:nvPr/>
        </p:nvSpPr>
        <p:spPr>
          <a:xfrm>
            <a:off x="5412134" y="2262167"/>
            <a:ext cx="1272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AI 12 / PT315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40B5BFEF-D968-39CF-2AB9-D4CC4912EA24}"/>
              </a:ext>
            </a:extLst>
          </p:cNvPr>
          <p:cNvSpPr txBox="1"/>
          <p:nvPr/>
        </p:nvSpPr>
        <p:spPr>
          <a:xfrm>
            <a:off x="5405455" y="3125785"/>
            <a:ext cx="1272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AI 13 / PT325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23FBD973-6092-B97A-7C84-F2775E658505}"/>
              </a:ext>
            </a:extLst>
          </p:cNvPr>
          <p:cNvSpPr txBox="1"/>
          <p:nvPr/>
        </p:nvSpPr>
        <p:spPr>
          <a:xfrm>
            <a:off x="3196862" y="5680475"/>
            <a:ext cx="549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AI 14 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PT335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FC14B961-ED6B-2D28-E366-9461DAF001CD}"/>
              </a:ext>
            </a:extLst>
          </p:cNvPr>
          <p:cNvSpPr txBox="1"/>
          <p:nvPr/>
        </p:nvSpPr>
        <p:spPr>
          <a:xfrm>
            <a:off x="7862215" y="4609609"/>
            <a:ext cx="549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AI 15 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CS347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341D8D15-8082-68E8-D0F7-956456D194B7}"/>
              </a:ext>
            </a:extLst>
          </p:cNvPr>
          <p:cNvSpPr txBox="1"/>
          <p:nvPr/>
        </p:nvSpPr>
        <p:spPr>
          <a:xfrm>
            <a:off x="5464178" y="1293979"/>
            <a:ext cx="549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AO 0 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AB212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2F62F869-EBF6-6AA6-7225-39FBFA7DA0FD}"/>
              </a:ext>
            </a:extLst>
          </p:cNvPr>
          <p:cNvSpPr txBox="1"/>
          <p:nvPr/>
        </p:nvSpPr>
        <p:spPr>
          <a:xfrm>
            <a:off x="5422596" y="2056016"/>
            <a:ext cx="1272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AO 1 / P312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AECC05DB-4DC2-E441-BC10-81A4C399A7C1}"/>
              </a:ext>
            </a:extLst>
          </p:cNvPr>
          <p:cNvSpPr txBox="1"/>
          <p:nvPr/>
        </p:nvSpPr>
        <p:spPr>
          <a:xfrm>
            <a:off x="5394001" y="2908404"/>
            <a:ext cx="1272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AO 2 / P322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CAB461C8-CE28-38BF-BF6C-19CBE49CB94D}"/>
              </a:ext>
            </a:extLst>
          </p:cNvPr>
          <p:cNvSpPr txBox="1"/>
          <p:nvPr/>
        </p:nvSpPr>
        <p:spPr>
          <a:xfrm>
            <a:off x="9371943" y="5526587"/>
            <a:ext cx="1272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AO 15 / P422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C61F9BA6-79B8-3E71-7005-071E06AA0AD3}"/>
              </a:ext>
            </a:extLst>
          </p:cNvPr>
          <p:cNvSpPr txBox="1"/>
          <p:nvPr/>
        </p:nvSpPr>
        <p:spPr>
          <a:xfrm>
            <a:off x="9371943" y="5878442"/>
            <a:ext cx="1272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AO 5 / P442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BF9CD8EF-65F3-8323-D106-E74D8F20C432}"/>
              </a:ext>
            </a:extLst>
          </p:cNvPr>
          <p:cNvSpPr txBox="1"/>
          <p:nvPr/>
        </p:nvSpPr>
        <p:spPr>
          <a:xfrm>
            <a:off x="9371943" y="6224816"/>
            <a:ext cx="1272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AO 4 / P432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88DDEBA5-9C30-04F9-E444-9F65D53D300E}"/>
              </a:ext>
            </a:extLst>
          </p:cNvPr>
          <p:cNvSpPr txBox="1"/>
          <p:nvPr/>
        </p:nvSpPr>
        <p:spPr>
          <a:xfrm>
            <a:off x="10207161" y="3010096"/>
            <a:ext cx="6701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AO 7 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INV-ADJ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EC6D7BE8-487C-1BF6-576D-44FF9EB109AE}"/>
              </a:ext>
            </a:extLst>
          </p:cNvPr>
          <p:cNvSpPr txBox="1"/>
          <p:nvPr/>
        </p:nvSpPr>
        <p:spPr>
          <a:xfrm>
            <a:off x="926909" y="4594162"/>
            <a:ext cx="549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AO 8 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AB242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C87D0FDB-B4A7-97A9-F17F-0A79A2E7EE38}"/>
              </a:ext>
            </a:extLst>
          </p:cNvPr>
          <p:cNvSpPr txBox="1"/>
          <p:nvPr/>
        </p:nvSpPr>
        <p:spPr>
          <a:xfrm>
            <a:off x="3343791" y="1216939"/>
            <a:ext cx="549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AO 9 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AB232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E497510A-6A95-542D-6F70-060EAC61D8EE}"/>
              </a:ext>
            </a:extLst>
          </p:cNvPr>
          <p:cNvSpPr txBox="1"/>
          <p:nvPr/>
        </p:nvSpPr>
        <p:spPr>
          <a:xfrm>
            <a:off x="144315" y="2692879"/>
            <a:ext cx="8810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AO 11 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P108 / P109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A55A7336-E3F1-5772-F2A2-EE3D3F9D439A}"/>
              </a:ext>
            </a:extLst>
          </p:cNvPr>
          <p:cNvSpPr txBox="1"/>
          <p:nvPr/>
        </p:nvSpPr>
        <p:spPr>
          <a:xfrm>
            <a:off x="3110033" y="5478870"/>
            <a:ext cx="1272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AO 14 / P332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4A110946-4611-FF21-3522-68F140C41098}"/>
              </a:ext>
            </a:extLst>
          </p:cNvPr>
          <p:cNvSpPr txBox="1"/>
          <p:nvPr/>
        </p:nvSpPr>
        <p:spPr>
          <a:xfrm>
            <a:off x="2750189" y="2034896"/>
            <a:ext cx="549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DI 0 FD508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3A37AC8B-22BD-418E-7FFE-E5029A8157B1}"/>
              </a:ext>
            </a:extLst>
          </p:cNvPr>
          <p:cNvSpPr txBox="1"/>
          <p:nvPr/>
        </p:nvSpPr>
        <p:spPr>
          <a:xfrm>
            <a:off x="5822057" y="470175"/>
            <a:ext cx="6905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DI 1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FAN 503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5710D38F-664C-0537-12BA-1A78F0833C58}"/>
              </a:ext>
            </a:extLst>
          </p:cNvPr>
          <p:cNvSpPr txBox="1"/>
          <p:nvPr/>
        </p:nvSpPr>
        <p:spPr>
          <a:xfrm>
            <a:off x="10174270" y="1271836"/>
            <a:ext cx="549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DI 6 GD505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55A8CAE1-9B42-42E6-D852-160A64B6D4E3}"/>
              </a:ext>
            </a:extLst>
          </p:cNvPr>
          <p:cNvSpPr txBox="1"/>
          <p:nvPr/>
        </p:nvSpPr>
        <p:spPr>
          <a:xfrm>
            <a:off x="10742927" y="1267229"/>
            <a:ext cx="549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DI 5 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GD504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13B18D54-956D-F505-2C40-83F50BEB6B5C}"/>
              </a:ext>
            </a:extLst>
          </p:cNvPr>
          <p:cNvSpPr txBox="1"/>
          <p:nvPr/>
        </p:nvSpPr>
        <p:spPr>
          <a:xfrm>
            <a:off x="5957959" y="6507852"/>
            <a:ext cx="10445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DIC 2 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FM444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E82B0A96-FC62-6C6F-B5AA-197904CBA3D0}"/>
              </a:ext>
            </a:extLst>
          </p:cNvPr>
          <p:cNvSpPr txBox="1"/>
          <p:nvPr/>
        </p:nvSpPr>
        <p:spPr>
          <a:xfrm>
            <a:off x="4629563" y="2068629"/>
            <a:ext cx="10445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DIC 3 / FM314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27F9AEB3-32B0-D052-FF5A-BD291FAD63A5}"/>
              </a:ext>
            </a:extLst>
          </p:cNvPr>
          <p:cNvSpPr txBox="1"/>
          <p:nvPr/>
        </p:nvSpPr>
        <p:spPr>
          <a:xfrm>
            <a:off x="4607707" y="2919757"/>
            <a:ext cx="10445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DIC 4 / FM324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3F94EB32-8D1C-5A08-80CE-66FC78423AE6}"/>
              </a:ext>
            </a:extLst>
          </p:cNvPr>
          <p:cNvSpPr txBox="1"/>
          <p:nvPr/>
        </p:nvSpPr>
        <p:spPr>
          <a:xfrm>
            <a:off x="8843906" y="5144968"/>
            <a:ext cx="10445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DIC 5 / FM408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CFA25898-C632-65E5-AC03-3D219CBA2403}"/>
              </a:ext>
            </a:extLst>
          </p:cNvPr>
          <p:cNvSpPr txBox="1"/>
          <p:nvPr/>
        </p:nvSpPr>
        <p:spPr>
          <a:xfrm>
            <a:off x="8970378" y="397468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24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MC_SW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55DA7F49-361E-FCA3-0A10-2D9CB47A6E8D}"/>
              </a:ext>
            </a:extLst>
          </p:cNvPr>
          <p:cNvSpPr txBox="1"/>
          <p:nvPr/>
        </p:nvSpPr>
        <p:spPr>
          <a:xfrm>
            <a:off x="2179815" y="2018645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25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IGN192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B3539A10-02EF-E2FB-933C-67E989AF8897}"/>
              </a:ext>
            </a:extLst>
          </p:cNvPr>
          <p:cNvSpPr txBox="1"/>
          <p:nvPr/>
        </p:nvSpPr>
        <p:spPr>
          <a:xfrm>
            <a:off x="1522103" y="6102423"/>
            <a:ext cx="10942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26 / HT198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9DEFFEA5-73CB-CA1F-403B-C8662FDB3D7B}"/>
              </a:ext>
            </a:extLst>
          </p:cNvPr>
          <p:cNvSpPr txBox="1"/>
          <p:nvPr/>
        </p:nvSpPr>
        <p:spPr>
          <a:xfrm>
            <a:off x="1522103" y="6468307"/>
            <a:ext cx="10942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27 / HT199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699F9F27-86FF-6D60-07CD-19D2B9220076}"/>
              </a:ext>
            </a:extLst>
          </p:cNvPr>
          <p:cNvSpPr txBox="1"/>
          <p:nvPr/>
        </p:nvSpPr>
        <p:spPr>
          <a:xfrm>
            <a:off x="468730" y="1261790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0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SV102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D815611A-736C-2359-9500-19FEB1444F01}"/>
              </a:ext>
            </a:extLst>
          </p:cNvPr>
          <p:cNvSpPr txBox="1"/>
          <p:nvPr/>
        </p:nvSpPr>
        <p:spPr>
          <a:xfrm>
            <a:off x="935011" y="1274545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1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SV103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3BEAF04D-E181-F9D8-1C3A-6D731193BD21}"/>
              </a:ext>
            </a:extLst>
          </p:cNvPr>
          <p:cNvSpPr txBox="1"/>
          <p:nvPr/>
        </p:nvSpPr>
        <p:spPr>
          <a:xfrm>
            <a:off x="5928214" y="3391395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2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SV152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87BD8F67-54DF-9EEF-6CD9-4D1369C4CCA6}"/>
              </a:ext>
            </a:extLst>
          </p:cNvPr>
          <p:cNvSpPr txBox="1"/>
          <p:nvPr/>
        </p:nvSpPr>
        <p:spPr>
          <a:xfrm>
            <a:off x="1530824" y="5407959"/>
            <a:ext cx="10942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3 / HT193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A38DEF5B-BE63-1C1F-0B4D-34B5C0BA7BEB}"/>
              </a:ext>
            </a:extLst>
          </p:cNvPr>
          <p:cNvSpPr txBox="1"/>
          <p:nvPr/>
        </p:nvSpPr>
        <p:spPr>
          <a:xfrm>
            <a:off x="5936935" y="2696931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2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SV152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941181CF-12A1-ABDA-5567-3616BFA02042}"/>
              </a:ext>
            </a:extLst>
          </p:cNvPr>
          <p:cNvSpPr txBox="1"/>
          <p:nvPr/>
        </p:nvSpPr>
        <p:spPr>
          <a:xfrm>
            <a:off x="1530713" y="5748105"/>
            <a:ext cx="109421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4 / HT194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02C2BFE8-7100-34C6-85A0-BDCBFA8E3ED2}"/>
              </a:ext>
            </a:extLst>
          </p:cNvPr>
          <p:cNvSpPr txBox="1"/>
          <p:nvPr/>
        </p:nvSpPr>
        <p:spPr>
          <a:xfrm>
            <a:off x="5936824" y="3037077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2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SV152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172585B6-E04A-9D8A-1508-083764E9FEC2}"/>
              </a:ext>
            </a:extLst>
          </p:cNvPr>
          <p:cNvSpPr txBox="1"/>
          <p:nvPr/>
        </p:nvSpPr>
        <p:spPr>
          <a:xfrm>
            <a:off x="3110033" y="6088419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5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SV304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7BB03174-BE7B-3642-D89E-B14E0393D79C}"/>
              </a:ext>
            </a:extLst>
          </p:cNvPr>
          <p:cNvSpPr txBox="1"/>
          <p:nvPr/>
        </p:nvSpPr>
        <p:spPr>
          <a:xfrm>
            <a:off x="4715535" y="5649049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7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P346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5443AAC4-6EC8-9437-63AB-B322C14DC76D}"/>
              </a:ext>
            </a:extLst>
          </p:cNvPr>
          <p:cNvSpPr txBox="1"/>
          <p:nvPr/>
        </p:nvSpPr>
        <p:spPr>
          <a:xfrm>
            <a:off x="10677424" y="1797636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8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INV-RUN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FA5AA873-D1DB-A39D-69A6-18B29C6E2419}"/>
              </a:ext>
            </a:extLst>
          </p:cNvPr>
          <p:cNvSpPr txBox="1"/>
          <p:nvPr/>
        </p:nvSpPr>
        <p:spPr>
          <a:xfrm>
            <a:off x="3616574" y="2891632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9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P412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E7A2C250-00C1-1389-6751-D55DBA60B968}"/>
              </a:ext>
            </a:extLst>
          </p:cNvPr>
          <p:cNvSpPr txBox="1"/>
          <p:nvPr/>
        </p:nvSpPr>
        <p:spPr>
          <a:xfrm>
            <a:off x="6867279" y="4965937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10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P343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B3DE123D-F50A-B3B2-E859-BFD3183EC62A}"/>
              </a:ext>
            </a:extLst>
          </p:cNvPr>
          <p:cNvSpPr txBox="1"/>
          <p:nvPr/>
        </p:nvSpPr>
        <p:spPr>
          <a:xfrm>
            <a:off x="8967469" y="1224100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14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SV501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34C3A81D-858C-2C8B-E2E6-819DF5901687}"/>
              </a:ext>
            </a:extLst>
          </p:cNvPr>
          <p:cNvSpPr txBox="1"/>
          <p:nvPr/>
        </p:nvSpPr>
        <p:spPr>
          <a:xfrm>
            <a:off x="9478607" y="1233776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15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SV502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BEACCA08-58B4-D2AA-0941-846E54D4A987}"/>
              </a:ext>
            </a:extLst>
          </p:cNvPr>
          <p:cNvSpPr txBox="1"/>
          <p:nvPr/>
        </p:nvSpPr>
        <p:spPr>
          <a:xfrm>
            <a:off x="1656006" y="2462217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17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BV133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9095BD9C-61F8-5CB0-C626-A2C45198EA47}"/>
              </a:ext>
            </a:extLst>
          </p:cNvPr>
          <p:cNvSpPr txBox="1"/>
          <p:nvPr/>
        </p:nvSpPr>
        <p:spPr>
          <a:xfrm>
            <a:off x="1157285" y="3421182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16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BV123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80B45E54-3078-D8E1-8EF2-305AD6910BA9}"/>
              </a:ext>
            </a:extLst>
          </p:cNvPr>
          <p:cNvSpPr txBox="1"/>
          <p:nvPr/>
        </p:nvSpPr>
        <p:spPr>
          <a:xfrm>
            <a:off x="6799755" y="4030871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18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BV155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52FC9D44-74C9-E615-5214-8B60177A8552}"/>
              </a:ext>
            </a:extLst>
          </p:cNvPr>
          <p:cNvSpPr txBox="1"/>
          <p:nvPr/>
        </p:nvSpPr>
        <p:spPr>
          <a:xfrm>
            <a:off x="7147247" y="3622519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19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BV161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BA11AD11-1560-5EAB-7D88-515B0D94D384}"/>
              </a:ext>
            </a:extLst>
          </p:cNvPr>
          <p:cNvSpPr txBox="1"/>
          <p:nvPr/>
        </p:nvSpPr>
        <p:spPr>
          <a:xfrm>
            <a:off x="3946562" y="4453429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20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BV166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A1E53373-C383-7EEF-4D09-FE7C8899F13F}"/>
              </a:ext>
            </a:extLst>
          </p:cNvPr>
          <p:cNvSpPr txBox="1"/>
          <p:nvPr/>
        </p:nvSpPr>
        <p:spPr>
          <a:xfrm>
            <a:off x="7369925" y="4367186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21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BV169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A5B7589E-8E9B-8940-2DF6-2044F7E018F6}"/>
              </a:ext>
            </a:extLst>
          </p:cNvPr>
          <p:cNvSpPr txBox="1"/>
          <p:nvPr/>
        </p:nvSpPr>
        <p:spPr>
          <a:xfrm>
            <a:off x="8518143" y="6407789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 22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BV407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E1B1F1B6-A905-0753-65FE-53BDFE16F287}"/>
              </a:ext>
            </a:extLst>
          </p:cNvPr>
          <p:cNvSpPr txBox="1"/>
          <p:nvPr/>
        </p:nvSpPr>
        <p:spPr>
          <a:xfrm>
            <a:off x="6632279" y="5964913"/>
            <a:ext cx="6469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highlight>
                  <a:srgbClr val="00FFFF"/>
                </a:highlight>
              </a:rPr>
              <a:t>DO23</a:t>
            </a:r>
          </a:p>
          <a:p>
            <a:r>
              <a:rPr lang="en-US" altLang="ko-KR" sz="800" b="1">
                <a:highlight>
                  <a:srgbClr val="00FFFF"/>
                </a:highlight>
              </a:rPr>
              <a:t>BV410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E82B86E-1086-4A5E-AF53-0C2587600832}"/>
              </a:ext>
            </a:extLst>
          </p:cNvPr>
          <p:cNvSpPr txBox="1"/>
          <p:nvPr/>
        </p:nvSpPr>
        <p:spPr>
          <a:xfrm>
            <a:off x="878611" y="2832875"/>
            <a:ext cx="6469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i="0" u="none" strike="noStrike">
                <a:solidFill>
                  <a:srgbClr val="000000"/>
                </a:solidFill>
                <a:effectLst/>
                <a:highlight>
                  <a:srgbClr val="00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RS 232 2</a:t>
            </a:r>
            <a:r>
              <a:rPr lang="en-US" altLang="ko-KR" sz="800" b="1">
                <a:effectLst/>
                <a:highlight>
                  <a:srgbClr val="00FFFF"/>
                </a:highlight>
              </a:rPr>
              <a:t> 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73B64534-7E29-E424-3136-ABAA1C93F6D1}"/>
              </a:ext>
            </a:extLst>
          </p:cNvPr>
          <p:cNvSpPr txBox="1"/>
          <p:nvPr/>
        </p:nvSpPr>
        <p:spPr>
          <a:xfrm>
            <a:off x="352749" y="3812881"/>
            <a:ext cx="6469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i="0" u="none" strike="noStrike">
                <a:solidFill>
                  <a:srgbClr val="000000"/>
                </a:solidFill>
                <a:effectLst/>
                <a:highlight>
                  <a:srgbClr val="00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RS 232 3</a:t>
            </a:r>
            <a:r>
              <a:rPr lang="en-US" altLang="ko-KR" sz="800" b="1">
                <a:effectLst/>
                <a:highlight>
                  <a:srgbClr val="00FFFF"/>
                </a:highlight>
              </a:rPr>
              <a:t> </a:t>
            </a:r>
            <a:endParaRPr lang="ko-KR" altLang="en-US" sz="800" b="1">
              <a:highlight>
                <a:srgbClr val="00FFFF"/>
              </a:highlight>
            </a:endParaRP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37B58D82-E79F-E482-A9C9-64306AE854F9}"/>
              </a:ext>
            </a:extLst>
          </p:cNvPr>
          <p:cNvSpPr txBox="1"/>
          <p:nvPr/>
        </p:nvSpPr>
        <p:spPr>
          <a:xfrm>
            <a:off x="7738021" y="1242751"/>
            <a:ext cx="6469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i="0" u="none" strike="noStrike">
                <a:solidFill>
                  <a:srgbClr val="000000"/>
                </a:solidFill>
                <a:effectLst/>
                <a:highlight>
                  <a:srgbClr val="00FFFF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RS 485 8</a:t>
            </a:r>
            <a:r>
              <a:rPr lang="en-US" altLang="ko-KR" sz="800" b="1">
                <a:effectLst/>
                <a:highlight>
                  <a:srgbClr val="00FFFF"/>
                </a:highlight>
              </a:rPr>
              <a:t> </a:t>
            </a:r>
            <a:endParaRPr lang="ko-KR" altLang="en-US" sz="800" b="1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03547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148AF83C-5EA7-738E-38BF-51794FC9D301}"/>
              </a:ext>
            </a:extLst>
          </p:cNvPr>
          <p:cNvSpPr/>
          <p:nvPr/>
        </p:nvSpPr>
        <p:spPr>
          <a:xfrm>
            <a:off x="2252452" y="1190542"/>
            <a:ext cx="4817534" cy="3305258"/>
          </a:xfrm>
          <a:prstGeom prst="rect">
            <a:avLst/>
          </a:prstGeom>
          <a:solidFill>
            <a:srgbClr val="DFDE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DAB208-28F9-749E-4AE6-F0BBEB2D9A39}"/>
              </a:ext>
            </a:extLst>
          </p:cNvPr>
          <p:cNvSpPr/>
          <p:nvPr/>
        </p:nvSpPr>
        <p:spPr>
          <a:xfrm>
            <a:off x="2791207" y="3362150"/>
            <a:ext cx="448874" cy="16972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23846A-E927-D485-2D40-4200F9AAFA84}"/>
              </a:ext>
            </a:extLst>
          </p:cNvPr>
          <p:cNvSpPr txBox="1"/>
          <p:nvPr/>
        </p:nvSpPr>
        <p:spPr>
          <a:xfrm>
            <a:off x="2512920" y="3133406"/>
            <a:ext cx="10143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발전량 </a:t>
            </a:r>
            <a:r>
              <a:rPr lang="en-US" altLang="ko-KR" sz="6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[kW]</a:t>
            </a:r>
            <a:endParaRPr lang="ko-KR" altLang="en-US" sz="6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8E171BB-6B2F-D6E3-C890-54ADCC71680B}"/>
              </a:ext>
            </a:extLst>
          </p:cNvPr>
          <p:cNvSpPr/>
          <p:nvPr/>
        </p:nvSpPr>
        <p:spPr>
          <a:xfrm>
            <a:off x="2769500" y="4058380"/>
            <a:ext cx="448874" cy="16972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211D42-0D25-D658-BD31-9F0E872E924B}"/>
              </a:ext>
            </a:extLst>
          </p:cNvPr>
          <p:cNvSpPr txBox="1"/>
          <p:nvPr/>
        </p:nvSpPr>
        <p:spPr>
          <a:xfrm>
            <a:off x="2649544" y="3841316"/>
            <a:ext cx="6623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발열량</a:t>
            </a:r>
            <a:r>
              <a:rPr lang="en-US" altLang="ko-KR" sz="6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[kW]</a:t>
            </a:r>
            <a:endParaRPr lang="ko-KR" altLang="en-US" sz="6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6C9E72-88DB-E990-0E87-D38B383521E3}"/>
              </a:ext>
            </a:extLst>
          </p:cNvPr>
          <p:cNvSpPr txBox="1"/>
          <p:nvPr/>
        </p:nvSpPr>
        <p:spPr>
          <a:xfrm>
            <a:off x="4821337" y="3930386"/>
            <a:ext cx="752569" cy="29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b="1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누적 운전 시간</a:t>
            </a:r>
            <a:endParaRPr lang="en-US" altLang="ko-KR" sz="700" b="1" dirty="0">
              <a:latin typeface="Times New Roman" panose="02020603050405020304" pitchFamily="18" charset="0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600" b="1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 </a:t>
            </a:r>
            <a:endParaRPr lang="ko-KR" alt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A16D44-770E-312B-CCC2-5B41E2136645}"/>
              </a:ext>
            </a:extLst>
          </p:cNvPr>
          <p:cNvSpPr/>
          <p:nvPr/>
        </p:nvSpPr>
        <p:spPr>
          <a:xfrm>
            <a:off x="3853301" y="3362150"/>
            <a:ext cx="448874" cy="16972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54A994-7F96-FC7B-34D7-84060B05EB6C}"/>
              </a:ext>
            </a:extLst>
          </p:cNvPr>
          <p:cNvSpPr txBox="1"/>
          <p:nvPr/>
        </p:nvSpPr>
        <p:spPr>
          <a:xfrm>
            <a:off x="3656247" y="3161652"/>
            <a:ext cx="9108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누적 발전량 </a:t>
            </a:r>
            <a:r>
              <a:rPr lang="en-US" altLang="ko-KR" sz="6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[</a:t>
            </a:r>
            <a:r>
              <a:rPr lang="en-US" altLang="ko-KR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kWh]</a:t>
            </a:r>
            <a:endParaRPr lang="ko-KR" altLang="en-US" sz="6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FBAAEED-E2A6-F058-6BB3-EFCAEFED1AC5}"/>
              </a:ext>
            </a:extLst>
          </p:cNvPr>
          <p:cNvSpPr/>
          <p:nvPr/>
        </p:nvSpPr>
        <p:spPr>
          <a:xfrm>
            <a:off x="3838541" y="4083085"/>
            <a:ext cx="448874" cy="16972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45056E-92DB-8714-155F-B562AA3CA829}"/>
              </a:ext>
            </a:extLst>
          </p:cNvPr>
          <p:cNvSpPr txBox="1"/>
          <p:nvPr/>
        </p:nvSpPr>
        <p:spPr>
          <a:xfrm>
            <a:off x="3593138" y="3856394"/>
            <a:ext cx="93807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누적 발열량 </a:t>
            </a:r>
            <a:r>
              <a:rPr lang="en-US" altLang="ko-KR" sz="600" b="1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600" b="1" dirty="0">
                <a:latin typeface="+mj-lt"/>
                <a:ea typeface="굴림" panose="020B0600000101010101" pitchFamily="50" charset="-127"/>
                <a:cs typeface="Times New Roman" panose="02020603050405020304" pitchFamily="18" charset="0"/>
              </a:rPr>
              <a:t>[kWh]</a:t>
            </a:r>
            <a:endParaRPr lang="ko-KR" altLang="en-US" sz="6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42C7B6-C278-BC2C-78BF-B8E9B5936660}"/>
              </a:ext>
            </a:extLst>
          </p:cNvPr>
          <p:cNvSpPr txBox="1"/>
          <p:nvPr/>
        </p:nvSpPr>
        <p:spPr>
          <a:xfrm>
            <a:off x="3884298" y="1364305"/>
            <a:ext cx="736664" cy="235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rgbClr val="FF0000"/>
                </a:solidFill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Emergency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EA8B70-9509-B77B-B639-4895393AF8AA}"/>
              </a:ext>
            </a:extLst>
          </p:cNvPr>
          <p:cNvSpPr/>
          <p:nvPr/>
        </p:nvSpPr>
        <p:spPr>
          <a:xfrm>
            <a:off x="2676737" y="2008137"/>
            <a:ext cx="642898" cy="256598"/>
          </a:xfrm>
          <a:prstGeom prst="rect">
            <a:avLst/>
          </a:prstGeom>
          <a:solidFill>
            <a:schemeClr val="tx2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 b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ko-KR" altLang="en-US" sz="11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758086D-1027-5BB5-A124-C7F8C2EEC844}"/>
              </a:ext>
            </a:extLst>
          </p:cNvPr>
          <p:cNvSpPr/>
          <p:nvPr/>
        </p:nvSpPr>
        <p:spPr>
          <a:xfrm>
            <a:off x="2676737" y="2541941"/>
            <a:ext cx="642898" cy="256598"/>
          </a:xfrm>
          <a:prstGeom prst="rect">
            <a:avLst/>
          </a:prstGeom>
          <a:solidFill>
            <a:schemeClr val="tx2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endParaRPr lang="ko-KR" altLang="en-US" sz="11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54ED9BE-E7C4-78C5-BDE1-883C6BF79383}"/>
              </a:ext>
            </a:extLst>
          </p:cNvPr>
          <p:cNvSpPr/>
          <p:nvPr/>
        </p:nvSpPr>
        <p:spPr>
          <a:xfrm>
            <a:off x="3753191" y="2013947"/>
            <a:ext cx="642898" cy="256598"/>
          </a:xfrm>
          <a:prstGeom prst="rect">
            <a:avLst/>
          </a:prstGeom>
          <a:solidFill>
            <a:schemeClr val="tx2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100 %</a:t>
            </a:r>
            <a:endParaRPr lang="ko-KR" altLang="en-US" sz="11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C784EFF-BB4D-FE5A-70A2-C5A7A5BF806A}"/>
              </a:ext>
            </a:extLst>
          </p:cNvPr>
          <p:cNvSpPr/>
          <p:nvPr/>
        </p:nvSpPr>
        <p:spPr>
          <a:xfrm>
            <a:off x="4835459" y="2008137"/>
            <a:ext cx="642898" cy="256598"/>
          </a:xfrm>
          <a:prstGeom prst="rect">
            <a:avLst/>
          </a:prstGeom>
          <a:solidFill>
            <a:schemeClr val="tx2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75 %</a:t>
            </a:r>
            <a:endParaRPr lang="ko-KR" altLang="en-US" sz="11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3ECF622F-D5AF-7AC5-7BD3-8C97A930768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/>
          <a:srcRect l="38789" t="34972" r="56421" b="56197"/>
          <a:stretch/>
        </p:blipFill>
        <p:spPr>
          <a:xfrm>
            <a:off x="3974037" y="1573930"/>
            <a:ext cx="557178" cy="16862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CA3E685C-A172-48E1-B69E-5484BC2FEA7E}"/>
              </a:ext>
            </a:extLst>
          </p:cNvPr>
          <p:cNvSpPr/>
          <p:nvPr/>
        </p:nvSpPr>
        <p:spPr>
          <a:xfrm>
            <a:off x="5952819" y="2008137"/>
            <a:ext cx="642898" cy="256598"/>
          </a:xfrm>
          <a:prstGeom prst="rect">
            <a:avLst/>
          </a:prstGeom>
          <a:solidFill>
            <a:schemeClr val="tx2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50 %</a:t>
            </a:r>
            <a:endParaRPr lang="ko-KR" altLang="en-US" sz="11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8EBCAD3-8A53-2EAD-761B-E444EA1C632D}"/>
              </a:ext>
            </a:extLst>
          </p:cNvPr>
          <p:cNvSpPr/>
          <p:nvPr/>
        </p:nvSpPr>
        <p:spPr>
          <a:xfrm>
            <a:off x="3753191" y="2541941"/>
            <a:ext cx="642898" cy="256598"/>
          </a:xfrm>
          <a:prstGeom prst="rect">
            <a:avLst/>
          </a:prstGeom>
          <a:solidFill>
            <a:schemeClr val="tx2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endParaRPr lang="ko-KR" altLang="en-US" sz="11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4577770-7565-7189-3289-B04F1A62AEA5}"/>
              </a:ext>
            </a:extLst>
          </p:cNvPr>
          <p:cNvSpPr/>
          <p:nvPr/>
        </p:nvSpPr>
        <p:spPr>
          <a:xfrm>
            <a:off x="4835459" y="2526966"/>
            <a:ext cx="642898" cy="256598"/>
          </a:xfrm>
          <a:prstGeom prst="rect">
            <a:avLst/>
          </a:prstGeom>
          <a:solidFill>
            <a:schemeClr val="tx2"/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1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endParaRPr lang="ko-KR" altLang="en-US" sz="11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5C65518-EF16-C8BC-E70C-ED80BC466FDD}"/>
              </a:ext>
            </a:extLst>
          </p:cNvPr>
          <p:cNvSpPr/>
          <p:nvPr/>
        </p:nvSpPr>
        <p:spPr>
          <a:xfrm>
            <a:off x="5581346" y="3333461"/>
            <a:ext cx="667574" cy="16972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 : 00 : 00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8BD95F-1958-0CAC-8971-43E2864E79DE}"/>
              </a:ext>
            </a:extLst>
          </p:cNvPr>
          <p:cNvSpPr txBox="1"/>
          <p:nvPr/>
        </p:nvSpPr>
        <p:spPr>
          <a:xfrm>
            <a:off x="4853039" y="3334517"/>
            <a:ext cx="555361" cy="2977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00" b="1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운전 시간</a:t>
            </a:r>
            <a:endParaRPr lang="en-US" altLang="ko-KR" sz="700" b="1" dirty="0">
              <a:latin typeface="Times New Roman" panose="02020603050405020304" pitchFamily="18" charset="0"/>
              <a:ea typeface="굴림" panose="020B0600000101010101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en-US" altLang="ko-KR" sz="600" b="1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 </a:t>
            </a:r>
            <a:endParaRPr lang="ko-KR" alt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D33AEC-C5AC-4E96-CEF2-CDAE2C75895C}"/>
              </a:ext>
            </a:extLst>
          </p:cNvPr>
          <p:cNvSpPr/>
          <p:nvPr/>
        </p:nvSpPr>
        <p:spPr>
          <a:xfrm>
            <a:off x="5573906" y="3941343"/>
            <a:ext cx="667574" cy="16972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00 : 00 : 00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F26B7D-79DD-D1C0-F8B6-7BA3B034E74F}"/>
              </a:ext>
            </a:extLst>
          </p:cNvPr>
          <p:cNvSpPr txBox="1"/>
          <p:nvPr/>
        </p:nvSpPr>
        <p:spPr>
          <a:xfrm>
            <a:off x="2478461" y="141936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터치모니터</a:t>
            </a:r>
          </a:p>
        </p:txBody>
      </p:sp>
    </p:spTree>
    <p:extLst>
      <p:ext uri="{BB962C8B-B14F-4D97-AF65-F5344CB8AC3E}">
        <p14:creationId xmlns:p14="http://schemas.microsoft.com/office/powerpoint/2010/main" val="3767524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34301-B45C-929F-B859-00BB663C7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그룹 68"/>
          <p:cNvGrpSpPr/>
          <p:nvPr/>
        </p:nvGrpSpPr>
        <p:grpSpPr>
          <a:xfrm>
            <a:off x="0" y="274516"/>
            <a:ext cx="3178883" cy="6308969"/>
            <a:chOff x="437059" y="71893"/>
            <a:chExt cx="3178883" cy="6308969"/>
          </a:xfrm>
        </p:grpSpPr>
        <p:sp>
          <p:nvSpPr>
            <p:cNvPr id="28" name="순서도: 처리 27">
              <a:extLst>
                <a:ext uri="{FF2B5EF4-FFF2-40B4-BE49-F238E27FC236}">
                  <a16:creationId xmlns:a16="http://schemas.microsoft.com/office/drawing/2014/main" id="{85E8028B-DFE0-E747-3342-3261BA1480D8}"/>
                </a:ext>
              </a:extLst>
            </p:cNvPr>
            <p:cNvSpPr/>
            <p:nvPr/>
          </p:nvSpPr>
          <p:spPr>
            <a:xfrm>
              <a:off x="437059" y="4744167"/>
              <a:ext cx="1742400" cy="676184"/>
            </a:xfrm>
            <a:prstGeom prst="flowChartProcess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atin typeface="+mj-lt"/>
                </a:rPr>
                <a:t>동작 </a:t>
              </a:r>
              <a:r>
                <a:rPr lang="ko-KR" altLang="en-US" sz="1000" dirty="0" err="1">
                  <a:latin typeface="+mj-lt"/>
                </a:rPr>
                <a:t>랩프</a:t>
              </a:r>
              <a:r>
                <a:rPr lang="ko-KR" altLang="en-US" sz="1000" dirty="0">
                  <a:latin typeface="+mj-lt"/>
                </a:rPr>
                <a:t> </a:t>
              </a:r>
              <a:r>
                <a:rPr lang="en-US" altLang="ko-KR" sz="1000" dirty="0">
                  <a:latin typeface="+mj-lt"/>
                </a:rPr>
                <a:t>‘ON’</a:t>
              </a:r>
            </a:p>
            <a:p>
              <a:pPr algn="ctr"/>
              <a:r>
                <a:rPr lang="en-US" altLang="ko-KR" sz="1000" dirty="0">
                  <a:latin typeface="+mj-lt"/>
                </a:rPr>
                <a:t>HT193</a:t>
              </a:r>
              <a:r>
                <a:rPr lang="ko-KR" altLang="en-US" sz="1000" dirty="0">
                  <a:latin typeface="+mj-lt"/>
                </a:rPr>
                <a:t> </a:t>
              </a:r>
              <a:r>
                <a:rPr lang="en-US" altLang="ko-KR" sz="1000" dirty="0">
                  <a:latin typeface="+mj-lt"/>
                </a:rPr>
                <a:t>‘ON’(SSR 0)</a:t>
              </a:r>
            </a:p>
            <a:p>
              <a:pPr algn="ctr"/>
              <a:r>
                <a:rPr lang="ko-KR" altLang="en-US" sz="1000" dirty="0" err="1"/>
                <a:t>히스테리시스</a:t>
              </a:r>
              <a:r>
                <a:rPr lang="ko-KR" altLang="en-US" sz="1000" dirty="0"/>
                <a:t> 밴드 </a:t>
              </a:r>
              <a:r>
                <a:rPr lang="en-US" altLang="ko-KR" sz="1000" dirty="0"/>
                <a:t>- 1</a:t>
              </a:r>
              <a:endParaRPr lang="ko-KR" altLang="en-US" sz="1000" dirty="0"/>
            </a:p>
          </p:txBody>
        </p:sp>
        <p:sp>
          <p:nvSpPr>
            <p:cNvPr id="29" name="순서도: 판단 28">
              <a:extLst>
                <a:ext uri="{FF2B5EF4-FFF2-40B4-BE49-F238E27FC236}">
                  <a16:creationId xmlns:a16="http://schemas.microsoft.com/office/drawing/2014/main" id="{0B7FFAA5-A327-93AB-7ECC-CB8EC107F842}"/>
                </a:ext>
              </a:extLst>
            </p:cNvPr>
            <p:cNvSpPr/>
            <p:nvPr/>
          </p:nvSpPr>
          <p:spPr>
            <a:xfrm>
              <a:off x="437059" y="3180071"/>
              <a:ext cx="1742400" cy="900000"/>
            </a:xfrm>
            <a:prstGeom prst="flowChartDecision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/>
                <a:t>TC184 (TC A 4)</a:t>
              </a:r>
            </a:p>
            <a:p>
              <a:pPr algn="ctr"/>
              <a:r>
                <a:rPr lang="en-US" altLang="ko-KR" sz="1000" dirty="0"/>
                <a:t>&lt;</a:t>
              </a:r>
            </a:p>
            <a:p>
              <a:pPr algn="ctr"/>
              <a:r>
                <a:rPr lang="en-US" altLang="ko-KR" sz="1000" dirty="0"/>
                <a:t>LTS 1 SV</a:t>
              </a:r>
              <a:endParaRPr lang="ko-KR" altLang="en-US" sz="1000" dirty="0"/>
            </a:p>
          </p:txBody>
        </p:sp>
        <p:sp>
          <p:nvSpPr>
            <p:cNvPr id="30" name="순서도: 수행의 시작/종료 29">
              <a:extLst>
                <a:ext uri="{FF2B5EF4-FFF2-40B4-BE49-F238E27FC236}">
                  <a16:creationId xmlns:a16="http://schemas.microsoft.com/office/drawing/2014/main" id="{20891827-7840-35C0-8139-EAF04BD8EDAE}"/>
                </a:ext>
              </a:extLst>
            </p:cNvPr>
            <p:cNvSpPr/>
            <p:nvPr/>
          </p:nvSpPr>
          <p:spPr>
            <a:xfrm>
              <a:off x="767312" y="763721"/>
              <a:ext cx="1081894" cy="360000"/>
            </a:xfrm>
            <a:prstGeom prst="flowChartTerminator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latin typeface="+mj-lt"/>
                </a:rPr>
                <a:t>시작</a:t>
              </a:r>
            </a:p>
          </p:txBody>
        </p:sp>
        <p:sp>
          <p:nvSpPr>
            <p:cNvPr id="31" name="순서도: 수행의 시작/종료 30">
              <a:extLst>
                <a:ext uri="{FF2B5EF4-FFF2-40B4-BE49-F238E27FC236}">
                  <a16:creationId xmlns:a16="http://schemas.microsoft.com/office/drawing/2014/main" id="{4AAAFB91-F775-AB4B-35DF-C9D03F036334}"/>
                </a:ext>
              </a:extLst>
            </p:cNvPr>
            <p:cNvSpPr/>
            <p:nvPr/>
          </p:nvSpPr>
          <p:spPr>
            <a:xfrm>
              <a:off x="767312" y="6020862"/>
              <a:ext cx="1081894" cy="360000"/>
            </a:xfrm>
            <a:prstGeom prst="flowChartTerminator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latin typeface="+mj-lt"/>
                </a:rPr>
                <a:t>끝</a:t>
              </a:r>
            </a:p>
          </p:txBody>
        </p:sp>
        <p:sp>
          <p:nvSpPr>
            <p:cNvPr id="32" name="순서도: 수동 입력 31">
              <a:extLst>
                <a:ext uri="{FF2B5EF4-FFF2-40B4-BE49-F238E27FC236}">
                  <a16:creationId xmlns:a16="http://schemas.microsoft.com/office/drawing/2014/main" id="{575B6FBC-1078-B9B2-B8B1-80EB9700A5C8}"/>
                </a:ext>
              </a:extLst>
            </p:cNvPr>
            <p:cNvSpPr/>
            <p:nvPr/>
          </p:nvSpPr>
          <p:spPr>
            <a:xfrm>
              <a:off x="588259" y="1722800"/>
              <a:ext cx="1440000" cy="525218"/>
            </a:xfrm>
            <a:prstGeom prst="flowChartManualInput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latin typeface="+mj-lt"/>
                </a:rPr>
                <a:t>LTS1 SV </a:t>
              </a:r>
              <a:r>
                <a:rPr lang="ko-KR" altLang="en-US" sz="1000" dirty="0">
                  <a:latin typeface="+mj-lt"/>
                </a:rPr>
                <a:t>숫자 입력</a:t>
              </a:r>
              <a:endParaRPr lang="en-US" altLang="ko-KR" sz="1000" dirty="0">
                <a:latin typeface="+mj-lt"/>
              </a:endParaRPr>
            </a:p>
            <a:p>
              <a:pPr algn="ctr"/>
              <a:r>
                <a:rPr lang="en-US" altLang="ko-KR" sz="800" dirty="0"/>
                <a:t>* 0 </a:t>
              </a:r>
              <a:r>
                <a:rPr lang="ko-KR" altLang="en-US" sz="800" dirty="0"/>
                <a:t>입력 시 동작 안함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9133C58-2EC0-4840-C9E5-F9317BAC85B6}"/>
                </a:ext>
              </a:extLst>
            </p:cNvPr>
            <p:cNvSpPr txBox="1"/>
            <p:nvPr/>
          </p:nvSpPr>
          <p:spPr>
            <a:xfrm>
              <a:off x="494873" y="71893"/>
              <a:ext cx="16267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+mj-lt"/>
                </a:rPr>
                <a:t>LTS 1 </a:t>
              </a:r>
              <a:r>
                <a:rPr lang="ko-KR" altLang="en-US" sz="1400" dirty="0">
                  <a:latin typeface="+mj-lt"/>
                </a:rPr>
                <a:t>히터 </a:t>
              </a:r>
              <a:endParaRPr lang="en-US" altLang="ko-KR" sz="1400" dirty="0">
                <a:latin typeface="+mj-lt"/>
              </a:endParaRPr>
            </a:p>
            <a:p>
              <a:pPr algn="ctr"/>
              <a:r>
                <a:rPr lang="ko-KR" altLang="en-US" sz="1400" dirty="0">
                  <a:latin typeface="+mj-lt"/>
                </a:rPr>
                <a:t>자동제어</a:t>
              </a:r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DC5EA43D-114B-9BB8-9ECA-0FD406A24A6D}"/>
                </a:ext>
              </a:extLst>
            </p:cNvPr>
            <p:cNvCxnSpPr/>
            <p:nvPr/>
          </p:nvCxnSpPr>
          <p:spPr>
            <a:xfrm>
              <a:off x="1299205" y="1123721"/>
              <a:ext cx="0" cy="651601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0D765D78-15FF-3B9E-D8AF-3809B16E59C8}"/>
                </a:ext>
              </a:extLst>
            </p:cNvPr>
            <p:cNvCxnSpPr>
              <a:cxnSpLocks/>
              <a:stCxn id="32" idx="2"/>
            </p:cNvCxnSpPr>
            <p:nvPr/>
          </p:nvCxnSpPr>
          <p:spPr>
            <a:xfrm flipH="1">
              <a:off x="1306749" y="2248018"/>
              <a:ext cx="1510" cy="914435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CAC1E271-34D7-963F-ECA3-1E978FEC1807}"/>
                </a:ext>
              </a:extLst>
            </p:cNvPr>
            <p:cNvCxnSpPr>
              <a:cxnSpLocks/>
            </p:cNvCxnSpPr>
            <p:nvPr/>
          </p:nvCxnSpPr>
          <p:spPr>
            <a:xfrm>
              <a:off x="1306749" y="4113981"/>
              <a:ext cx="0" cy="582744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71C282E0-9D65-3E36-BCEF-BD1EA47BB95B}"/>
                </a:ext>
              </a:extLst>
            </p:cNvPr>
            <p:cNvCxnSpPr>
              <a:cxnSpLocks/>
            </p:cNvCxnSpPr>
            <p:nvPr/>
          </p:nvCxnSpPr>
          <p:spPr>
            <a:xfrm>
              <a:off x="1306749" y="5486447"/>
              <a:ext cx="0" cy="500505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순서도: 처리 37">
              <a:extLst>
                <a:ext uri="{FF2B5EF4-FFF2-40B4-BE49-F238E27FC236}">
                  <a16:creationId xmlns:a16="http://schemas.microsoft.com/office/drawing/2014/main" id="{4A8DF27F-0637-AB41-3A2C-B84272A241BF}"/>
                </a:ext>
              </a:extLst>
            </p:cNvPr>
            <p:cNvSpPr/>
            <p:nvPr/>
          </p:nvSpPr>
          <p:spPr>
            <a:xfrm>
              <a:off x="1873542" y="2456595"/>
              <a:ext cx="1742400" cy="676184"/>
            </a:xfrm>
            <a:prstGeom prst="flowChartProcess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atin typeface="+mj-lt"/>
                </a:rPr>
                <a:t>동작 </a:t>
              </a:r>
              <a:r>
                <a:rPr lang="ko-KR" altLang="en-US" sz="1000" dirty="0" err="1">
                  <a:latin typeface="+mj-lt"/>
                </a:rPr>
                <a:t>랩프</a:t>
              </a:r>
              <a:r>
                <a:rPr lang="ko-KR" altLang="en-US" sz="1000" dirty="0">
                  <a:latin typeface="+mj-lt"/>
                </a:rPr>
                <a:t> </a:t>
              </a:r>
              <a:r>
                <a:rPr lang="en-US" altLang="ko-KR" sz="1000" dirty="0">
                  <a:latin typeface="+mj-lt"/>
                </a:rPr>
                <a:t>‘OFF’</a:t>
              </a:r>
            </a:p>
            <a:p>
              <a:pPr algn="ctr"/>
              <a:r>
                <a:rPr lang="en-US" altLang="ko-KR" sz="1000" dirty="0">
                  <a:latin typeface="+mj-lt"/>
                </a:rPr>
                <a:t>HT193</a:t>
              </a:r>
              <a:r>
                <a:rPr lang="ko-KR" altLang="en-US" sz="1000" dirty="0">
                  <a:latin typeface="+mj-lt"/>
                </a:rPr>
                <a:t> </a:t>
              </a:r>
              <a:r>
                <a:rPr lang="en-US" altLang="ko-KR" sz="1000" dirty="0">
                  <a:latin typeface="+mj-lt"/>
                </a:rPr>
                <a:t>‘OFF’(SSR 0)</a:t>
              </a:r>
            </a:p>
            <a:p>
              <a:pPr algn="ctr"/>
              <a:r>
                <a:rPr lang="ko-KR" altLang="en-US" sz="1000" dirty="0" err="1"/>
                <a:t>히스테리시스</a:t>
              </a:r>
              <a:r>
                <a:rPr lang="ko-KR" altLang="en-US" sz="1000" dirty="0"/>
                <a:t> 밴드 </a:t>
              </a:r>
              <a:r>
                <a:rPr lang="en-US" altLang="ko-KR" sz="1000" dirty="0"/>
                <a:t>+ 1</a:t>
              </a:r>
              <a:endParaRPr lang="ko-KR" altLang="en-US" sz="1000" dirty="0"/>
            </a:p>
          </p:txBody>
        </p:sp>
        <p:cxnSp>
          <p:nvCxnSpPr>
            <p:cNvPr id="25" name="꺾인 연결선 24"/>
            <p:cNvCxnSpPr>
              <a:stCxn id="29" idx="3"/>
              <a:endCxn id="38" idx="2"/>
            </p:cNvCxnSpPr>
            <p:nvPr/>
          </p:nvCxnSpPr>
          <p:spPr>
            <a:xfrm flipV="1">
              <a:off x="2179459" y="3132779"/>
              <a:ext cx="565283" cy="497292"/>
            </a:xfrm>
            <a:prstGeom prst="bentConnector2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/>
            <p:cNvCxnSpPr>
              <a:stCxn id="38" idx="1"/>
            </p:cNvCxnSpPr>
            <p:nvPr/>
          </p:nvCxnSpPr>
          <p:spPr>
            <a:xfrm flipH="1">
              <a:off x="1306749" y="2794687"/>
              <a:ext cx="566793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그룹 69"/>
          <p:cNvGrpSpPr/>
          <p:nvPr/>
        </p:nvGrpSpPr>
        <p:grpSpPr>
          <a:xfrm>
            <a:off x="3004372" y="274516"/>
            <a:ext cx="3178883" cy="6308969"/>
            <a:chOff x="437059" y="71893"/>
            <a:chExt cx="3178883" cy="6308969"/>
          </a:xfrm>
        </p:grpSpPr>
        <p:sp>
          <p:nvSpPr>
            <p:cNvPr id="71" name="순서도: 처리 70">
              <a:extLst>
                <a:ext uri="{FF2B5EF4-FFF2-40B4-BE49-F238E27FC236}">
                  <a16:creationId xmlns:a16="http://schemas.microsoft.com/office/drawing/2014/main" id="{85E8028B-DFE0-E747-3342-3261BA1480D8}"/>
                </a:ext>
              </a:extLst>
            </p:cNvPr>
            <p:cNvSpPr/>
            <p:nvPr/>
          </p:nvSpPr>
          <p:spPr>
            <a:xfrm>
              <a:off x="437059" y="4744167"/>
              <a:ext cx="1742400" cy="676184"/>
            </a:xfrm>
            <a:prstGeom prst="flowChartProcess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atin typeface="+mj-lt"/>
                </a:rPr>
                <a:t>동작 </a:t>
              </a:r>
              <a:r>
                <a:rPr lang="ko-KR" altLang="en-US" sz="1000" dirty="0" err="1">
                  <a:latin typeface="+mj-lt"/>
                </a:rPr>
                <a:t>랩프</a:t>
              </a:r>
              <a:r>
                <a:rPr lang="ko-KR" altLang="en-US" sz="1000" dirty="0">
                  <a:latin typeface="+mj-lt"/>
                </a:rPr>
                <a:t> </a:t>
              </a:r>
              <a:r>
                <a:rPr lang="en-US" altLang="ko-KR" sz="1000" dirty="0">
                  <a:latin typeface="+mj-lt"/>
                </a:rPr>
                <a:t>‘ON’</a:t>
              </a:r>
            </a:p>
            <a:p>
              <a:pPr algn="ctr"/>
              <a:r>
                <a:rPr lang="en-US" altLang="ko-KR" sz="1000" dirty="0">
                  <a:latin typeface="+mj-lt"/>
                </a:rPr>
                <a:t>HT194</a:t>
              </a:r>
              <a:r>
                <a:rPr lang="ko-KR" altLang="en-US" sz="1000" dirty="0">
                  <a:latin typeface="+mj-lt"/>
                </a:rPr>
                <a:t> </a:t>
              </a:r>
              <a:r>
                <a:rPr lang="en-US" altLang="ko-KR" sz="1000" dirty="0">
                  <a:latin typeface="+mj-lt"/>
                </a:rPr>
                <a:t>‘ON’(SSR 0)</a:t>
              </a:r>
            </a:p>
            <a:p>
              <a:pPr algn="ctr"/>
              <a:r>
                <a:rPr lang="ko-KR" altLang="en-US" sz="1000" dirty="0" err="1"/>
                <a:t>히스테리시스</a:t>
              </a:r>
              <a:r>
                <a:rPr lang="ko-KR" altLang="en-US" sz="1000" dirty="0"/>
                <a:t> 밴드 </a:t>
              </a:r>
              <a:r>
                <a:rPr lang="en-US" altLang="ko-KR" sz="1000" dirty="0"/>
                <a:t>- 1</a:t>
              </a:r>
              <a:endParaRPr lang="ko-KR" altLang="en-US" sz="1000" dirty="0"/>
            </a:p>
          </p:txBody>
        </p:sp>
        <p:sp>
          <p:nvSpPr>
            <p:cNvPr id="72" name="순서도: 판단 71">
              <a:extLst>
                <a:ext uri="{FF2B5EF4-FFF2-40B4-BE49-F238E27FC236}">
                  <a16:creationId xmlns:a16="http://schemas.microsoft.com/office/drawing/2014/main" id="{0B7FFAA5-A327-93AB-7ECC-CB8EC107F842}"/>
                </a:ext>
              </a:extLst>
            </p:cNvPr>
            <p:cNvSpPr/>
            <p:nvPr/>
          </p:nvSpPr>
          <p:spPr>
            <a:xfrm>
              <a:off x="437059" y="3180071"/>
              <a:ext cx="1742400" cy="900000"/>
            </a:xfrm>
            <a:prstGeom prst="flowChartDecision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/>
                <a:t>TC185 (TC A 5)</a:t>
              </a:r>
            </a:p>
            <a:p>
              <a:pPr algn="ctr"/>
              <a:r>
                <a:rPr lang="en-US" altLang="ko-KR" sz="1000" dirty="0"/>
                <a:t>&lt;</a:t>
              </a:r>
            </a:p>
            <a:p>
              <a:pPr algn="ctr"/>
              <a:r>
                <a:rPr lang="en-US" altLang="ko-KR" sz="1000" dirty="0"/>
                <a:t>LTS 2 SV</a:t>
              </a:r>
              <a:endParaRPr lang="ko-KR" altLang="en-US" sz="1000" dirty="0"/>
            </a:p>
          </p:txBody>
        </p:sp>
        <p:sp>
          <p:nvSpPr>
            <p:cNvPr id="73" name="순서도: 수행의 시작/종료 72">
              <a:extLst>
                <a:ext uri="{FF2B5EF4-FFF2-40B4-BE49-F238E27FC236}">
                  <a16:creationId xmlns:a16="http://schemas.microsoft.com/office/drawing/2014/main" id="{20891827-7840-35C0-8139-EAF04BD8EDAE}"/>
                </a:ext>
              </a:extLst>
            </p:cNvPr>
            <p:cNvSpPr/>
            <p:nvPr/>
          </p:nvSpPr>
          <p:spPr>
            <a:xfrm>
              <a:off x="767312" y="763721"/>
              <a:ext cx="1081894" cy="360000"/>
            </a:xfrm>
            <a:prstGeom prst="flowChartTerminator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latin typeface="+mj-lt"/>
                </a:rPr>
                <a:t>시작</a:t>
              </a:r>
            </a:p>
          </p:txBody>
        </p:sp>
        <p:sp>
          <p:nvSpPr>
            <p:cNvPr id="74" name="순서도: 수행의 시작/종료 73">
              <a:extLst>
                <a:ext uri="{FF2B5EF4-FFF2-40B4-BE49-F238E27FC236}">
                  <a16:creationId xmlns:a16="http://schemas.microsoft.com/office/drawing/2014/main" id="{4AAAFB91-F775-AB4B-35DF-C9D03F036334}"/>
                </a:ext>
              </a:extLst>
            </p:cNvPr>
            <p:cNvSpPr/>
            <p:nvPr/>
          </p:nvSpPr>
          <p:spPr>
            <a:xfrm>
              <a:off x="767312" y="6020862"/>
              <a:ext cx="1081894" cy="360000"/>
            </a:xfrm>
            <a:prstGeom prst="flowChartTerminator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latin typeface="+mj-lt"/>
                </a:rPr>
                <a:t>끝</a:t>
              </a:r>
            </a:p>
          </p:txBody>
        </p:sp>
        <p:sp>
          <p:nvSpPr>
            <p:cNvPr id="75" name="순서도: 수동 입력 74">
              <a:extLst>
                <a:ext uri="{FF2B5EF4-FFF2-40B4-BE49-F238E27FC236}">
                  <a16:creationId xmlns:a16="http://schemas.microsoft.com/office/drawing/2014/main" id="{575B6FBC-1078-B9B2-B8B1-80EB9700A5C8}"/>
                </a:ext>
              </a:extLst>
            </p:cNvPr>
            <p:cNvSpPr/>
            <p:nvPr/>
          </p:nvSpPr>
          <p:spPr>
            <a:xfrm>
              <a:off x="588259" y="1722800"/>
              <a:ext cx="1440000" cy="525218"/>
            </a:xfrm>
            <a:prstGeom prst="flowChartManualInput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latin typeface="+mj-lt"/>
                </a:rPr>
                <a:t>LTS 2 SV </a:t>
              </a:r>
              <a:r>
                <a:rPr lang="ko-KR" altLang="en-US" sz="1000" dirty="0">
                  <a:latin typeface="+mj-lt"/>
                </a:rPr>
                <a:t>숫자 입력</a:t>
              </a:r>
              <a:endParaRPr lang="en-US" altLang="ko-KR" sz="1000" dirty="0">
                <a:latin typeface="+mj-lt"/>
              </a:endParaRPr>
            </a:p>
            <a:p>
              <a:pPr algn="ctr"/>
              <a:r>
                <a:rPr lang="en-US" altLang="ko-KR" sz="800" dirty="0"/>
                <a:t>* 0 </a:t>
              </a:r>
              <a:r>
                <a:rPr lang="ko-KR" altLang="en-US" sz="800" dirty="0"/>
                <a:t>입력 시 동작 안함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9133C58-2EC0-4840-C9E5-F9317BAC85B6}"/>
                </a:ext>
              </a:extLst>
            </p:cNvPr>
            <p:cNvSpPr txBox="1"/>
            <p:nvPr/>
          </p:nvSpPr>
          <p:spPr>
            <a:xfrm>
              <a:off x="494873" y="71893"/>
              <a:ext cx="16267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+mj-lt"/>
                </a:rPr>
                <a:t>LTS 2 </a:t>
              </a:r>
              <a:r>
                <a:rPr lang="ko-KR" altLang="en-US" sz="1400" dirty="0">
                  <a:latin typeface="+mj-lt"/>
                </a:rPr>
                <a:t>히터 </a:t>
              </a:r>
              <a:endParaRPr lang="en-US" altLang="ko-KR" sz="1400" dirty="0">
                <a:latin typeface="+mj-lt"/>
              </a:endParaRPr>
            </a:p>
            <a:p>
              <a:pPr algn="ctr"/>
              <a:r>
                <a:rPr lang="ko-KR" altLang="en-US" sz="1400" dirty="0">
                  <a:latin typeface="+mj-lt"/>
                </a:rPr>
                <a:t>자동제어</a:t>
              </a:r>
            </a:p>
          </p:txBody>
        </p: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DC5EA43D-114B-9BB8-9ECA-0FD406A24A6D}"/>
                </a:ext>
              </a:extLst>
            </p:cNvPr>
            <p:cNvCxnSpPr/>
            <p:nvPr/>
          </p:nvCxnSpPr>
          <p:spPr>
            <a:xfrm>
              <a:off x="1299205" y="1123721"/>
              <a:ext cx="0" cy="651601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0D765D78-15FF-3B9E-D8AF-3809B16E59C8}"/>
                </a:ext>
              </a:extLst>
            </p:cNvPr>
            <p:cNvCxnSpPr>
              <a:cxnSpLocks/>
              <a:stCxn id="75" idx="2"/>
            </p:cNvCxnSpPr>
            <p:nvPr/>
          </p:nvCxnSpPr>
          <p:spPr>
            <a:xfrm flipH="1">
              <a:off x="1306749" y="2248018"/>
              <a:ext cx="1510" cy="914435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CAC1E271-34D7-963F-ECA3-1E978FEC1807}"/>
                </a:ext>
              </a:extLst>
            </p:cNvPr>
            <p:cNvCxnSpPr>
              <a:cxnSpLocks/>
            </p:cNvCxnSpPr>
            <p:nvPr/>
          </p:nvCxnSpPr>
          <p:spPr>
            <a:xfrm>
              <a:off x="1306749" y="4113981"/>
              <a:ext cx="0" cy="582744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화살표 연결선 79">
              <a:extLst>
                <a:ext uri="{FF2B5EF4-FFF2-40B4-BE49-F238E27FC236}">
                  <a16:creationId xmlns:a16="http://schemas.microsoft.com/office/drawing/2014/main" id="{71C282E0-9D65-3E36-BCEF-BD1EA47BB95B}"/>
                </a:ext>
              </a:extLst>
            </p:cNvPr>
            <p:cNvCxnSpPr>
              <a:cxnSpLocks/>
            </p:cNvCxnSpPr>
            <p:nvPr/>
          </p:nvCxnSpPr>
          <p:spPr>
            <a:xfrm>
              <a:off x="1306749" y="5486447"/>
              <a:ext cx="0" cy="500505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순서도: 처리 80">
              <a:extLst>
                <a:ext uri="{FF2B5EF4-FFF2-40B4-BE49-F238E27FC236}">
                  <a16:creationId xmlns:a16="http://schemas.microsoft.com/office/drawing/2014/main" id="{4A8DF27F-0637-AB41-3A2C-B84272A241BF}"/>
                </a:ext>
              </a:extLst>
            </p:cNvPr>
            <p:cNvSpPr/>
            <p:nvPr/>
          </p:nvSpPr>
          <p:spPr>
            <a:xfrm>
              <a:off x="1873542" y="2456595"/>
              <a:ext cx="1742400" cy="676184"/>
            </a:xfrm>
            <a:prstGeom prst="flowChartProcess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atin typeface="+mj-lt"/>
                </a:rPr>
                <a:t>동작 </a:t>
              </a:r>
              <a:r>
                <a:rPr lang="ko-KR" altLang="en-US" sz="1000" dirty="0" err="1">
                  <a:latin typeface="+mj-lt"/>
                </a:rPr>
                <a:t>랩프</a:t>
              </a:r>
              <a:r>
                <a:rPr lang="ko-KR" altLang="en-US" sz="1000" dirty="0">
                  <a:latin typeface="+mj-lt"/>
                </a:rPr>
                <a:t> </a:t>
              </a:r>
              <a:r>
                <a:rPr lang="en-US" altLang="ko-KR" sz="1000" dirty="0">
                  <a:latin typeface="+mj-lt"/>
                </a:rPr>
                <a:t>‘OFF’</a:t>
              </a:r>
            </a:p>
            <a:p>
              <a:pPr algn="ctr"/>
              <a:r>
                <a:rPr lang="en-US" altLang="ko-KR" sz="1000" dirty="0">
                  <a:latin typeface="+mj-lt"/>
                </a:rPr>
                <a:t>HT194</a:t>
              </a:r>
              <a:r>
                <a:rPr lang="ko-KR" altLang="en-US" sz="1000" dirty="0">
                  <a:latin typeface="+mj-lt"/>
                </a:rPr>
                <a:t> </a:t>
              </a:r>
              <a:r>
                <a:rPr lang="en-US" altLang="ko-KR" sz="1000" dirty="0">
                  <a:latin typeface="+mj-lt"/>
                </a:rPr>
                <a:t>‘OFF’(SSR 0)</a:t>
              </a:r>
            </a:p>
            <a:p>
              <a:pPr algn="ctr"/>
              <a:r>
                <a:rPr lang="ko-KR" altLang="en-US" sz="1000" dirty="0" err="1"/>
                <a:t>히스테리시스</a:t>
              </a:r>
              <a:r>
                <a:rPr lang="ko-KR" altLang="en-US" sz="1000" dirty="0"/>
                <a:t> 밴드 </a:t>
              </a:r>
              <a:r>
                <a:rPr lang="en-US" altLang="ko-KR" sz="1000" dirty="0"/>
                <a:t>+ 1</a:t>
              </a:r>
              <a:endParaRPr lang="ko-KR" altLang="en-US" sz="1000" dirty="0"/>
            </a:p>
          </p:txBody>
        </p:sp>
        <p:cxnSp>
          <p:nvCxnSpPr>
            <p:cNvPr id="82" name="꺾인 연결선 81"/>
            <p:cNvCxnSpPr>
              <a:stCxn id="72" idx="3"/>
              <a:endCxn id="81" idx="2"/>
            </p:cNvCxnSpPr>
            <p:nvPr/>
          </p:nvCxnSpPr>
          <p:spPr>
            <a:xfrm flipV="1">
              <a:off x="2179459" y="3132779"/>
              <a:ext cx="565283" cy="497292"/>
            </a:xfrm>
            <a:prstGeom prst="bentConnector2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화살표 연결선 82"/>
            <p:cNvCxnSpPr>
              <a:stCxn id="81" idx="1"/>
            </p:cNvCxnSpPr>
            <p:nvPr/>
          </p:nvCxnSpPr>
          <p:spPr>
            <a:xfrm flipH="1">
              <a:off x="1306749" y="2794687"/>
              <a:ext cx="566793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그룹 83"/>
          <p:cNvGrpSpPr/>
          <p:nvPr/>
        </p:nvGrpSpPr>
        <p:grpSpPr>
          <a:xfrm>
            <a:off x="6008744" y="274516"/>
            <a:ext cx="3178883" cy="6308969"/>
            <a:chOff x="437059" y="71893"/>
            <a:chExt cx="3178883" cy="6308969"/>
          </a:xfrm>
        </p:grpSpPr>
        <p:sp>
          <p:nvSpPr>
            <p:cNvPr id="85" name="순서도: 처리 84">
              <a:extLst>
                <a:ext uri="{FF2B5EF4-FFF2-40B4-BE49-F238E27FC236}">
                  <a16:creationId xmlns:a16="http://schemas.microsoft.com/office/drawing/2014/main" id="{85E8028B-DFE0-E747-3342-3261BA1480D8}"/>
                </a:ext>
              </a:extLst>
            </p:cNvPr>
            <p:cNvSpPr/>
            <p:nvPr/>
          </p:nvSpPr>
          <p:spPr>
            <a:xfrm>
              <a:off x="437059" y="4744167"/>
              <a:ext cx="1742400" cy="676184"/>
            </a:xfrm>
            <a:prstGeom prst="flowChartProcess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atin typeface="+mj-lt"/>
                </a:rPr>
                <a:t>동작 </a:t>
              </a:r>
              <a:r>
                <a:rPr lang="ko-KR" altLang="en-US" sz="1000" dirty="0" err="1">
                  <a:latin typeface="+mj-lt"/>
                </a:rPr>
                <a:t>랩프</a:t>
              </a:r>
              <a:r>
                <a:rPr lang="ko-KR" altLang="en-US" sz="1000" dirty="0">
                  <a:latin typeface="+mj-lt"/>
                </a:rPr>
                <a:t> </a:t>
              </a:r>
              <a:r>
                <a:rPr lang="en-US" altLang="ko-KR" sz="1000" dirty="0">
                  <a:latin typeface="+mj-lt"/>
                </a:rPr>
                <a:t>‘ON’</a:t>
              </a:r>
            </a:p>
            <a:p>
              <a:pPr algn="ctr"/>
              <a:r>
                <a:rPr lang="en-US" altLang="ko-KR" sz="1000" dirty="0">
                  <a:latin typeface="+mj-lt"/>
                </a:rPr>
                <a:t>HT198</a:t>
              </a:r>
              <a:r>
                <a:rPr lang="ko-KR" altLang="en-US" sz="1000" dirty="0">
                  <a:latin typeface="+mj-lt"/>
                </a:rPr>
                <a:t> </a:t>
              </a:r>
              <a:r>
                <a:rPr lang="en-US" altLang="ko-KR" sz="1000" dirty="0">
                  <a:latin typeface="+mj-lt"/>
                </a:rPr>
                <a:t>‘ON’(SSR 0)</a:t>
              </a:r>
            </a:p>
            <a:p>
              <a:pPr algn="ctr"/>
              <a:r>
                <a:rPr lang="ko-KR" altLang="en-US" sz="1000" dirty="0" err="1"/>
                <a:t>히스테리시스</a:t>
              </a:r>
              <a:r>
                <a:rPr lang="ko-KR" altLang="en-US" sz="1000" dirty="0"/>
                <a:t> 밴드 </a:t>
              </a:r>
              <a:r>
                <a:rPr lang="en-US" altLang="ko-KR" sz="1000" dirty="0"/>
                <a:t>- 1</a:t>
              </a:r>
              <a:endParaRPr lang="ko-KR" altLang="en-US" sz="1000" dirty="0"/>
            </a:p>
          </p:txBody>
        </p:sp>
        <p:sp>
          <p:nvSpPr>
            <p:cNvPr id="86" name="순서도: 판단 85">
              <a:extLst>
                <a:ext uri="{FF2B5EF4-FFF2-40B4-BE49-F238E27FC236}">
                  <a16:creationId xmlns:a16="http://schemas.microsoft.com/office/drawing/2014/main" id="{0B7FFAA5-A327-93AB-7ECC-CB8EC107F842}"/>
                </a:ext>
              </a:extLst>
            </p:cNvPr>
            <p:cNvSpPr/>
            <p:nvPr/>
          </p:nvSpPr>
          <p:spPr>
            <a:xfrm>
              <a:off x="437059" y="3180071"/>
              <a:ext cx="1742400" cy="900000"/>
            </a:xfrm>
            <a:prstGeom prst="flowChartDecision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/>
                <a:t>TC188 (TC A 8)</a:t>
              </a:r>
            </a:p>
            <a:p>
              <a:pPr algn="ctr"/>
              <a:r>
                <a:rPr lang="en-US" altLang="ko-KR" sz="1000" dirty="0"/>
                <a:t>&lt;</a:t>
              </a:r>
            </a:p>
            <a:p>
              <a:pPr algn="ctr"/>
              <a:r>
                <a:rPr lang="en-US" altLang="ko-KR" sz="1000" dirty="0"/>
                <a:t>PrOx 1 SV</a:t>
              </a:r>
              <a:endParaRPr lang="ko-KR" altLang="en-US" sz="1000" dirty="0"/>
            </a:p>
          </p:txBody>
        </p:sp>
        <p:sp>
          <p:nvSpPr>
            <p:cNvPr id="87" name="순서도: 수행의 시작/종료 86">
              <a:extLst>
                <a:ext uri="{FF2B5EF4-FFF2-40B4-BE49-F238E27FC236}">
                  <a16:creationId xmlns:a16="http://schemas.microsoft.com/office/drawing/2014/main" id="{20891827-7840-35C0-8139-EAF04BD8EDAE}"/>
                </a:ext>
              </a:extLst>
            </p:cNvPr>
            <p:cNvSpPr/>
            <p:nvPr/>
          </p:nvSpPr>
          <p:spPr>
            <a:xfrm>
              <a:off x="767312" y="763721"/>
              <a:ext cx="1081894" cy="360000"/>
            </a:xfrm>
            <a:prstGeom prst="flowChartTerminator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latin typeface="+mj-lt"/>
                </a:rPr>
                <a:t>시작</a:t>
              </a:r>
            </a:p>
          </p:txBody>
        </p:sp>
        <p:sp>
          <p:nvSpPr>
            <p:cNvPr id="88" name="순서도: 수행의 시작/종료 87">
              <a:extLst>
                <a:ext uri="{FF2B5EF4-FFF2-40B4-BE49-F238E27FC236}">
                  <a16:creationId xmlns:a16="http://schemas.microsoft.com/office/drawing/2014/main" id="{4AAAFB91-F775-AB4B-35DF-C9D03F036334}"/>
                </a:ext>
              </a:extLst>
            </p:cNvPr>
            <p:cNvSpPr/>
            <p:nvPr/>
          </p:nvSpPr>
          <p:spPr>
            <a:xfrm>
              <a:off x="767312" y="6020862"/>
              <a:ext cx="1081894" cy="360000"/>
            </a:xfrm>
            <a:prstGeom prst="flowChartTerminator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latin typeface="+mj-lt"/>
                </a:rPr>
                <a:t>끝</a:t>
              </a:r>
            </a:p>
          </p:txBody>
        </p:sp>
        <p:sp>
          <p:nvSpPr>
            <p:cNvPr id="89" name="순서도: 수동 입력 88">
              <a:extLst>
                <a:ext uri="{FF2B5EF4-FFF2-40B4-BE49-F238E27FC236}">
                  <a16:creationId xmlns:a16="http://schemas.microsoft.com/office/drawing/2014/main" id="{575B6FBC-1078-B9B2-B8B1-80EB9700A5C8}"/>
                </a:ext>
              </a:extLst>
            </p:cNvPr>
            <p:cNvSpPr/>
            <p:nvPr/>
          </p:nvSpPr>
          <p:spPr>
            <a:xfrm>
              <a:off x="588259" y="1722800"/>
              <a:ext cx="1440000" cy="525218"/>
            </a:xfrm>
            <a:prstGeom prst="flowChartManualInput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latin typeface="+mj-lt"/>
                </a:rPr>
                <a:t>PrOx 1 SV </a:t>
              </a:r>
              <a:r>
                <a:rPr lang="ko-KR" altLang="en-US" sz="1000" dirty="0">
                  <a:latin typeface="+mj-lt"/>
                </a:rPr>
                <a:t>숫자 입력</a:t>
              </a:r>
              <a:endParaRPr lang="en-US" altLang="ko-KR" sz="1000" dirty="0">
                <a:latin typeface="+mj-lt"/>
              </a:endParaRPr>
            </a:p>
            <a:p>
              <a:pPr algn="ctr"/>
              <a:r>
                <a:rPr lang="en-US" altLang="ko-KR" sz="800" dirty="0"/>
                <a:t>* 0 </a:t>
              </a:r>
              <a:r>
                <a:rPr lang="ko-KR" altLang="en-US" sz="800" dirty="0"/>
                <a:t>입력 시 동작 안함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9133C58-2EC0-4840-C9E5-F9317BAC85B6}"/>
                </a:ext>
              </a:extLst>
            </p:cNvPr>
            <p:cNvSpPr txBox="1"/>
            <p:nvPr/>
          </p:nvSpPr>
          <p:spPr>
            <a:xfrm>
              <a:off x="494873" y="71893"/>
              <a:ext cx="16267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+mj-lt"/>
                </a:rPr>
                <a:t>PrOx 1 </a:t>
              </a:r>
              <a:r>
                <a:rPr lang="ko-KR" altLang="en-US" sz="1400" dirty="0">
                  <a:latin typeface="+mj-lt"/>
                </a:rPr>
                <a:t>히터 </a:t>
              </a:r>
              <a:endParaRPr lang="en-US" altLang="ko-KR" sz="1400" dirty="0">
                <a:latin typeface="+mj-lt"/>
              </a:endParaRPr>
            </a:p>
            <a:p>
              <a:pPr algn="ctr"/>
              <a:r>
                <a:rPr lang="ko-KR" altLang="en-US" sz="1400" dirty="0">
                  <a:latin typeface="+mj-lt"/>
                </a:rPr>
                <a:t>자동제어</a:t>
              </a:r>
            </a:p>
          </p:txBody>
        </p:sp>
        <p:cxnSp>
          <p:nvCxnSpPr>
            <p:cNvPr id="91" name="직선 화살표 연결선 90">
              <a:extLst>
                <a:ext uri="{FF2B5EF4-FFF2-40B4-BE49-F238E27FC236}">
                  <a16:creationId xmlns:a16="http://schemas.microsoft.com/office/drawing/2014/main" id="{DC5EA43D-114B-9BB8-9ECA-0FD406A24A6D}"/>
                </a:ext>
              </a:extLst>
            </p:cNvPr>
            <p:cNvCxnSpPr/>
            <p:nvPr/>
          </p:nvCxnSpPr>
          <p:spPr>
            <a:xfrm>
              <a:off x="1299205" y="1123721"/>
              <a:ext cx="0" cy="651601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화살표 연결선 91">
              <a:extLst>
                <a:ext uri="{FF2B5EF4-FFF2-40B4-BE49-F238E27FC236}">
                  <a16:creationId xmlns:a16="http://schemas.microsoft.com/office/drawing/2014/main" id="{0D765D78-15FF-3B9E-D8AF-3809B16E59C8}"/>
                </a:ext>
              </a:extLst>
            </p:cNvPr>
            <p:cNvCxnSpPr>
              <a:cxnSpLocks/>
              <a:stCxn id="89" idx="2"/>
            </p:cNvCxnSpPr>
            <p:nvPr/>
          </p:nvCxnSpPr>
          <p:spPr>
            <a:xfrm flipH="1">
              <a:off x="1306749" y="2248018"/>
              <a:ext cx="1510" cy="914435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CAC1E271-34D7-963F-ECA3-1E978FEC1807}"/>
                </a:ext>
              </a:extLst>
            </p:cNvPr>
            <p:cNvCxnSpPr>
              <a:cxnSpLocks/>
            </p:cNvCxnSpPr>
            <p:nvPr/>
          </p:nvCxnSpPr>
          <p:spPr>
            <a:xfrm>
              <a:off x="1306749" y="4113981"/>
              <a:ext cx="0" cy="582744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화살표 연결선 93">
              <a:extLst>
                <a:ext uri="{FF2B5EF4-FFF2-40B4-BE49-F238E27FC236}">
                  <a16:creationId xmlns:a16="http://schemas.microsoft.com/office/drawing/2014/main" id="{71C282E0-9D65-3E36-BCEF-BD1EA47BB95B}"/>
                </a:ext>
              </a:extLst>
            </p:cNvPr>
            <p:cNvCxnSpPr>
              <a:cxnSpLocks/>
            </p:cNvCxnSpPr>
            <p:nvPr/>
          </p:nvCxnSpPr>
          <p:spPr>
            <a:xfrm>
              <a:off x="1306749" y="5486447"/>
              <a:ext cx="0" cy="500505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순서도: 처리 94">
              <a:extLst>
                <a:ext uri="{FF2B5EF4-FFF2-40B4-BE49-F238E27FC236}">
                  <a16:creationId xmlns:a16="http://schemas.microsoft.com/office/drawing/2014/main" id="{4A8DF27F-0637-AB41-3A2C-B84272A241BF}"/>
                </a:ext>
              </a:extLst>
            </p:cNvPr>
            <p:cNvSpPr/>
            <p:nvPr/>
          </p:nvSpPr>
          <p:spPr>
            <a:xfrm>
              <a:off x="1873542" y="2456595"/>
              <a:ext cx="1742400" cy="676184"/>
            </a:xfrm>
            <a:prstGeom prst="flowChartProcess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atin typeface="+mj-lt"/>
                </a:rPr>
                <a:t>동작 </a:t>
              </a:r>
              <a:r>
                <a:rPr lang="ko-KR" altLang="en-US" sz="1000" dirty="0" err="1">
                  <a:latin typeface="+mj-lt"/>
                </a:rPr>
                <a:t>랩프</a:t>
              </a:r>
              <a:r>
                <a:rPr lang="ko-KR" altLang="en-US" sz="1000" dirty="0">
                  <a:latin typeface="+mj-lt"/>
                </a:rPr>
                <a:t> </a:t>
              </a:r>
              <a:r>
                <a:rPr lang="en-US" altLang="ko-KR" sz="1000" dirty="0">
                  <a:latin typeface="+mj-lt"/>
                </a:rPr>
                <a:t>‘OFF’</a:t>
              </a:r>
            </a:p>
            <a:p>
              <a:pPr algn="ctr"/>
              <a:r>
                <a:rPr lang="en-US" altLang="ko-KR" sz="1000" dirty="0">
                  <a:latin typeface="+mj-lt"/>
                </a:rPr>
                <a:t>HT198</a:t>
              </a:r>
              <a:r>
                <a:rPr lang="ko-KR" altLang="en-US" sz="1000" dirty="0">
                  <a:latin typeface="+mj-lt"/>
                </a:rPr>
                <a:t> </a:t>
              </a:r>
              <a:r>
                <a:rPr lang="en-US" altLang="ko-KR" sz="1000" dirty="0">
                  <a:latin typeface="+mj-lt"/>
                </a:rPr>
                <a:t>‘OFF’(SSR 0)</a:t>
              </a:r>
            </a:p>
            <a:p>
              <a:pPr algn="ctr"/>
              <a:r>
                <a:rPr lang="ko-KR" altLang="en-US" sz="1000" dirty="0" err="1"/>
                <a:t>히스테리시스</a:t>
              </a:r>
              <a:r>
                <a:rPr lang="ko-KR" altLang="en-US" sz="1000" dirty="0"/>
                <a:t> 밴드 </a:t>
              </a:r>
              <a:r>
                <a:rPr lang="en-US" altLang="ko-KR" sz="1000" dirty="0"/>
                <a:t>+ 1</a:t>
              </a:r>
              <a:endParaRPr lang="ko-KR" altLang="en-US" sz="1000" dirty="0"/>
            </a:p>
          </p:txBody>
        </p:sp>
        <p:cxnSp>
          <p:nvCxnSpPr>
            <p:cNvPr id="96" name="꺾인 연결선 95"/>
            <p:cNvCxnSpPr>
              <a:stCxn id="86" idx="3"/>
              <a:endCxn id="95" idx="2"/>
            </p:cNvCxnSpPr>
            <p:nvPr/>
          </p:nvCxnSpPr>
          <p:spPr>
            <a:xfrm flipV="1">
              <a:off x="2179459" y="3132779"/>
              <a:ext cx="565283" cy="497292"/>
            </a:xfrm>
            <a:prstGeom prst="bentConnector2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화살표 연결선 96"/>
            <p:cNvCxnSpPr>
              <a:stCxn id="95" idx="1"/>
            </p:cNvCxnSpPr>
            <p:nvPr/>
          </p:nvCxnSpPr>
          <p:spPr>
            <a:xfrm flipH="1">
              <a:off x="1306749" y="2794687"/>
              <a:ext cx="566793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그룹 97"/>
          <p:cNvGrpSpPr/>
          <p:nvPr/>
        </p:nvGrpSpPr>
        <p:grpSpPr>
          <a:xfrm>
            <a:off x="9013117" y="274516"/>
            <a:ext cx="3178883" cy="6308969"/>
            <a:chOff x="437059" y="71893"/>
            <a:chExt cx="3178883" cy="6308969"/>
          </a:xfrm>
        </p:grpSpPr>
        <p:sp>
          <p:nvSpPr>
            <p:cNvPr id="99" name="순서도: 처리 98">
              <a:extLst>
                <a:ext uri="{FF2B5EF4-FFF2-40B4-BE49-F238E27FC236}">
                  <a16:creationId xmlns:a16="http://schemas.microsoft.com/office/drawing/2014/main" id="{85E8028B-DFE0-E747-3342-3261BA1480D8}"/>
                </a:ext>
              </a:extLst>
            </p:cNvPr>
            <p:cNvSpPr/>
            <p:nvPr/>
          </p:nvSpPr>
          <p:spPr>
            <a:xfrm>
              <a:off x="437059" y="4744167"/>
              <a:ext cx="1742400" cy="676184"/>
            </a:xfrm>
            <a:prstGeom prst="flowChartProcess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atin typeface="+mj-lt"/>
                </a:rPr>
                <a:t>동작 </a:t>
              </a:r>
              <a:r>
                <a:rPr lang="ko-KR" altLang="en-US" sz="1000" dirty="0" err="1">
                  <a:latin typeface="+mj-lt"/>
                </a:rPr>
                <a:t>랩프</a:t>
              </a:r>
              <a:r>
                <a:rPr lang="ko-KR" altLang="en-US" sz="1000" dirty="0">
                  <a:latin typeface="+mj-lt"/>
                </a:rPr>
                <a:t> </a:t>
              </a:r>
              <a:r>
                <a:rPr lang="en-US" altLang="ko-KR" sz="1000" dirty="0">
                  <a:latin typeface="+mj-lt"/>
                </a:rPr>
                <a:t>‘ON’</a:t>
              </a:r>
            </a:p>
            <a:p>
              <a:pPr algn="ctr"/>
              <a:r>
                <a:rPr lang="en-US" altLang="ko-KR" sz="1000" dirty="0">
                  <a:latin typeface="+mj-lt"/>
                </a:rPr>
                <a:t>HT199</a:t>
              </a:r>
              <a:r>
                <a:rPr lang="ko-KR" altLang="en-US" sz="1000" dirty="0">
                  <a:latin typeface="+mj-lt"/>
                </a:rPr>
                <a:t> </a:t>
              </a:r>
              <a:r>
                <a:rPr lang="en-US" altLang="ko-KR" sz="1000" dirty="0">
                  <a:latin typeface="+mj-lt"/>
                </a:rPr>
                <a:t>‘ON’(SSR 0)</a:t>
              </a:r>
            </a:p>
            <a:p>
              <a:pPr algn="ctr"/>
              <a:r>
                <a:rPr lang="ko-KR" altLang="en-US" sz="1000" dirty="0" err="1"/>
                <a:t>히스테리시스</a:t>
              </a:r>
              <a:r>
                <a:rPr lang="ko-KR" altLang="en-US" sz="1000" dirty="0"/>
                <a:t> 밴드 </a:t>
              </a:r>
              <a:r>
                <a:rPr lang="en-US" altLang="ko-KR" sz="1000" dirty="0"/>
                <a:t>- 1</a:t>
              </a:r>
              <a:endParaRPr lang="ko-KR" altLang="en-US" sz="1000" dirty="0"/>
            </a:p>
          </p:txBody>
        </p:sp>
        <p:sp>
          <p:nvSpPr>
            <p:cNvPr id="100" name="순서도: 판단 99">
              <a:extLst>
                <a:ext uri="{FF2B5EF4-FFF2-40B4-BE49-F238E27FC236}">
                  <a16:creationId xmlns:a16="http://schemas.microsoft.com/office/drawing/2014/main" id="{0B7FFAA5-A327-93AB-7ECC-CB8EC107F842}"/>
                </a:ext>
              </a:extLst>
            </p:cNvPr>
            <p:cNvSpPr/>
            <p:nvPr/>
          </p:nvSpPr>
          <p:spPr>
            <a:xfrm>
              <a:off x="437059" y="3180071"/>
              <a:ext cx="1742400" cy="900000"/>
            </a:xfrm>
            <a:prstGeom prst="flowChartDecision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/>
                <a:t>TC190 (TC A 9)</a:t>
              </a:r>
            </a:p>
            <a:p>
              <a:pPr algn="ctr"/>
              <a:r>
                <a:rPr lang="en-US" altLang="ko-KR" sz="1000" dirty="0"/>
                <a:t>&lt;</a:t>
              </a:r>
            </a:p>
            <a:p>
              <a:pPr algn="ctr"/>
              <a:r>
                <a:rPr lang="en-US" altLang="ko-KR" sz="1000" dirty="0"/>
                <a:t>PrOx 2 SV</a:t>
              </a:r>
              <a:endParaRPr lang="ko-KR" altLang="en-US" sz="1000" dirty="0"/>
            </a:p>
          </p:txBody>
        </p:sp>
        <p:sp>
          <p:nvSpPr>
            <p:cNvPr id="101" name="순서도: 수행의 시작/종료 100">
              <a:extLst>
                <a:ext uri="{FF2B5EF4-FFF2-40B4-BE49-F238E27FC236}">
                  <a16:creationId xmlns:a16="http://schemas.microsoft.com/office/drawing/2014/main" id="{20891827-7840-35C0-8139-EAF04BD8EDAE}"/>
                </a:ext>
              </a:extLst>
            </p:cNvPr>
            <p:cNvSpPr/>
            <p:nvPr/>
          </p:nvSpPr>
          <p:spPr>
            <a:xfrm>
              <a:off x="767312" y="763721"/>
              <a:ext cx="1081894" cy="360000"/>
            </a:xfrm>
            <a:prstGeom prst="flowChartTerminator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latin typeface="+mj-lt"/>
                </a:rPr>
                <a:t>시작</a:t>
              </a:r>
            </a:p>
          </p:txBody>
        </p:sp>
        <p:sp>
          <p:nvSpPr>
            <p:cNvPr id="102" name="순서도: 수행의 시작/종료 101">
              <a:extLst>
                <a:ext uri="{FF2B5EF4-FFF2-40B4-BE49-F238E27FC236}">
                  <a16:creationId xmlns:a16="http://schemas.microsoft.com/office/drawing/2014/main" id="{4AAAFB91-F775-AB4B-35DF-C9D03F036334}"/>
                </a:ext>
              </a:extLst>
            </p:cNvPr>
            <p:cNvSpPr/>
            <p:nvPr/>
          </p:nvSpPr>
          <p:spPr>
            <a:xfrm>
              <a:off x="767312" y="6020862"/>
              <a:ext cx="1081894" cy="360000"/>
            </a:xfrm>
            <a:prstGeom prst="flowChartTerminator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latin typeface="+mj-lt"/>
                </a:rPr>
                <a:t>끝</a:t>
              </a:r>
            </a:p>
          </p:txBody>
        </p:sp>
        <p:sp>
          <p:nvSpPr>
            <p:cNvPr id="103" name="순서도: 수동 입력 102">
              <a:extLst>
                <a:ext uri="{FF2B5EF4-FFF2-40B4-BE49-F238E27FC236}">
                  <a16:creationId xmlns:a16="http://schemas.microsoft.com/office/drawing/2014/main" id="{575B6FBC-1078-B9B2-B8B1-80EB9700A5C8}"/>
                </a:ext>
              </a:extLst>
            </p:cNvPr>
            <p:cNvSpPr/>
            <p:nvPr/>
          </p:nvSpPr>
          <p:spPr>
            <a:xfrm>
              <a:off x="588259" y="1722800"/>
              <a:ext cx="1440000" cy="525218"/>
            </a:xfrm>
            <a:prstGeom prst="flowChartManualInput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latin typeface="+mj-lt"/>
                </a:rPr>
                <a:t>PrOx 2 SV </a:t>
              </a:r>
              <a:r>
                <a:rPr lang="ko-KR" altLang="en-US" sz="1000" dirty="0">
                  <a:latin typeface="+mj-lt"/>
                </a:rPr>
                <a:t>숫자 입력</a:t>
              </a:r>
              <a:endParaRPr lang="en-US" altLang="ko-KR" sz="1000" dirty="0">
                <a:latin typeface="+mj-lt"/>
              </a:endParaRPr>
            </a:p>
            <a:p>
              <a:pPr algn="ctr"/>
              <a:r>
                <a:rPr lang="en-US" altLang="ko-KR" sz="800" dirty="0"/>
                <a:t>* 0 </a:t>
              </a:r>
              <a:r>
                <a:rPr lang="ko-KR" altLang="en-US" sz="800" dirty="0"/>
                <a:t>입력 시 동작 안함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9133C58-2EC0-4840-C9E5-F9317BAC85B6}"/>
                </a:ext>
              </a:extLst>
            </p:cNvPr>
            <p:cNvSpPr txBox="1"/>
            <p:nvPr/>
          </p:nvSpPr>
          <p:spPr>
            <a:xfrm>
              <a:off x="494873" y="71893"/>
              <a:ext cx="16267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>
                  <a:latin typeface="+mj-lt"/>
                </a:rPr>
                <a:t>PrOx 1 </a:t>
              </a:r>
              <a:r>
                <a:rPr lang="ko-KR" altLang="en-US" sz="1400" dirty="0">
                  <a:latin typeface="+mj-lt"/>
                </a:rPr>
                <a:t>히터 </a:t>
              </a:r>
              <a:endParaRPr lang="en-US" altLang="ko-KR" sz="1400" dirty="0">
                <a:latin typeface="+mj-lt"/>
              </a:endParaRPr>
            </a:p>
            <a:p>
              <a:pPr algn="ctr"/>
              <a:r>
                <a:rPr lang="ko-KR" altLang="en-US" sz="1400" dirty="0">
                  <a:latin typeface="+mj-lt"/>
                </a:rPr>
                <a:t>자동제어</a:t>
              </a:r>
            </a:p>
          </p:txBody>
        </p:sp>
        <p:cxnSp>
          <p:nvCxnSpPr>
            <p:cNvPr id="105" name="직선 화살표 연결선 104">
              <a:extLst>
                <a:ext uri="{FF2B5EF4-FFF2-40B4-BE49-F238E27FC236}">
                  <a16:creationId xmlns:a16="http://schemas.microsoft.com/office/drawing/2014/main" id="{DC5EA43D-114B-9BB8-9ECA-0FD406A24A6D}"/>
                </a:ext>
              </a:extLst>
            </p:cNvPr>
            <p:cNvCxnSpPr/>
            <p:nvPr/>
          </p:nvCxnSpPr>
          <p:spPr>
            <a:xfrm>
              <a:off x="1299205" y="1123721"/>
              <a:ext cx="0" cy="651601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화살표 연결선 105">
              <a:extLst>
                <a:ext uri="{FF2B5EF4-FFF2-40B4-BE49-F238E27FC236}">
                  <a16:creationId xmlns:a16="http://schemas.microsoft.com/office/drawing/2014/main" id="{0D765D78-15FF-3B9E-D8AF-3809B16E59C8}"/>
                </a:ext>
              </a:extLst>
            </p:cNvPr>
            <p:cNvCxnSpPr>
              <a:cxnSpLocks/>
              <a:stCxn id="103" idx="2"/>
            </p:cNvCxnSpPr>
            <p:nvPr/>
          </p:nvCxnSpPr>
          <p:spPr>
            <a:xfrm flipH="1">
              <a:off x="1306749" y="2248018"/>
              <a:ext cx="1510" cy="914435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화살표 연결선 106">
              <a:extLst>
                <a:ext uri="{FF2B5EF4-FFF2-40B4-BE49-F238E27FC236}">
                  <a16:creationId xmlns:a16="http://schemas.microsoft.com/office/drawing/2014/main" id="{CAC1E271-34D7-963F-ECA3-1E978FEC1807}"/>
                </a:ext>
              </a:extLst>
            </p:cNvPr>
            <p:cNvCxnSpPr>
              <a:cxnSpLocks/>
            </p:cNvCxnSpPr>
            <p:nvPr/>
          </p:nvCxnSpPr>
          <p:spPr>
            <a:xfrm>
              <a:off x="1306749" y="4113981"/>
              <a:ext cx="0" cy="582744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화살표 연결선 107">
              <a:extLst>
                <a:ext uri="{FF2B5EF4-FFF2-40B4-BE49-F238E27FC236}">
                  <a16:creationId xmlns:a16="http://schemas.microsoft.com/office/drawing/2014/main" id="{71C282E0-9D65-3E36-BCEF-BD1EA47BB95B}"/>
                </a:ext>
              </a:extLst>
            </p:cNvPr>
            <p:cNvCxnSpPr>
              <a:cxnSpLocks/>
            </p:cNvCxnSpPr>
            <p:nvPr/>
          </p:nvCxnSpPr>
          <p:spPr>
            <a:xfrm>
              <a:off x="1306749" y="5486447"/>
              <a:ext cx="0" cy="500505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순서도: 처리 108">
              <a:extLst>
                <a:ext uri="{FF2B5EF4-FFF2-40B4-BE49-F238E27FC236}">
                  <a16:creationId xmlns:a16="http://schemas.microsoft.com/office/drawing/2014/main" id="{4A8DF27F-0637-AB41-3A2C-B84272A241BF}"/>
                </a:ext>
              </a:extLst>
            </p:cNvPr>
            <p:cNvSpPr/>
            <p:nvPr/>
          </p:nvSpPr>
          <p:spPr>
            <a:xfrm>
              <a:off x="1873542" y="2456595"/>
              <a:ext cx="1742400" cy="676184"/>
            </a:xfrm>
            <a:prstGeom prst="flowChartProcess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atin typeface="+mj-lt"/>
                </a:rPr>
                <a:t>동작 </a:t>
              </a:r>
              <a:r>
                <a:rPr lang="ko-KR" altLang="en-US" sz="1000" dirty="0" err="1">
                  <a:latin typeface="+mj-lt"/>
                </a:rPr>
                <a:t>랩프</a:t>
              </a:r>
              <a:r>
                <a:rPr lang="ko-KR" altLang="en-US" sz="1000" dirty="0">
                  <a:latin typeface="+mj-lt"/>
                </a:rPr>
                <a:t> </a:t>
              </a:r>
              <a:r>
                <a:rPr lang="en-US" altLang="ko-KR" sz="1000" dirty="0">
                  <a:latin typeface="+mj-lt"/>
                </a:rPr>
                <a:t>‘OFF’</a:t>
              </a:r>
            </a:p>
            <a:p>
              <a:pPr algn="ctr"/>
              <a:r>
                <a:rPr lang="en-US" altLang="ko-KR" sz="1000" dirty="0">
                  <a:latin typeface="+mj-lt"/>
                </a:rPr>
                <a:t>HT199</a:t>
              </a:r>
              <a:r>
                <a:rPr lang="ko-KR" altLang="en-US" sz="1000" dirty="0">
                  <a:latin typeface="+mj-lt"/>
                </a:rPr>
                <a:t> </a:t>
              </a:r>
              <a:r>
                <a:rPr lang="en-US" altLang="ko-KR" sz="1000" dirty="0">
                  <a:latin typeface="+mj-lt"/>
                </a:rPr>
                <a:t>‘OFF’(SSR 0)</a:t>
              </a:r>
            </a:p>
            <a:p>
              <a:pPr algn="ctr"/>
              <a:r>
                <a:rPr lang="ko-KR" altLang="en-US" sz="1000" dirty="0" err="1"/>
                <a:t>히스테리시스</a:t>
              </a:r>
              <a:r>
                <a:rPr lang="ko-KR" altLang="en-US" sz="1000" dirty="0"/>
                <a:t> 밴드 </a:t>
              </a:r>
              <a:r>
                <a:rPr lang="en-US" altLang="ko-KR" sz="1000" dirty="0"/>
                <a:t>+ 1</a:t>
              </a:r>
              <a:endParaRPr lang="ko-KR" altLang="en-US" sz="1000" dirty="0"/>
            </a:p>
          </p:txBody>
        </p:sp>
        <p:cxnSp>
          <p:nvCxnSpPr>
            <p:cNvPr id="110" name="꺾인 연결선 109"/>
            <p:cNvCxnSpPr>
              <a:stCxn id="100" idx="3"/>
              <a:endCxn id="109" idx="2"/>
            </p:cNvCxnSpPr>
            <p:nvPr/>
          </p:nvCxnSpPr>
          <p:spPr>
            <a:xfrm flipV="1">
              <a:off x="2179459" y="3132779"/>
              <a:ext cx="565283" cy="497292"/>
            </a:xfrm>
            <a:prstGeom prst="bentConnector2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화살표 연결선 110"/>
            <p:cNvCxnSpPr>
              <a:stCxn id="109" idx="1"/>
            </p:cNvCxnSpPr>
            <p:nvPr/>
          </p:nvCxnSpPr>
          <p:spPr>
            <a:xfrm flipH="1">
              <a:off x="1306749" y="2794687"/>
              <a:ext cx="566793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46381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7D87C-E6F6-39FC-E355-09EB796B3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D6FD3009-02CD-0D96-8693-93834442BA03}"/>
              </a:ext>
            </a:extLst>
          </p:cNvPr>
          <p:cNvSpPr/>
          <p:nvPr/>
        </p:nvSpPr>
        <p:spPr>
          <a:xfrm>
            <a:off x="986578" y="3956280"/>
            <a:ext cx="1440000" cy="558830"/>
          </a:xfrm>
          <a:prstGeom prst="flowChartProcess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P412</a:t>
            </a:r>
            <a:r>
              <a:rPr lang="ko-KR" altLang="en-US" sz="1000" dirty="0">
                <a:latin typeface="+mj-lt"/>
              </a:rPr>
              <a:t> </a:t>
            </a:r>
            <a:r>
              <a:rPr lang="en-US" altLang="ko-KR" sz="1000" dirty="0">
                <a:latin typeface="+mj-lt"/>
              </a:rPr>
              <a:t>‘ON’(DO</a:t>
            </a:r>
            <a:r>
              <a:rPr lang="ko-KR" altLang="en-US" sz="1000" dirty="0">
                <a:latin typeface="+mj-lt"/>
              </a:rPr>
              <a:t> </a:t>
            </a:r>
            <a:r>
              <a:rPr lang="en-US" altLang="ko-KR" sz="1000" dirty="0">
                <a:latin typeface="+mj-lt"/>
              </a:rPr>
              <a:t>A</a:t>
            </a:r>
            <a:r>
              <a:rPr lang="ko-KR" altLang="en-US" sz="1000" dirty="0">
                <a:latin typeface="+mj-lt"/>
              </a:rPr>
              <a:t> </a:t>
            </a:r>
            <a:r>
              <a:rPr lang="en-US" altLang="ko-KR" sz="1000" dirty="0">
                <a:latin typeface="+mj-lt"/>
              </a:rPr>
              <a:t>09)</a:t>
            </a:r>
            <a:endParaRPr lang="ko-KR" altLang="en-US" sz="1000" dirty="0">
              <a:latin typeface="+mj-lt"/>
            </a:endParaRPr>
          </a:p>
        </p:txBody>
      </p:sp>
      <p:sp>
        <p:nvSpPr>
          <p:cNvPr id="5" name="순서도: 판단 4">
            <a:extLst>
              <a:ext uri="{FF2B5EF4-FFF2-40B4-BE49-F238E27FC236}">
                <a16:creationId xmlns:a16="http://schemas.microsoft.com/office/drawing/2014/main" id="{9627116A-FA95-9658-9A31-7D2C7A72007D}"/>
              </a:ext>
            </a:extLst>
          </p:cNvPr>
          <p:cNvSpPr/>
          <p:nvPr/>
        </p:nvSpPr>
        <p:spPr>
          <a:xfrm>
            <a:off x="835378" y="2585378"/>
            <a:ext cx="1742400" cy="900000"/>
          </a:xfrm>
          <a:prstGeom prst="flowChartDecision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/>
              <a:t>TC186 (TC A 6)</a:t>
            </a:r>
          </a:p>
          <a:p>
            <a:pPr algn="ctr"/>
            <a:r>
              <a:rPr lang="en-US" altLang="ko-KR" sz="1000" dirty="0"/>
              <a:t>&gt; </a:t>
            </a:r>
          </a:p>
          <a:p>
            <a:pPr algn="ctr"/>
            <a:r>
              <a:rPr lang="en-US" altLang="ko-KR" sz="1000" dirty="0"/>
              <a:t>RG C SV</a:t>
            </a:r>
            <a:endParaRPr lang="ko-KR" altLang="en-US" sz="1000" dirty="0"/>
          </a:p>
        </p:txBody>
      </p:sp>
      <p:sp>
        <p:nvSpPr>
          <p:cNvPr id="6" name="순서도: 수행의 시작/종료 5">
            <a:extLst>
              <a:ext uri="{FF2B5EF4-FFF2-40B4-BE49-F238E27FC236}">
                <a16:creationId xmlns:a16="http://schemas.microsoft.com/office/drawing/2014/main" id="{2CDF56CA-E49E-D031-4F4E-95E09C480F76}"/>
              </a:ext>
            </a:extLst>
          </p:cNvPr>
          <p:cNvSpPr/>
          <p:nvPr/>
        </p:nvSpPr>
        <p:spPr>
          <a:xfrm>
            <a:off x="1165631" y="733802"/>
            <a:ext cx="1081894" cy="360000"/>
          </a:xfrm>
          <a:prstGeom prst="flowChartTerminator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+mj-lt"/>
              </a:rPr>
              <a:t>시작</a:t>
            </a:r>
          </a:p>
        </p:txBody>
      </p:sp>
      <p:sp>
        <p:nvSpPr>
          <p:cNvPr id="7" name="순서도: 수행의 시작/종료 6">
            <a:extLst>
              <a:ext uri="{FF2B5EF4-FFF2-40B4-BE49-F238E27FC236}">
                <a16:creationId xmlns:a16="http://schemas.microsoft.com/office/drawing/2014/main" id="{6996F7AE-61B2-804B-6846-E40C18B49915}"/>
              </a:ext>
            </a:extLst>
          </p:cNvPr>
          <p:cNvSpPr/>
          <p:nvPr/>
        </p:nvSpPr>
        <p:spPr>
          <a:xfrm>
            <a:off x="1165631" y="5990943"/>
            <a:ext cx="1081894" cy="360000"/>
          </a:xfrm>
          <a:prstGeom prst="flowChartTerminator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+mj-lt"/>
              </a:rPr>
              <a:t>끝</a:t>
            </a:r>
          </a:p>
        </p:txBody>
      </p:sp>
      <p:sp>
        <p:nvSpPr>
          <p:cNvPr id="8" name="순서도: 수동 입력 7">
            <a:extLst>
              <a:ext uri="{FF2B5EF4-FFF2-40B4-BE49-F238E27FC236}">
                <a16:creationId xmlns:a16="http://schemas.microsoft.com/office/drawing/2014/main" id="{5D014065-4F8B-68ED-F67E-E7111DBA9A87}"/>
              </a:ext>
            </a:extLst>
          </p:cNvPr>
          <p:cNvSpPr/>
          <p:nvPr/>
        </p:nvSpPr>
        <p:spPr>
          <a:xfrm>
            <a:off x="986578" y="1692881"/>
            <a:ext cx="1440000" cy="525218"/>
          </a:xfrm>
          <a:prstGeom prst="flowChartManualInpu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RG C SV </a:t>
            </a:r>
            <a:r>
              <a:rPr lang="ko-KR" altLang="en-US" sz="1000" dirty="0">
                <a:latin typeface="+mj-lt"/>
              </a:rPr>
              <a:t>숫자 입력</a:t>
            </a:r>
            <a:endParaRPr lang="en-US" altLang="ko-KR" sz="1000" dirty="0">
              <a:latin typeface="+mj-lt"/>
            </a:endParaRPr>
          </a:p>
          <a:p>
            <a:pPr algn="ctr"/>
            <a:r>
              <a:rPr lang="en-US" altLang="ko-KR" sz="800" dirty="0"/>
              <a:t>* 0 </a:t>
            </a:r>
            <a:r>
              <a:rPr lang="ko-KR" altLang="en-US" sz="800" dirty="0" err="1"/>
              <a:t>입력시</a:t>
            </a:r>
            <a:r>
              <a:rPr lang="ko-KR" altLang="en-US" sz="800" dirty="0"/>
              <a:t> 동작 안함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48ACB1-C597-739A-9B07-CF590AA96C9D}"/>
              </a:ext>
            </a:extLst>
          </p:cNvPr>
          <p:cNvSpPr txBox="1"/>
          <p:nvPr/>
        </p:nvSpPr>
        <p:spPr>
          <a:xfrm>
            <a:off x="893192" y="244443"/>
            <a:ext cx="1626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j-lt"/>
              </a:rPr>
              <a:t>RG Coolant</a:t>
            </a:r>
          </a:p>
          <a:p>
            <a:pPr algn="ctr"/>
            <a:r>
              <a:rPr lang="ko-KR" altLang="en-US" sz="1400" dirty="0">
                <a:latin typeface="+mj-lt"/>
              </a:rPr>
              <a:t>자동제어</a:t>
            </a:r>
            <a:r>
              <a:rPr lang="en-US" altLang="ko-KR" sz="1400" dirty="0">
                <a:latin typeface="+mj-lt"/>
              </a:rPr>
              <a:t>5</a:t>
            </a:r>
            <a:endParaRPr lang="ko-KR" altLang="en-US" sz="1400" dirty="0">
              <a:latin typeface="+mj-lt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AB1D1111-715C-FD05-3D91-D2D71FFC8EC3}"/>
              </a:ext>
            </a:extLst>
          </p:cNvPr>
          <p:cNvCxnSpPr/>
          <p:nvPr/>
        </p:nvCxnSpPr>
        <p:spPr>
          <a:xfrm>
            <a:off x="1697524" y="1093802"/>
            <a:ext cx="0" cy="65160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76561D26-3052-0451-C58B-1A4E1FF34224}"/>
              </a:ext>
            </a:extLst>
          </p:cNvPr>
          <p:cNvCxnSpPr>
            <a:cxnSpLocks/>
          </p:cNvCxnSpPr>
          <p:nvPr/>
        </p:nvCxnSpPr>
        <p:spPr>
          <a:xfrm>
            <a:off x="1705068" y="2263366"/>
            <a:ext cx="0" cy="30439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DE751331-B004-E8AD-0400-044956D93B38}"/>
              </a:ext>
            </a:extLst>
          </p:cNvPr>
          <p:cNvCxnSpPr>
            <a:cxnSpLocks/>
          </p:cNvCxnSpPr>
          <p:nvPr/>
        </p:nvCxnSpPr>
        <p:spPr>
          <a:xfrm>
            <a:off x="1705068" y="3530851"/>
            <a:ext cx="0" cy="35871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178F1BA5-376E-D73B-3E31-59C61BBAE167}"/>
              </a:ext>
            </a:extLst>
          </p:cNvPr>
          <p:cNvCxnSpPr>
            <a:cxnSpLocks/>
          </p:cNvCxnSpPr>
          <p:nvPr/>
        </p:nvCxnSpPr>
        <p:spPr>
          <a:xfrm>
            <a:off x="1705068" y="4568825"/>
            <a:ext cx="0" cy="1397409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6F134C66-A460-3DE7-6DBC-615E17AF4EEB}"/>
              </a:ext>
            </a:extLst>
          </p:cNvPr>
          <p:cNvSpPr/>
          <p:nvPr/>
        </p:nvSpPr>
        <p:spPr>
          <a:xfrm>
            <a:off x="3219854" y="3547116"/>
            <a:ext cx="1916640" cy="508027"/>
          </a:xfrm>
          <a:prstGeom prst="flowChartProcess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P343</a:t>
            </a:r>
            <a:r>
              <a:rPr lang="ko-KR" altLang="en-US" sz="1000" dirty="0">
                <a:latin typeface="+mj-lt"/>
              </a:rPr>
              <a:t> </a:t>
            </a:r>
            <a:r>
              <a:rPr lang="en-US" altLang="ko-KR" sz="1000" dirty="0">
                <a:latin typeface="+mj-lt"/>
              </a:rPr>
              <a:t>‘ON’(DO A 16)</a:t>
            </a:r>
          </a:p>
          <a:p>
            <a:pPr algn="ctr"/>
            <a:r>
              <a:rPr lang="ko-KR" altLang="en-US" sz="1000" dirty="0" err="1"/>
              <a:t>히스테리시스</a:t>
            </a:r>
            <a:r>
              <a:rPr lang="ko-KR" altLang="en-US" sz="1000" dirty="0"/>
              <a:t> 밴드 </a:t>
            </a:r>
            <a:r>
              <a:rPr lang="en-US" altLang="ko-KR" sz="1000" dirty="0"/>
              <a:t>+1, -5</a:t>
            </a:r>
            <a:endParaRPr lang="ko-KR" altLang="en-US" sz="1000" dirty="0"/>
          </a:p>
        </p:txBody>
      </p:sp>
      <p:sp>
        <p:nvSpPr>
          <p:cNvPr id="9" name="순서도: 판단 8">
            <a:extLst>
              <a:ext uri="{FF2B5EF4-FFF2-40B4-BE49-F238E27FC236}">
                <a16:creationId xmlns:a16="http://schemas.microsoft.com/office/drawing/2014/main" id="{F9934481-D1E1-07AC-4C5E-064307C6E6E9}"/>
              </a:ext>
            </a:extLst>
          </p:cNvPr>
          <p:cNvSpPr/>
          <p:nvPr/>
        </p:nvSpPr>
        <p:spPr>
          <a:xfrm>
            <a:off x="3306974" y="2313773"/>
            <a:ext cx="1742400" cy="691976"/>
          </a:xfrm>
          <a:prstGeom prst="flowChartDecision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dirty="0"/>
              <a:t>CS302(AI A 11) </a:t>
            </a:r>
          </a:p>
          <a:p>
            <a:pPr algn="ctr"/>
            <a:r>
              <a:rPr lang="en-US" altLang="ko-KR" sz="1000" dirty="0"/>
              <a:t>&gt; </a:t>
            </a:r>
          </a:p>
          <a:p>
            <a:pPr algn="ctr"/>
            <a:r>
              <a:rPr lang="en-US" altLang="ko-KR" sz="1000" dirty="0"/>
              <a:t>DI C SV</a:t>
            </a:r>
            <a:endParaRPr lang="ko-KR" altLang="en-US" sz="1000" dirty="0"/>
          </a:p>
        </p:txBody>
      </p:sp>
      <p:sp>
        <p:nvSpPr>
          <p:cNvPr id="10" name="순서도: 수행의 시작/종료 9">
            <a:extLst>
              <a:ext uri="{FF2B5EF4-FFF2-40B4-BE49-F238E27FC236}">
                <a16:creationId xmlns:a16="http://schemas.microsoft.com/office/drawing/2014/main" id="{970FCF13-11DC-1157-D060-7B5150E4714F}"/>
              </a:ext>
            </a:extLst>
          </p:cNvPr>
          <p:cNvSpPr/>
          <p:nvPr/>
        </p:nvSpPr>
        <p:spPr>
          <a:xfrm>
            <a:off x="3637227" y="733802"/>
            <a:ext cx="1081894" cy="360000"/>
          </a:xfrm>
          <a:prstGeom prst="flowChartTerminator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+mj-lt"/>
              </a:rPr>
              <a:t>시작</a:t>
            </a:r>
          </a:p>
        </p:txBody>
      </p:sp>
      <p:sp>
        <p:nvSpPr>
          <p:cNvPr id="11" name="순서도: 수행의 시작/종료 10">
            <a:extLst>
              <a:ext uri="{FF2B5EF4-FFF2-40B4-BE49-F238E27FC236}">
                <a16:creationId xmlns:a16="http://schemas.microsoft.com/office/drawing/2014/main" id="{4F216FDB-003F-D7C5-37E9-8E7E449CF449}"/>
              </a:ext>
            </a:extLst>
          </p:cNvPr>
          <p:cNvSpPr/>
          <p:nvPr/>
        </p:nvSpPr>
        <p:spPr>
          <a:xfrm>
            <a:off x="3637227" y="5990943"/>
            <a:ext cx="1081894" cy="360000"/>
          </a:xfrm>
          <a:prstGeom prst="flowChartTerminator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+mj-lt"/>
              </a:rPr>
              <a:t>끝</a:t>
            </a:r>
          </a:p>
        </p:txBody>
      </p:sp>
      <p:sp>
        <p:nvSpPr>
          <p:cNvPr id="12" name="순서도: 수동 입력 11">
            <a:extLst>
              <a:ext uri="{FF2B5EF4-FFF2-40B4-BE49-F238E27FC236}">
                <a16:creationId xmlns:a16="http://schemas.microsoft.com/office/drawing/2014/main" id="{402EE230-8C5C-2CA7-5D10-15BC692CB608}"/>
              </a:ext>
            </a:extLst>
          </p:cNvPr>
          <p:cNvSpPr/>
          <p:nvPr/>
        </p:nvSpPr>
        <p:spPr>
          <a:xfrm>
            <a:off x="3458174" y="1321689"/>
            <a:ext cx="1440000" cy="525218"/>
          </a:xfrm>
          <a:prstGeom prst="flowChartManualInpu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DI R SV</a:t>
            </a:r>
            <a:r>
              <a:rPr lang="ko-KR" altLang="en-US" sz="1000" dirty="0">
                <a:latin typeface="+mj-lt"/>
              </a:rPr>
              <a:t> 숫자 입력</a:t>
            </a:r>
            <a:endParaRPr lang="en-US" altLang="ko-KR" sz="1000" dirty="0">
              <a:latin typeface="+mj-lt"/>
            </a:endParaRPr>
          </a:p>
          <a:p>
            <a:pPr algn="ctr"/>
            <a:r>
              <a:rPr lang="en-US" altLang="ko-KR" sz="800" dirty="0"/>
              <a:t>* 0 </a:t>
            </a:r>
            <a:r>
              <a:rPr lang="ko-KR" altLang="en-US" sz="800" dirty="0" err="1"/>
              <a:t>입력시</a:t>
            </a:r>
            <a:r>
              <a:rPr lang="ko-KR" altLang="en-US" sz="800" dirty="0"/>
              <a:t> 동작 안함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B17FDF-4AA8-D5A7-172F-8E09A1DA0548}"/>
              </a:ext>
            </a:extLst>
          </p:cNvPr>
          <p:cNvSpPr txBox="1"/>
          <p:nvPr/>
        </p:nvSpPr>
        <p:spPr>
          <a:xfrm>
            <a:off x="3364788" y="244443"/>
            <a:ext cx="1626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j-lt"/>
              </a:rPr>
              <a:t>DI TA </a:t>
            </a:r>
            <a:r>
              <a:rPr lang="ko-KR" altLang="en-US" sz="1400" dirty="0">
                <a:latin typeface="+mj-lt"/>
              </a:rPr>
              <a:t>전도도</a:t>
            </a:r>
            <a:endParaRPr lang="en-US" altLang="ko-KR" sz="1400" dirty="0">
              <a:latin typeface="+mj-lt"/>
            </a:endParaRPr>
          </a:p>
          <a:p>
            <a:pPr algn="ctr"/>
            <a:r>
              <a:rPr lang="ko-KR" altLang="en-US" sz="1400" dirty="0">
                <a:latin typeface="+mj-lt"/>
              </a:rPr>
              <a:t>자동제어</a:t>
            </a:r>
            <a:r>
              <a:rPr lang="en-US" altLang="ko-KR" sz="1400" dirty="0">
                <a:latin typeface="+mj-lt"/>
              </a:rPr>
              <a:t>6</a:t>
            </a:r>
            <a:endParaRPr lang="ko-KR" altLang="en-US" sz="1400" dirty="0">
              <a:latin typeface="+mj-lt"/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3058BBC2-5828-7379-C5A4-B37C0438974F}"/>
              </a:ext>
            </a:extLst>
          </p:cNvPr>
          <p:cNvSpPr/>
          <p:nvPr/>
        </p:nvSpPr>
        <p:spPr>
          <a:xfrm>
            <a:off x="3219854" y="4651637"/>
            <a:ext cx="1916640" cy="508027"/>
          </a:xfrm>
          <a:prstGeom prst="flowChartProcess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+mj-lt"/>
              </a:rPr>
              <a:t>Time count(T01) start</a:t>
            </a:r>
            <a:endParaRPr lang="ko-KR" altLang="en-US" sz="1000" dirty="0"/>
          </a:p>
        </p:txBody>
      </p:sp>
      <p:sp>
        <p:nvSpPr>
          <p:cNvPr id="56" name="순서도: 판단 55">
            <a:extLst>
              <a:ext uri="{FF2B5EF4-FFF2-40B4-BE49-F238E27FC236}">
                <a16:creationId xmlns:a16="http://schemas.microsoft.com/office/drawing/2014/main" id="{6E6EFE95-B21B-9ADB-2400-09E57966711B}"/>
              </a:ext>
            </a:extLst>
          </p:cNvPr>
          <p:cNvSpPr/>
          <p:nvPr/>
        </p:nvSpPr>
        <p:spPr>
          <a:xfrm>
            <a:off x="6013961" y="1589497"/>
            <a:ext cx="1742400" cy="927366"/>
          </a:xfrm>
          <a:prstGeom prst="flowChartDecision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Time count(T01) &gt; </a:t>
            </a:r>
          </a:p>
          <a:p>
            <a:pPr algn="ctr"/>
            <a:r>
              <a:rPr lang="en-US" altLang="ko-KR" sz="1000" dirty="0"/>
              <a:t>120 sec</a:t>
            </a:r>
            <a:endParaRPr lang="ko-KR" altLang="en-US" sz="1000" dirty="0"/>
          </a:p>
        </p:txBody>
      </p:sp>
      <p:sp>
        <p:nvSpPr>
          <p:cNvPr id="60" name="순서도: 처리 59">
            <a:extLst>
              <a:ext uri="{FF2B5EF4-FFF2-40B4-BE49-F238E27FC236}">
                <a16:creationId xmlns:a16="http://schemas.microsoft.com/office/drawing/2014/main" id="{2A76E7CE-E0B1-9BBF-8D16-59EEBF911E45}"/>
              </a:ext>
            </a:extLst>
          </p:cNvPr>
          <p:cNvSpPr/>
          <p:nvPr/>
        </p:nvSpPr>
        <p:spPr>
          <a:xfrm>
            <a:off x="5926841" y="3094443"/>
            <a:ext cx="1916640" cy="671799"/>
          </a:xfrm>
          <a:prstGeom prst="flowChartProcess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Time count(T01) stop</a:t>
            </a:r>
            <a:endParaRPr lang="en-US" altLang="ko-KR" sz="1000" dirty="0">
              <a:latin typeface="+mj-lt"/>
            </a:endParaRPr>
          </a:p>
          <a:p>
            <a:pPr algn="ctr"/>
            <a:r>
              <a:rPr lang="en-US" altLang="ko-KR" sz="1000" dirty="0">
                <a:latin typeface="+mj-lt"/>
              </a:rPr>
              <a:t>SV305</a:t>
            </a:r>
            <a:r>
              <a:rPr lang="ko-KR" altLang="en-US" sz="1000" dirty="0">
                <a:latin typeface="+mj-lt"/>
              </a:rPr>
              <a:t> </a:t>
            </a:r>
            <a:r>
              <a:rPr lang="en-US" altLang="ko-KR" sz="1000" dirty="0">
                <a:latin typeface="+mj-lt"/>
              </a:rPr>
              <a:t>‘ON’(DO A 21)</a:t>
            </a:r>
          </a:p>
          <a:p>
            <a:pPr algn="ctr"/>
            <a:r>
              <a:rPr lang="en-US" altLang="ko-KR" sz="1000" dirty="0"/>
              <a:t>20 sec</a:t>
            </a:r>
            <a:endParaRPr lang="ko-KR" altLang="en-US" sz="1000" dirty="0"/>
          </a:p>
        </p:txBody>
      </p:sp>
      <p:sp>
        <p:nvSpPr>
          <p:cNvPr id="62" name="순서도: 수행의 시작/종료 61">
            <a:extLst>
              <a:ext uri="{FF2B5EF4-FFF2-40B4-BE49-F238E27FC236}">
                <a16:creationId xmlns:a16="http://schemas.microsoft.com/office/drawing/2014/main" id="{878E00E5-2529-6121-47BA-4A6A54A714AE}"/>
              </a:ext>
            </a:extLst>
          </p:cNvPr>
          <p:cNvSpPr/>
          <p:nvPr/>
        </p:nvSpPr>
        <p:spPr>
          <a:xfrm>
            <a:off x="6344214" y="733802"/>
            <a:ext cx="1081894" cy="360000"/>
          </a:xfrm>
          <a:prstGeom prst="flowChartTerminator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+mj-lt"/>
              </a:rPr>
              <a:t>시작</a:t>
            </a:r>
          </a:p>
        </p:txBody>
      </p:sp>
      <p:sp>
        <p:nvSpPr>
          <p:cNvPr id="63" name="순서도: 수행의 시작/종료 62">
            <a:extLst>
              <a:ext uri="{FF2B5EF4-FFF2-40B4-BE49-F238E27FC236}">
                <a16:creationId xmlns:a16="http://schemas.microsoft.com/office/drawing/2014/main" id="{FF9DC2B1-B550-D00F-F0E7-6555F1FD0B12}"/>
              </a:ext>
            </a:extLst>
          </p:cNvPr>
          <p:cNvSpPr/>
          <p:nvPr/>
        </p:nvSpPr>
        <p:spPr>
          <a:xfrm>
            <a:off x="6344214" y="5990943"/>
            <a:ext cx="1081894" cy="360000"/>
          </a:xfrm>
          <a:prstGeom prst="flowChartTerminator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+mj-lt"/>
              </a:rPr>
              <a:t>끝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642FF7-ADC2-C432-45AB-53C3FD719371}"/>
              </a:ext>
            </a:extLst>
          </p:cNvPr>
          <p:cNvSpPr txBox="1"/>
          <p:nvPr/>
        </p:nvSpPr>
        <p:spPr>
          <a:xfrm>
            <a:off x="6071775" y="244443"/>
            <a:ext cx="1626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latin typeface="+mj-lt"/>
              </a:rPr>
              <a:t>초순수</a:t>
            </a:r>
            <a:r>
              <a:rPr lang="ko-KR" altLang="en-US" sz="1400" dirty="0">
                <a:latin typeface="+mj-lt"/>
              </a:rPr>
              <a:t> 제어</a:t>
            </a:r>
            <a:endParaRPr lang="en-US" altLang="ko-KR" sz="1400" dirty="0">
              <a:latin typeface="+mj-lt"/>
            </a:endParaRPr>
          </a:p>
          <a:p>
            <a:pPr algn="ctr"/>
            <a:r>
              <a:rPr lang="ko-KR" altLang="en-US" sz="1400" dirty="0">
                <a:latin typeface="+mj-lt"/>
              </a:rPr>
              <a:t>자동제어</a:t>
            </a:r>
            <a:r>
              <a:rPr lang="en-US" altLang="ko-KR" sz="1400" dirty="0">
                <a:latin typeface="+mj-lt"/>
              </a:rPr>
              <a:t>7</a:t>
            </a:r>
            <a:endParaRPr lang="ko-KR" altLang="en-US" sz="1400" dirty="0">
              <a:latin typeface="+mj-lt"/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5DDCBBB-4E31-AAAD-383D-ABD1DCEC7CE5}"/>
              </a:ext>
            </a:extLst>
          </p:cNvPr>
          <p:cNvCxnSpPr>
            <a:cxnSpLocks/>
          </p:cNvCxnSpPr>
          <p:nvPr/>
        </p:nvCxnSpPr>
        <p:spPr>
          <a:xfrm>
            <a:off x="6885160" y="1093802"/>
            <a:ext cx="0" cy="45434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89A71D24-E3B6-85EF-C346-70A9CBDAC1E2}"/>
              </a:ext>
            </a:extLst>
          </p:cNvPr>
          <p:cNvCxnSpPr>
            <a:cxnSpLocks/>
          </p:cNvCxnSpPr>
          <p:nvPr/>
        </p:nvCxnSpPr>
        <p:spPr>
          <a:xfrm>
            <a:off x="6885160" y="2571184"/>
            <a:ext cx="0" cy="44362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D09AB457-EA37-3422-5396-AED23CE17C76}"/>
              </a:ext>
            </a:extLst>
          </p:cNvPr>
          <p:cNvCxnSpPr>
            <a:cxnSpLocks/>
          </p:cNvCxnSpPr>
          <p:nvPr/>
        </p:nvCxnSpPr>
        <p:spPr>
          <a:xfrm>
            <a:off x="6885160" y="3818896"/>
            <a:ext cx="0" cy="67162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순서도: 처리 69">
            <a:extLst>
              <a:ext uri="{FF2B5EF4-FFF2-40B4-BE49-F238E27FC236}">
                <a16:creationId xmlns:a16="http://schemas.microsoft.com/office/drawing/2014/main" id="{3D530DDC-D5F9-0309-A0FD-C7387840D8A8}"/>
              </a:ext>
            </a:extLst>
          </p:cNvPr>
          <p:cNvSpPr/>
          <p:nvPr/>
        </p:nvSpPr>
        <p:spPr>
          <a:xfrm>
            <a:off x="5926841" y="4524891"/>
            <a:ext cx="1916640" cy="508027"/>
          </a:xfrm>
          <a:prstGeom prst="flowChartProcess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Time count(T01) Reset</a:t>
            </a:r>
            <a:endParaRPr lang="ko-KR" altLang="en-US" sz="1000" dirty="0"/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2FE2063C-8F47-0823-9AA6-F3AC602DB716}"/>
              </a:ext>
            </a:extLst>
          </p:cNvPr>
          <p:cNvCxnSpPr>
            <a:cxnSpLocks/>
          </p:cNvCxnSpPr>
          <p:nvPr/>
        </p:nvCxnSpPr>
        <p:spPr>
          <a:xfrm>
            <a:off x="6885160" y="5113542"/>
            <a:ext cx="0" cy="80742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EFC96FFD-A3AA-405E-AC60-3A96BF4BA058}"/>
              </a:ext>
            </a:extLst>
          </p:cNvPr>
          <p:cNvCxnSpPr>
            <a:cxnSpLocks/>
          </p:cNvCxnSpPr>
          <p:nvPr/>
        </p:nvCxnSpPr>
        <p:spPr>
          <a:xfrm>
            <a:off x="4169120" y="5251010"/>
            <a:ext cx="0" cy="66995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14189E2D-7B19-1F90-1BA8-284854CFA7F7}"/>
              </a:ext>
            </a:extLst>
          </p:cNvPr>
          <p:cNvCxnSpPr>
            <a:cxnSpLocks/>
          </p:cNvCxnSpPr>
          <p:nvPr/>
        </p:nvCxnSpPr>
        <p:spPr>
          <a:xfrm>
            <a:off x="4169120" y="4137433"/>
            <a:ext cx="0" cy="45267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0BD3E8C2-34DB-B987-B155-4F6130691EF5}"/>
              </a:ext>
            </a:extLst>
          </p:cNvPr>
          <p:cNvCxnSpPr>
            <a:cxnSpLocks/>
          </p:cNvCxnSpPr>
          <p:nvPr/>
        </p:nvCxnSpPr>
        <p:spPr>
          <a:xfrm>
            <a:off x="4169120" y="3041964"/>
            <a:ext cx="0" cy="46172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AE534281-3893-ECEB-67D7-8FFE749A9E77}"/>
              </a:ext>
            </a:extLst>
          </p:cNvPr>
          <p:cNvCxnSpPr>
            <a:cxnSpLocks/>
          </p:cNvCxnSpPr>
          <p:nvPr/>
        </p:nvCxnSpPr>
        <p:spPr>
          <a:xfrm>
            <a:off x="4169120" y="1937442"/>
            <a:ext cx="0" cy="37119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39D33E8A-7BF0-0CEE-76BF-EDEDC1F3451E}"/>
              </a:ext>
            </a:extLst>
          </p:cNvPr>
          <p:cNvCxnSpPr>
            <a:cxnSpLocks/>
          </p:cNvCxnSpPr>
          <p:nvPr/>
        </p:nvCxnSpPr>
        <p:spPr>
          <a:xfrm>
            <a:off x="4169120" y="1140737"/>
            <a:ext cx="0" cy="19012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순서도: 수행의 시작/종료 88">
            <a:extLst>
              <a:ext uri="{FF2B5EF4-FFF2-40B4-BE49-F238E27FC236}">
                <a16:creationId xmlns:a16="http://schemas.microsoft.com/office/drawing/2014/main" id="{7D0B6C81-DDEB-A7C0-1D1C-C6D5F770D613}"/>
              </a:ext>
            </a:extLst>
          </p:cNvPr>
          <p:cNvSpPr/>
          <p:nvPr/>
        </p:nvSpPr>
        <p:spPr>
          <a:xfrm>
            <a:off x="9395232" y="733802"/>
            <a:ext cx="1081894" cy="360000"/>
          </a:xfrm>
          <a:prstGeom prst="flowChartTerminator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+mj-lt"/>
              </a:rPr>
              <a:t>시작</a:t>
            </a:r>
          </a:p>
        </p:txBody>
      </p:sp>
      <p:sp>
        <p:nvSpPr>
          <p:cNvPr id="90" name="순서도: 수행의 시작/종료 89">
            <a:extLst>
              <a:ext uri="{FF2B5EF4-FFF2-40B4-BE49-F238E27FC236}">
                <a16:creationId xmlns:a16="http://schemas.microsoft.com/office/drawing/2014/main" id="{4E2DC004-062D-ABEF-A054-A034CD565765}"/>
              </a:ext>
            </a:extLst>
          </p:cNvPr>
          <p:cNvSpPr/>
          <p:nvPr/>
        </p:nvSpPr>
        <p:spPr>
          <a:xfrm>
            <a:off x="9395232" y="5990943"/>
            <a:ext cx="1081894" cy="360000"/>
          </a:xfrm>
          <a:prstGeom prst="flowChartTerminator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+mj-lt"/>
              </a:rPr>
              <a:t>끝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91FB2B0-440C-7E4A-B4B7-8590C98E4CF4}"/>
              </a:ext>
            </a:extLst>
          </p:cNvPr>
          <p:cNvSpPr txBox="1"/>
          <p:nvPr/>
        </p:nvSpPr>
        <p:spPr>
          <a:xfrm>
            <a:off x="9122793" y="244443"/>
            <a:ext cx="1626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+mj-lt"/>
              </a:rPr>
              <a:t>Hot Water Tank</a:t>
            </a:r>
          </a:p>
          <a:p>
            <a:pPr algn="ctr"/>
            <a:r>
              <a:rPr lang="ko-KR" altLang="en-US" sz="1400" dirty="0">
                <a:latin typeface="+mj-lt"/>
              </a:rPr>
              <a:t>온도 </a:t>
            </a:r>
            <a:r>
              <a:rPr lang="ko-KR" altLang="en-US" sz="1400" dirty="0" err="1">
                <a:latin typeface="+mj-lt"/>
              </a:rPr>
              <a:t>높을때</a:t>
            </a:r>
            <a:endParaRPr lang="en-US" altLang="ko-KR" sz="1400" dirty="0">
              <a:latin typeface="+mj-lt"/>
            </a:endParaRP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854AA92A-85FC-1F45-3562-53B1140FBF8E}"/>
              </a:ext>
            </a:extLst>
          </p:cNvPr>
          <p:cNvCxnSpPr>
            <a:cxnSpLocks/>
          </p:cNvCxnSpPr>
          <p:nvPr/>
        </p:nvCxnSpPr>
        <p:spPr>
          <a:xfrm>
            <a:off x="9936179" y="1093802"/>
            <a:ext cx="0" cy="45434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8822ADEF-C6CE-9848-50C6-B2E75B7589E6}"/>
              </a:ext>
            </a:extLst>
          </p:cNvPr>
          <p:cNvCxnSpPr>
            <a:cxnSpLocks/>
          </p:cNvCxnSpPr>
          <p:nvPr/>
        </p:nvCxnSpPr>
        <p:spPr>
          <a:xfrm>
            <a:off x="9936179" y="3556346"/>
            <a:ext cx="0" cy="39096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순서도: 처리 94">
            <a:extLst>
              <a:ext uri="{FF2B5EF4-FFF2-40B4-BE49-F238E27FC236}">
                <a16:creationId xmlns:a16="http://schemas.microsoft.com/office/drawing/2014/main" id="{6568C1AA-C466-5EB4-F203-5849561E8EFD}"/>
              </a:ext>
            </a:extLst>
          </p:cNvPr>
          <p:cNvSpPr/>
          <p:nvPr/>
        </p:nvSpPr>
        <p:spPr>
          <a:xfrm>
            <a:off x="8977859" y="3990737"/>
            <a:ext cx="1916640" cy="508027"/>
          </a:xfrm>
          <a:prstGeom prst="flowChartProcess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SV407(DO A22) ‘ON’</a:t>
            </a:r>
            <a:endParaRPr lang="ko-KR" altLang="en-US" sz="1000" dirty="0"/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20FF4B70-89D1-EB7D-A63F-1CA993AA7846}"/>
              </a:ext>
            </a:extLst>
          </p:cNvPr>
          <p:cNvCxnSpPr>
            <a:cxnSpLocks/>
          </p:cNvCxnSpPr>
          <p:nvPr/>
        </p:nvCxnSpPr>
        <p:spPr>
          <a:xfrm>
            <a:off x="9936179" y="4543174"/>
            <a:ext cx="0" cy="40907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순서도: 수동 입력 96">
            <a:extLst>
              <a:ext uri="{FF2B5EF4-FFF2-40B4-BE49-F238E27FC236}">
                <a16:creationId xmlns:a16="http://schemas.microsoft.com/office/drawing/2014/main" id="{25E6EF85-6A9C-99CF-7DBC-3458FFEE1447}"/>
              </a:ext>
            </a:extLst>
          </p:cNvPr>
          <p:cNvSpPr/>
          <p:nvPr/>
        </p:nvSpPr>
        <p:spPr>
          <a:xfrm>
            <a:off x="9216179" y="1538972"/>
            <a:ext cx="1440000" cy="525218"/>
          </a:xfrm>
          <a:prstGeom prst="flowChartManualInput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latin typeface="+mj-lt"/>
              </a:rPr>
              <a:t>입력창</a:t>
            </a:r>
            <a:r>
              <a:rPr lang="ko-KR" altLang="en-US" sz="1000" dirty="0">
                <a:latin typeface="+mj-lt"/>
              </a:rPr>
              <a:t> </a:t>
            </a:r>
            <a:r>
              <a:rPr lang="en-US" altLang="ko-KR" sz="1000" dirty="0">
                <a:latin typeface="+mj-lt"/>
              </a:rPr>
              <a:t>8</a:t>
            </a:r>
            <a:r>
              <a:rPr lang="ko-KR" altLang="en-US" sz="1000" dirty="0">
                <a:latin typeface="+mj-lt"/>
              </a:rPr>
              <a:t>에 숫자 입력</a:t>
            </a:r>
            <a:endParaRPr lang="en-US" altLang="ko-KR" sz="1000" dirty="0">
              <a:latin typeface="+mj-lt"/>
            </a:endParaRPr>
          </a:p>
          <a:p>
            <a:pPr algn="ctr"/>
            <a:r>
              <a:rPr lang="en-US" altLang="ko-KR" sz="800" dirty="0"/>
              <a:t>* 0 </a:t>
            </a:r>
            <a:r>
              <a:rPr lang="ko-KR" altLang="en-US" sz="800" dirty="0" err="1"/>
              <a:t>입력시</a:t>
            </a:r>
            <a:r>
              <a:rPr lang="ko-KR" altLang="en-US" sz="800" dirty="0"/>
              <a:t> 동작 안함</a:t>
            </a: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58F91AF2-E1BA-C914-AF20-7FF8B2F7E9E3}"/>
              </a:ext>
            </a:extLst>
          </p:cNvPr>
          <p:cNvCxnSpPr>
            <a:cxnSpLocks/>
          </p:cNvCxnSpPr>
          <p:nvPr/>
        </p:nvCxnSpPr>
        <p:spPr>
          <a:xfrm>
            <a:off x="9936179" y="2154725"/>
            <a:ext cx="0" cy="371191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순서도: 판단 98">
            <a:extLst>
              <a:ext uri="{FF2B5EF4-FFF2-40B4-BE49-F238E27FC236}">
                <a16:creationId xmlns:a16="http://schemas.microsoft.com/office/drawing/2014/main" id="{CFC4FB20-CCAA-7667-841D-05F6F2EEDFFA}"/>
              </a:ext>
            </a:extLst>
          </p:cNvPr>
          <p:cNvSpPr/>
          <p:nvPr/>
        </p:nvSpPr>
        <p:spPr>
          <a:xfrm>
            <a:off x="9064979" y="2594432"/>
            <a:ext cx="1742400" cy="900000"/>
          </a:xfrm>
          <a:prstGeom prst="flowChartDecision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TC403 </a:t>
            </a:r>
          </a:p>
          <a:p>
            <a:pPr algn="ctr"/>
            <a:r>
              <a:rPr lang="en-US" altLang="ko-KR" sz="1000" dirty="0"/>
              <a:t>(TC C 6) &gt; </a:t>
            </a:r>
          </a:p>
          <a:p>
            <a:pPr algn="ctr"/>
            <a:r>
              <a:rPr lang="ko-KR" altLang="en-US" sz="1000" dirty="0" err="1"/>
              <a:t>입력창</a:t>
            </a:r>
            <a:r>
              <a:rPr lang="ko-KR" altLang="en-US" sz="1000" dirty="0"/>
              <a:t> </a:t>
            </a:r>
            <a:r>
              <a:rPr lang="en-US" altLang="ko-KR" sz="1000" dirty="0"/>
              <a:t>8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975684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31808</TotalTime>
  <Words>1882</Words>
  <Application>Microsoft Office PowerPoint</Application>
  <PresentationFormat>와이드스크린</PresentationFormat>
  <Paragraphs>652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Cambria Math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성문 정</dc:creator>
  <cp:lastModifiedBy>fuelcell</cp:lastModifiedBy>
  <cp:revision>182</cp:revision>
  <cp:lastPrinted>2025-12-09T01:02:26Z</cp:lastPrinted>
  <dcterms:created xsi:type="dcterms:W3CDTF">2025-06-20T06:08:19Z</dcterms:created>
  <dcterms:modified xsi:type="dcterms:W3CDTF">2026-04-01T04:31:22Z</dcterms:modified>
</cp:coreProperties>
</file>